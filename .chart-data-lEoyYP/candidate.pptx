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4f1a58ddeb496e" /><Relationship Type="http://schemas.openxmlformats.org/officeDocument/2006/relationships/extended-properties" Target="/docProps/app.xml" Id="R0db7b10ef9b14f96" /><Relationship Type="http://schemas.openxmlformats.org/officeDocument/2006/relationships/officeDocument" Target="/ppt/presentation.xml" Id="Rcef03e8466904817" /></Relationships>
</file>

<file path=ppt/presentation.xml><?xml version="1.0" encoding="utf-8"?>
<p:presentation xmlns:p="http://schemas.openxmlformats.org/presentationml/2006/main">
  <p:sldMasterIdLst>
    <p:sldMasterId xmlns:r="http://schemas.openxmlformats.org/officeDocument/2006/relationships" id="2147483648" r:id="R8a4f487365ab4a8c"/>
  </p:sldMasterIdLst>
  <p:notesMasterIdLst>
    <p:notesMasterId xmlns:r="http://schemas.openxmlformats.org/officeDocument/2006/relationships" r:id="R18eed396905f4a41"/>
  </p:notesMasterIdLst>
  <p:sldIdLst>
    <p:sldId xmlns:r="http://schemas.openxmlformats.org/officeDocument/2006/relationships" id="256" r:id="Rfc7f6614846c41bc"/>
  </p:sldIdLst>
  <p:sldSz cx="11430000" cy="9067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c40d890854a98" /><Relationship Type="http://schemas.openxmlformats.org/officeDocument/2006/relationships/slideMaster" Target="/ppt/slideMasters/slideMaster1.xml" Id="R8a4f487365ab4a8c" /><Relationship Type="http://schemas.openxmlformats.org/officeDocument/2006/relationships/notesMaster" Target="/ppt/notesMasters/notesMaster1.xml" Id="R18eed396905f4a41" /><Relationship Type="http://schemas.openxmlformats.org/officeDocument/2006/relationships/presProps" Target="/ppt/presProps.xml" Id="R6af84d5e64b94d5e" /><Relationship Type="http://schemas.openxmlformats.org/officeDocument/2006/relationships/tableStyles" Target="/ppt/tableStyles.xml" Id="R660a855552404d08" /><Relationship Type="http://schemas.openxmlformats.org/officeDocument/2006/relationships/slide" Target="/ppt/slides/slide1.xml" Id="Rfc7f6614846c41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110fff929a4e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4342c7b1974a13" /><Relationship Type="http://schemas.openxmlformats.org/officeDocument/2006/relationships/notesMaster" Target="/ppt/notesMasters/notesMaster1.xml" Id="Rb4ba44a59ca043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Author-provided three-row sketch, supplied in the conversation on 2026-10-20. Styling reference: figures/1-fig1_overview_compact_v32_editable.pdf (Arial, muted blue/red/green bars, light tinted instruction/action regions, thin rounded frames). Author-confirmed values, left to right: task-level row 99, 98, 96; concatenated local-instruction row 23, 16, 32; action-aligned row 35, 21, 44. The latter two rows reproduce the fine-grained instruction, visual-prompt, and corrective-control results from sections/introduction.tex. The first-row values are retained from the author sketch as explicitly confirmed; the sketch does not specify their bar categories. All charts share the same 0–110 plotting range. The visible labels and layout follow the supplied sketch, with only titles and spacing added. All labels, arrows, the 4-by-2 alignment table, and three charts are native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e694e9441944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cb865c2aff42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604de7c56b41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122bb8cd4040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60c13b1ebd46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c3c3aa5c0449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1D3514-51F6-4AFD-9C7B-F72B80140758}"/>
              </a:ext>
            </a:extLst>
          </p:cNvPr>
          <p:cNvSpPr>
            <a:spLocks xmlns:a="http://schemas.openxmlformats.org/drawingml/2006/main" noGrp="1"/>
          </p:cNvSpPr>
          <p:nvPr>
            <p:ph type="title" idx="0"/>
          </p:nvPr>
        </p:nvSpPr>
        <p:spPr>
          <a:xfrm xmlns:a="http://schemas.openxmlformats.org/drawingml/2006/main">
            <a:off x="1143000" y="3425613"/>
            <a:ext cx="9144000" cy="13097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500" b="1">
                <a:solidFill>
                  <a:schemeClr val="tx1"/>
                </a:solidFill>
                <a:latin typeface="+mj-lt"/>
                <a:ea typeface="+mj-lt"/>
                <a:cs typeface="+mj-lt"/>
              </a:defRPr>
            </a:defPPr>
            <a:lvl1pPr marL="0" indent="0" algn="ctr">
              <a:lnSpc>
                <a:spcPct val="110000"/>
              </a:lnSpc>
              <a:spcBef>
                <a:spcPts val="0"/>
              </a:spcBef>
              <a:spcAft>
                <a:spcPts val="0"/>
              </a:spcAft>
              <a:buNone/>
              <a:defRPr sz="4500" b="1">
                <a:solidFill>
                  <a:schemeClr val="tx1"/>
                </a:solidFill>
                <a:latin typeface="+mj-lt"/>
                <a:ea typeface="+mj-lt"/>
                <a:cs typeface="+mj-lt"/>
              </a:defRPr>
            </a:lvl1pPr>
            <a:lvl2pPr marL="0" indent="0" algn="ctr">
              <a:lnSpc>
                <a:spcPct val="110000"/>
              </a:lnSpc>
              <a:spcBef>
                <a:spcPts val="0"/>
              </a:spcBef>
              <a:spcAft>
                <a:spcPts val="0"/>
              </a:spcAft>
              <a:buNone/>
              <a:defRPr sz="4500" b="1">
                <a:solidFill>
                  <a:schemeClr val="tx1"/>
                </a:solidFill>
                <a:latin typeface="+mj-lt"/>
                <a:ea typeface="+mj-lt"/>
                <a:cs typeface="+mj-lt"/>
              </a:defRPr>
            </a:lvl2pPr>
            <a:lvl3pPr marL="0" indent="0" algn="ctr">
              <a:lnSpc>
                <a:spcPct val="110000"/>
              </a:lnSpc>
              <a:spcBef>
                <a:spcPts val="0"/>
              </a:spcBef>
              <a:spcAft>
                <a:spcPts val="0"/>
              </a:spcAft>
              <a:buNone/>
              <a:defRPr sz="4500" b="1">
                <a:solidFill>
                  <a:schemeClr val="tx1"/>
                </a:solidFill>
                <a:latin typeface="+mj-lt"/>
                <a:ea typeface="+mj-lt"/>
                <a:cs typeface="+mj-lt"/>
              </a:defRPr>
            </a:lvl3pPr>
            <a:lvl4pPr marL="0" indent="0" algn="ctr">
              <a:lnSpc>
                <a:spcPct val="110000"/>
              </a:lnSpc>
              <a:spcBef>
                <a:spcPts val="0"/>
              </a:spcBef>
              <a:spcAft>
                <a:spcPts val="0"/>
              </a:spcAft>
              <a:buNone/>
              <a:defRPr sz="4500" b="1">
                <a:solidFill>
                  <a:schemeClr val="tx1"/>
                </a:solidFill>
                <a:latin typeface="+mj-lt"/>
                <a:ea typeface="+mj-lt"/>
                <a:cs typeface="+mj-lt"/>
              </a:defRPr>
            </a:lvl4pPr>
            <a:lvl5pPr marL="0" indent="0" algn="ctr">
              <a:lnSpc>
                <a:spcPct val="110000"/>
              </a:lnSpc>
              <a:spcBef>
                <a:spcPts val="0"/>
              </a:spcBef>
              <a:spcAft>
                <a:spcPts val="0"/>
              </a:spcAft>
              <a:buNone/>
              <a:defRPr sz="4500" b="1">
                <a:solidFill>
                  <a:schemeClr val="tx1"/>
                </a:solidFill>
                <a:latin typeface="+mj-lt"/>
                <a:ea typeface="+mj-lt"/>
                <a:cs typeface="+mj-lt"/>
              </a:defRPr>
            </a:lvl5pPr>
            <a:lvl6pPr marL="0" indent="0" algn="ctr">
              <a:lnSpc>
                <a:spcPct val="110000"/>
              </a:lnSpc>
              <a:spcBef>
                <a:spcPts val="0"/>
              </a:spcBef>
              <a:spcAft>
                <a:spcPts val="0"/>
              </a:spcAft>
              <a:buNone/>
              <a:defRPr sz="4500" b="1">
                <a:solidFill>
                  <a:schemeClr val="tx1"/>
                </a:solidFill>
                <a:latin typeface="+mj-lt"/>
                <a:ea typeface="+mj-lt"/>
                <a:cs typeface="+mj-lt"/>
              </a:defRPr>
            </a:lvl6pPr>
            <a:lvl7pPr marL="0" indent="0" algn="ctr">
              <a:lnSpc>
                <a:spcPct val="110000"/>
              </a:lnSpc>
              <a:spcBef>
                <a:spcPts val="0"/>
              </a:spcBef>
              <a:spcAft>
                <a:spcPts val="0"/>
              </a:spcAft>
              <a:buNone/>
              <a:defRPr sz="4500" b="1">
                <a:solidFill>
                  <a:schemeClr val="tx1"/>
                </a:solidFill>
                <a:latin typeface="+mj-lt"/>
                <a:ea typeface="+mj-lt"/>
                <a:cs typeface="+mj-lt"/>
              </a:defRPr>
            </a:lvl7pPr>
            <a:lvl8pPr marL="0" indent="0" algn="ctr">
              <a:lnSpc>
                <a:spcPct val="110000"/>
              </a:lnSpc>
              <a:spcBef>
                <a:spcPts val="0"/>
              </a:spcBef>
              <a:spcAft>
                <a:spcPts val="0"/>
              </a:spcAft>
              <a:buNone/>
              <a:defRPr sz="4500" b="1">
                <a:solidFill>
                  <a:schemeClr val="tx1"/>
                </a:solidFill>
                <a:latin typeface="+mj-lt"/>
                <a:ea typeface="+mj-lt"/>
                <a:cs typeface="+mj-lt"/>
              </a:defRPr>
            </a:lvl8pPr>
            <a:lvl9pPr marL="0" indent="0" algn="ctr">
              <a:lnSpc>
                <a:spcPct val="110000"/>
              </a:lnSpc>
              <a:spcBef>
                <a:spcPts val="0"/>
              </a:spcBef>
              <a:spcAft>
                <a:spcPts val="0"/>
              </a:spcAft>
              <a:buNone/>
              <a:defRPr sz="45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E403D6-BCF6-46E7-9FB9-67082773BDB8}"/>
              </a:ext>
            </a:extLst>
          </p:cNvPr>
          <p:cNvSpPr>
            <a:spLocks xmlns:a="http://schemas.openxmlformats.org/drawingml/2006/main" noGrp="1"/>
          </p:cNvSpPr>
          <p:nvPr>
            <p:ph type="subTitle" idx="1"/>
          </p:nvPr>
        </p:nvSpPr>
        <p:spPr>
          <a:xfrm xmlns:a="http://schemas.openxmlformats.org/drawingml/2006/main">
            <a:off x="1714500" y="4987290"/>
            <a:ext cx="8001000" cy="10075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69" b="0">
                <a:solidFill>
                  <a:schemeClr val="tx1"/>
                </a:solidFill>
                <a:latin typeface="+mn-lt"/>
                <a:ea typeface="+mn-lt"/>
                <a:cs typeface="+mn-lt"/>
              </a:defRPr>
            </a:defPPr>
            <a:lvl1pPr marL="0" indent="0" algn="ctr">
              <a:lnSpc>
                <a:spcPct val="110000"/>
              </a:lnSpc>
              <a:spcBef>
                <a:spcPts val="0"/>
              </a:spcBef>
              <a:spcAft>
                <a:spcPts val="0"/>
              </a:spcAft>
              <a:buNone/>
              <a:defRPr sz="1969" b="0">
                <a:solidFill>
                  <a:schemeClr val="tx1"/>
                </a:solidFill>
                <a:latin typeface="+mn-lt"/>
                <a:ea typeface="+mn-lt"/>
                <a:cs typeface="+mn-lt"/>
              </a:defRPr>
            </a:lvl1pPr>
            <a:lvl2pPr marL="0" indent="0" algn="ctr">
              <a:lnSpc>
                <a:spcPct val="110000"/>
              </a:lnSpc>
              <a:spcBef>
                <a:spcPts val="0"/>
              </a:spcBef>
              <a:spcAft>
                <a:spcPts val="0"/>
              </a:spcAft>
              <a:buNone/>
              <a:defRPr sz="1969" b="0">
                <a:solidFill>
                  <a:schemeClr val="tx1"/>
                </a:solidFill>
                <a:latin typeface="+mn-lt"/>
                <a:ea typeface="+mn-lt"/>
                <a:cs typeface="+mn-lt"/>
              </a:defRPr>
            </a:lvl2pPr>
            <a:lvl3pPr marL="0" indent="0" algn="ctr">
              <a:lnSpc>
                <a:spcPct val="110000"/>
              </a:lnSpc>
              <a:spcBef>
                <a:spcPts val="0"/>
              </a:spcBef>
              <a:spcAft>
                <a:spcPts val="0"/>
              </a:spcAft>
              <a:buNone/>
              <a:defRPr sz="1969" b="0">
                <a:solidFill>
                  <a:schemeClr val="tx1"/>
                </a:solidFill>
                <a:latin typeface="+mn-lt"/>
                <a:ea typeface="+mn-lt"/>
                <a:cs typeface="+mn-lt"/>
              </a:defRPr>
            </a:lvl3pPr>
            <a:lvl4pPr marL="0" indent="0" algn="ctr">
              <a:lnSpc>
                <a:spcPct val="110000"/>
              </a:lnSpc>
              <a:spcBef>
                <a:spcPts val="0"/>
              </a:spcBef>
              <a:spcAft>
                <a:spcPts val="0"/>
              </a:spcAft>
              <a:buNone/>
              <a:defRPr sz="1969" b="0">
                <a:solidFill>
                  <a:schemeClr val="tx1"/>
                </a:solidFill>
                <a:latin typeface="+mn-lt"/>
                <a:ea typeface="+mn-lt"/>
                <a:cs typeface="+mn-lt"/>
              </a:defRPr>
            </a:lvl4pPr>
            <a:lvl5pPr marL="0" indent="0" algn="ctr">
              <a:lnSpc>
                <a:spcPct val="110000"/>
              </a:lnSpc>
              <a:spcBef>
                <a:spcPts val="0"/>
              </a:spcBef>
              <a:spcAft>
                <a:spcPts val="0"/>
              </a:spcAft>
              <a:buNone/>
              <a:defRPr sz="1969" b="0">
                <a:solidFill>
                  <a:schemeClr val="tx1"/>
                </a:solidFill>
                <a:latin typeface="+mn-lt"/>
                <a:ea typeface="+mn-lt"/>
                <a:cs typeface="+mn-lt"/>
              </a:defRPr>
            </a:lvl5pPr>
            <a:lvl6pPr marL="0" indent="0" algn="ctr">
              <a:lnSpc>
                <a:spcPct val="110000"/>
              </a:lnSpc>
              <a:spcBef>
                <a:spcPts val="0"/>
              </a:spcBef>
              <a:spcAft>
                <a:spcPts val="0"/>
              </a:spcAft>
              <a:buNone/>
              <a:defRPr sz="1969" b="0">
                <a:solidFill>
                  <a:schemeClr val="tx1"/>
                </a:solidFill>
                <a:latin typeface="+mn-lt"/>
                <a:ea typeface="+mn-lt"/>
                <a:cs typeface="+mn-lt"/>
              </a:defRPr>
            </a:lvl6pPr>
            <a:lvl7pPr marL="0" indent="0" algn="ctr">
              <a:lnSpc>
                <a:spcPct val="110000"/>
              </a:lnSpc>
              <a:spcBef>
                <a:spcPts val="0"/>
              </a:spcBef>
              <a:spcAft>
                <a:spcPts val="0"/>
              </a:spcAft>
              <a:buNone/>
              <a:defRPr sz="1969" b="0">
                <a:solidFill>
                  <a:schemeClr val="tx1"/>
                </a:solidFill>
                <a:latin typeface="+mn-lt"/>
                <a:ea typeface="+mn-lt"/>
                <a:cs typeface="+mn-lt"/>
              </a:defRPr>
            </a:lvl7pPr>
            <a:lvl8pPr marL="0" indent="0" algn="ctr">
              <a:lnSpc>
                <a:spcPct val="110000"/>
              </a:lnSpc>
              <a:spcBef>
                <a:spcPts val="0"/>
              </a:spcBef>
              <a:spcAft>
                <a:spcPts val="0"/>
              </a:spcAft>
              <a:buNone/>
              <a:defRPr sz="1969" b="0">
                <a:solidFill>
                  <a:schemeClr val="tx1"/>
                </a:solidFill>
                <a:latin typeface="+mn-lt"/>
                <a:ea typeface="+mn-lt"/>
                <a:cs typeface="+mn-lt"/>
              </a:defRPr>
            </a:lvl8pPr>
            <a:lvl9pPr marL="0" indent="0" algn="ctr">
              <a:lnSpc>
                <a:spcPct val="110000"/>
              </a:lnSpc>
              <a:spcBef>
                <a:spcPts val="0"/>
              </a:spcBef>
              <a:spcAft>
                <a:spcPts val="0"/>
              </a:spcAft>
              <a:buNone/>
              <a:defRPr sz="196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A99FDB-2D3D-441D-BF76-FE576A427A6B}"/>
              </a:ext>
            </a:extLst>
          </p:cNvPr>
          <p:cNvSpPr>
            <a:spLocks xmlns:a="http://schemas.openxmlformats.org/drawingml/2006/main" noGrp="1"/>
          </p:cNvSpPr>
          <p:nvPr>
            <p:ph type="title" idx="0"/>
          </p:nvPr>
        </p:nvSpPr>
        <p:spPr>
          <a:xfrm xmlns:a="http://schemas.openxmlformats.org/drawingml/2006/main">
            <a:off x="1143000" y="3778250"/>
            <a:ext cx="9144000" cy="1511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1">
                <a:solidFill>
                  <a:schemeClr val="tx1"/>
                </a:solidFill>
                <a:latin typeface="+mj-lt"/>
                <a:ea typeface="+mj-lt"/>
                <a:cs typeface="+mj-lt"/>
              </a:defRPr>
            </a:defPPr>
            <a:lvl1pPr marL="0" indent="0" algn="ctr">
              <a:lnSpc>
                <a:spcPct val="110000"/>
              </a:lnSpc>
              <a:spcBef>
                <a:spcPts val="0"/>
              </a:spcBef>
              <a:spcAft>
                <a:spcPts val="0"/>
              </a:spcAft>
              <a:buNone/>
              <a:defRPr sz="3938" b="1">
                <a:solidFill>
                  <a:schemeClr val="tx1"/>
                </a:solidFill>
                <a:latin typeface="+mj-lt"/>
                <a:ea typeface="+mj-lt"/>
                <a:cs typeface="+mj-lt"/>
              </a:defRPr>
            </a:lvl1pPr>
            <a:lvl2pPr marL="0" indent="0" algn="ctr">
              <a:lnSpc>
                <a:spcPct val="110000"/>
              </a:lnSpc>
              <a:spcBef>
                <a:spcPts val="0"/>
              </a:spcBef>
              <a:spcAft>
                <a:spcPts val="0"/>
              </a:spcAft>
              <a:buNone/>
              <a:defRPr sz="3938" b="1">
                <a:solidFill>
                  <a:schemeClr val="tx1"/>
                </a:solidFill>
                <a:latin typeface="+mj-lt"/>
                <a:ea typeface="+mj-lt"/>
                <a:cs typeface="+mj-lt"/>
              </a:defRPr>
            </a:lvl2pPr>
            <a:lvl3pPr marL="0" indent="0" algn="ctr">
              <a:lnSpc>
                <a:spcPct val="110000"/>
              </a:lnSpc>
              <a:spcBef>
                <a:spcPts val="0"/>
              </a:spcBef>
              <a:spcAft>
                <a:spcPts val="0"/>
              </a:spcAft>
              <a:buNone/>
              <a:defRPr sz="3938" b="1">
                <a:solidFill>
                  <a:schemeClr val="tx1"/>
                </a:solidFill>
                <a:latin typeface="+mj-lt"/>
                <a:ea typeface="+mj-lt"/>
                <a:cs typeface="+mj-lt"/>
              </a:defRPr>
            </a:lvl3pPr>
            <a:lvl4pPr marL="0" indent="0" algn="ctr">
              <a:lnSpc>
                <a:spcPct val="110000"/>
              </a:lnSpc>
              <a:spcBef>
                <a:spcPts val="0"/>
              </a:spcBef>
              <a:spcAft>
                <a:spcPts val="0"/>
              </a:spcAft>
              <a:buNone/>
              <a:defRPr sz="3938" b="1">
                <a:solidFill>
                  <a:schemeClr val="tx1"/>
                </a:solidFill>
                <a:latin typeface="+mj-lt"/>
                <a:ea typeface="+mj-lt"/>
                <a:cs typeface="+mj-lt"/>
              </a:defRPr>
            </a:lvl4pPr>
            <a:lvl5pPr marL="0" indent="0" algn="ctr">
              <a:lnSpc>
                <a:spcPct val="110000"/>
              </a:lnSpc>
              <a:spcBef>
                <a:spcPts val="0"/>
              </a:spcBef>
              <a:spcAft>
                <a:spcPts val="0"/>
              </a:spcAft>
              <a:buNone/>
              <a:defRPr sz="3938" b="1">
                <a:solidFill>
                  <a:schemeClr val="tx1"/>
                </a:solidFill>
                <a:latin typeface="+mj-lt"/>
                <a:ea typeface="+mj-lt"/>
                <a:cs typeface="+mj-lt"/>
              </a:defRPr>
            </a:lvl5pPr>
            <a:lvl6pPr marL="0" indent="0" algn="ctr">
              <a:lnSpc>
                <a:spcPct val="110000"/>
              </a:lnSpc>
              <a:spcBef>
                <a:spcPts val="0"/>
              </a:spcBef>
              <a:spcAft>
                <a:spcPts val="0"/>
              </a:spcAft>
              <a:buNone/>
              <a:defRPr sz="3938" b="1">
                <a:solidFill>
                  <a:schemeClr val="tx1"/>
                </a:solidFill>
                <a:latin typeface="+mj-lt"/>
                <a:ea typeface="+mj-lt"/>
                <a:cs typeface="+mj-lt"/>
              </a:defRPr>
            </a:lvl6pPr>
            <a:lvl7pPr marL="0" indent="0" algn="ctr">
              <a:lnSpc>
                <a:spcPct val="110000"/>
              </a:lnSpc>
              <a:spcBef>
                <a:spcPts val="0"/>
              </a:spcBef>
              <a:spcAft>
                <a:spcPts val="0"/>
              </a:spcAft>
              <a:buNone/>
              <a:defRPr sz="3938" b="1">
                <a:solidFill>
                  <a:schemeClr val="tx1"/>
                </a:solidFill>
                <a:latin typeface="+mj-lt"/>
                <a:ea typeface="+mj-lt"/>
                <a:cs typeface="+mj-lt"/>
              </a:defRPr>
            </a:lvl7pPr>
            <a:lvl8pPr marL="0" indent="0" algn="ctr">
              <a:lnSpc>
                <a:spcPct val="110000"/>
              </a:lnSpc>
              <a:spcBef>
                <a:spcPts val="0"/>
              </a:spcBef>
              <a:spcAft>
                <a:spcPts val="0"/>
              </a:spcAft>
              <a:buNone/>
              <a:defRPr sz="3938" b="1">
                <a:solidFill>
                  <a:schemeClr val="tx1"/>
                </a:solidFill>
                <a:latin typeface="+mj-lt"/>
                <a:ea typeface="+mj-lt"/>
                <a:cs typeface="+mj-lt"/>
              </a:defRPr>
            </a:lvl8pPr>
            <a:lvl9pPr marL="0" indent="0" algn="ctr">
              <a:lnSpc>
                <a:spcPct val="110000"/>
              </a:lnSpc>
              <a:spcBef>
                <a:spcPts val="0"/>
              </a:spcBef>
              <a:spcAft>
                <a:spcPts val="0"/>
              </a:spcAft>
              <a:buNone/>
              <a:defRPr sz="3938"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D91252-C569-4373-8647-859C6D9B20A4}"/>
              </a:ext>
            </a:extLst>
          </p:cNvPr>
          <p:cNvSpPr>
            <a:spLocks xmlns:a="http://schemas.openxmlformats.org/drawingml/2006/main" noGrp="1"/>
          </p:cNvSpPr>
          <p:nvPr>
            <p:ph type="title" idx="0"/>
          </p:nvPr>
        </p:nvSpPr>
        <p:spPr>
          <a:xfrm xmlns:a="http://schemas.openxmlformats.org/drawingml/2006/main">
            <a:off x="642938" y="705273"/>
            <a:ext cx="10144125" cy="11082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5941BD-D873-45BD-B372-A8B663489C59}"/>
              </a:ext>
            </a:extLst>
          </p:cNvPr>
          <p:cNvSpPr>
            <a:spLocks xmlns:a="http://schemas.openxmlformats.org/drawingml/2006/main" noGrp="1"/>
          </p:cNvSpPr>
          <p:nvPr>
            <p:ph type="body" idx="1"/>
          </p:nvPr>
        </p:nvSpPr>
        <p:spPr>
          <a:xfrm xmlns:a="http://schemas.openxmlformats.org/drawingml/2006/main">
            <a:off x="642938" y="2518833"/>
            <a:ext cx="10144125" cy="5642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gn="l">
              <a:lnSpc>
                <a:spcPct val="110000"/>
              </a:lnSpc>
              <a:spcBef>
                <a:spcPts val="0"/>
              </a:spcBef>
              <a:spcAft>
                <a:spcPts val="1125"/>
              </a:spcAft>
              <a:buChar char="•"/>
              <a:defRPr sz="2109" b="0">
                <a:solidFill>
                  <a:schemeClr val="tx1"/>
                </a:solidFill>
                <a:latin typeface="+mn-lt"/>
                <a:ea typeface="+mn-lt"/>
                <a:cs typeface="+mn-lt"/>
              </a:defRPr>
            </a:lvl1pPr>
            <a:lvl2pPr marL="500063" indent="-214312" algn="l">
              <a:lnSpc>
                <a:spcPct val="110000"/>
              </a:lnSpc>
              <a:spcBef>
                <a:spcPts val="0"/>
              </a:spcBef>
              <a:spcAft>
                <a:spcPts val="1125"/>
              </a:spcAft>
              <a:buChar char="•"/>
              <a:defRPr sz="2109" b="0">
                <a:solidFill>
                  <a:schemeClr val="tx1"/>
                </a:solidFill>
                <a:latin typeface="+mn-lt"/>
                <a:ea typeface="+mn-lt"/>
                <a:cs typeface="+mn-lt"/>
              </a:defRPr>
            </a:lvl2pPr>
            <a:lvl3pPr marL="785813" indent="-214312" algn="l">
              <a:lnSpc>
                <a:spcPct val="110000"/>
              </a:lnSpc>
              <a:spcBef>
                <a:spcPts val="0"/>
              </a:spcBef>
              <a:spcAft>
                <a:spcPts val="1125"/>
              </a:spcAft>
              <a:buChar char="•"/>
              <a:defRPr sz="2109" b="0">
                <a:solidFill>
                  <a:schemeClr val="tx1"/>
                </a:solidFill>
                <a:latin typeface="+mn-lt"/>
                <a:ea typeface="+mn-lt"/>
                <a:cs typeface="+mn-lt"/>
              </a:defRPr>
            </a:lvl3pPr>
            <a:lvl4pPr marL="1071563" indent="-214312" algn="l">
              <a:lnSpc>
                <a:spcPct val="110000"/>
              </a:lnSpc>
              <a:spcBef>
                <a:spcPts val="0"/>
              </a:spcBef>
              <a:spcAft>
                <a:spcPts val="1125"/>
              </a:spcAft>
              <a:buChar char="•"/>
              <a:defRPr sz="2109" b="0">
                <a:solidFill>
                  <a:schemeClr val="tx1"/>
                </a:solidFill>
                <a:latin typeface="+mn-lt"/>
                <a:ea typeface="+mn-lt"/>
                <a:cs typeface="+mn-lt"/>
              </a:defRPr>
            </a:lvl4pPr>
            <a:lvl5pPr marL="1357313" indent="-214312" algn="l">
              <a:lnSpc>
                <a:spcPct val="110000"/>
              </a:lnSpc>
              <a:spcBef>
                <a:spcPts val="0"/>
              </a:spcBef>
              <a:spcAft>
                <a:spcPts val="1125"/>
              </a:spcAft>
              <a:buChar char="•"/>
              <a:defRPr sz="2109" b="0">
                <a:solidFill>
                  <a:schemeClr val="tx1"/>
                </a:solidFill>
                <a:latin typeface="+mn-lt"/>
                <a:ea typeface="+mn-lt"/>
                <a:cs typeface="+mn-lt"/>
              </a:defRPr>
            </a:lvl5pPr>
            <a:lvl6pPr marL="1643063" indent="-214312" algn="l">
              <a:lnSpc>
                <a:spcPct val="110000"/>
              </a:lnSpc>
              <a:spcBef>
                <a:spcPts val="0"/>
              </a:spcBef>
              <a:spcAft>
                <a:spcPts val="1125"/>
              </a:spcAft>
              <a:buChar char="•"/>
              <a:defRPr sz="2109" b="0">
                <a:solidFill>
                  <a:schemeClr val="tx1"/>
                </a:solidFill>
                <a:latin typeface="+mn-lt"/>
                <a:ea typeface="+mn-lt"/>
                <a:cs typeface="+mn-lt"/>
              </a:defRPr>
            </a:lvl6pPr>
            <a:lvl7pPr marL="1928813" indent="-214312" algn="l">
              <a:lnSpc>
                <a:spcPct val="110000"/>
              </a:lnSpc>
              <a:spcBef>
                <a:spcPts val="0"/>
              </a:spcBef>
              <a:spcAft>
                <a:spcPts val="1125"/>
              </a:spcAft>
              <a:buChar char="•"/>
              <a:defRPr sz="2109" b="0">
                <a:solidFill>
                  <a:schemeClr val="tx1"/>
                </a:solidFill>
                <a:latin typeface="+mn-lt"/>
                <a:ea typeface="+mn-lt"/>
                <a:cs typeface="+mn-lt"/>
              </a:defRPr>
            </a:lvl7pPr>
            <a:lvl8pPr marL="2214563" indent="-214312" algn="l">
              <a:lnSpc>
                <a:spcPct val="110000"/>
              </a:lnSpc>
              <a:spcBef>
                <a:spcPts val="0"/>
              </a:spcBef>
              <a:spcAft>
                <a:spcPts val="1125"/>
              </a:spcAft>
              <a:buChar char="•"/>
              <a:defRPr sz="2109" b="0">
                <a:solidFill>
                  <a:schemeClr val="tx1"/>
                </a:solidFill>
                <a:latin typeface="+mn-lt"/>
                <a:ea typeface="+mn-lt"/>
                <a:cs typeface="+mn-lt"/>
              </a:defRPr>
            </a:lvl8pPr>
            <a:lvl9pPr marL="2500313" indent="-214312" algn="l">
              <a:lnSpc>
                <a:spcPct val="110000"/>
              </a:lnSpc>
              <a:spcBef>
                <a:spcPts val="0"/>
              </a:spcBef>
              <a:spcAft>
                <a:spcPts val="1125"/>
              </a:spcAft>
              <a:buChar char="•"/>
              <a:defRPr sz="2109"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517F76-54DD-4663-ACBB-715FF895956A}"/>
              </a:ext>
            </a:extLst>
          </p:cNvPr>
          <p:cNvSpPr>
            <a:spLocks xmlns:a="http://schemas.openxmlformats.org/drawingml/2006/main" noGrp="1"/>
          </p:cNvSpPr>
          <p:nvPr>
            <p:ph type="title" idx="0"/>
          </p:nvPr>
        </p:nvSpPr>
        <p:spPr>
          <a:xfrm xmlns:a="http://schemas.openxmlformats.org/drawingml/2006/main">
            <a:off x="642938" y="705273"/>
            <a:ext cx="10144125" cy="11082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48DD6D-04A4-4CFF-8DE6-8D028A2F74BA}"/>
              </a:ext>
            </a:extLst>
          </p:cNvPr>
          <p:cNvSpPr>
            <a:spLocks xmlns:a="http://schemas.openxmlformats.org/drawingml/2006/main" noGrp="1"/>
          </p:cNvSpPr>
          <p:nvPr>
            <p:ph type="body" idx="1"/>
          </p:nvPr>
        </p:nvSpPr>
        <p:spPr>
          <a:xfrm xmlns:a="http://schemas.openxmlformats.org/drawingml/2006/main">
            <a:off x="642938" y="2518833"/>
            <a:ext cx="4714875" cy="5642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gn="l">
              <a:lnSpc>
                <a:spcPct val="110000"/>
              </a:lnSpc>
              <a:spcBef>
                <a:spcPts val="0"/>
              </a:spcBef>
              <a:spcAft>
                <a:spcPts val="1125"/>
              </a:spcAft>
              <a:buChar char="•"/>
              <a:defRPr sz="1969" b="0">
                <a:solidFill>
                  <a:schemeClr val="tx1"/>
                </a:solidFill>
                <a:latin typeface="+mn-lt"/>
                <a:ea typeface="+mn-lt"/>
                <a:cs typeface="+mn-lt"/>
              </a:defRPr>
            </a:lvl1pPr>
            <a:lvl2pPr marL="500063" indent="-214312" algn="l">
              <a:lnSpc>
                <a:spcPct val="110000"/>
              </a:lnSpc>
              <a:spcBef>
                <a:spcPts val="0"/>
              </a:spcBef>
              <a:spcAft>
                <a:spcPts val="1125"/>
              </a:spcAft>
              <a:buChar char="•"/>
              <a:defRPr sz="1969" b="0">
                <a:solidFill>
                  <a:schemeClr val="tx1"/>
                </a:solidFill>
                <a:latin typeface="+mn-lt"/>
                <a:ea typeface="+mn-lt"/>
                <a:cs typeface="+mn-lt"/>
              </a:defRPr>
            </a:lvl2pPr>
            <a:lvl3pPr marL="785813" indent="-214312" algn="l">
              <a:lnSpc>
                <a:spcPct val="110000"/>
              </a:lnSpc>
              <a:spcBef>
                <a:spcPts val="0"/>
              </a:spcBef>
              <a:spcAft>
                <a:spcPts val="1125"/>
              </a:spcAft>
              <a:buChar char="•"/>
              <a:defRPr sz="1969" b="0">
                <a:solidFill>
                  <a:schemeClr val="tx1"/>
                </a:solidFill>
                <a:latin typeface="+mn-lt"/>
                <a:ea typeface="+mn-lt"/>
                <a:cs typeface="+mn-lt"/>
              </a:defRPr>
            </a:lvl3pPr>
            <a:lvl4pPr marL="1071563" indent="-214312" algn="l">
              <a:lnSpc>
                <a:spcPct val="110000"/>
              </a:lnSpc>
              <a:spcBef>
                <a:spcPts val="0"/>
              </a:spcBef>
              <a:spcAft>
                <a:spcPts val="1125"/>
              </a:spcAft>
              <a:buChar char="•"/>
              <a:defRPr sz="1969" b="0">
                <a:solidFill>
                  <a:schemeClr val="tx1"/>
                </a:solidFill>
                <a:latin typeface="+mn-lt"/>
                <a:ea typeface="+mn-lt"/>
                <a:cs typeface="+mn-lt"/>
              </a:defRPr>
            </a:lvl4pPr>
            <a:lvl5pPr marL="1357313" indent="-214312" algn="l">
              <a:lnSpc>
                <a:spcPct val="110000"/>
              </a:lnSpc>
              <a:spcBef>
                <a:spcPts val="0"/>
              </a:spcBef>
              <a:spcAft>
                <a:spcPts val="1125"/>
              </a:spcAft>
              <a:buChar char="•"/>
              <a:defRPr sz="1969" b="0">
                <a:solidFill>
                  <a:schemeClr val="tx1"/>
                </a:solidFill>
                <a:latin typeface="+mn-lt"/>
                <a:ea typeface="+mn-lt"/>
                <a:cs typeface="+mn-lt"/>
              </a:defRPr>
            </a:lvl5pPr>
            <a:lvl6pPr marL="1643063" indent="-214312" algn="l">
              <a:lnSpc>
                <a:spcPct val="110000"/>
              </a:lnSpc>
              <a:spcBef>
                <a:spcPts val="0"/>
              </a:spcBef>
              <a:spcAft>
                <a:spcPts val="1125"/>
              </a:spcAft>
              <a:buChar char="•"/>
              <a:defRPr sz="1969" b="0">
                <a:solidFill>
                  <a:schemeClr val="tx1"/>
                </a:solidFill>
                <a:latin typeface="+mn-lt"/>
                <a:ea typeface="+mn-lt"/>
                <a:cs typeface="+mn-lt"/>
              </a:defRPr>
            </a:lvl6pPr>
            <a:lvl7pPr marL="1928813" indent="-214312" algn="l">
              <a:lnSpc>
                <a:spcPct val="110000"/>
              </a:lnSpc>
              <a:spcBef>
                <a:spcPts val="0"/>
              </a:spcBef>
              <a:spcAft>
                <a:spcPts val="1125"/>
              </a:spcAft>
              <a:buChar char="•"/>
              <a:defRPr sz="1969" b="0">
                <a:solidFill>
                  <a:schemeClr val="tx1"/>
                </a:solidFill>
                <a:latin typeface="+mn-lt"/>
                <a:ea typeface="+mn-lt"/>
                <a:cs typeface="+mn-lt"/>
              </a:defRPr>
            </a:lvl7pPr>
            <a:lvl8pPr marL="2214563" indent="-214312" algn="l">
              <a:lnSpc>
                <a:spcPct val="110000"/>
              </a:lnSpc>
              <a:spcBef>
                <a:spcPts val="0"/>
              </a:spcBef>
              <a:spcAft>
                <a:spcPts val="1125"/>
              </a:spcAft>
              <a:buChar char="•"/>
              <a:defRPr sz="1969" b="0">
                <a:solidFill>
                  <a:schemeClr val="tx1"/>
                </a:solidFill>
                <a:latin typeface="+mn-lt"/>
                <a:ea typeface="+mn-lt"/>
                <a:cs typeface="+mn-lt"/>
              </a:defRPr>
            </a:lvl8pPr>
            <a:lvl9pPr marL="2500313" indent="-214312" algn="l">
              <a:lnSpc>
                <a:spcPct val="110000"/>
              </a:lnSpc>
              <a:spcBef>
                <a:spcPts val="0"/>
              </a:spcBef>
              <a:spcAft>
                <a:spcPts val="1125"/>
              </a:spcAft>
              <a:buChar char="•"/>
              <a:defRPr sz="196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FF13FE-FA8E-45AF-9A9B-563A7F77BEF8}"/>
              </a:ext>
            </a:extLst>
          </p:cNvPr>
          <p:cNvSpPr>
            <a:spLocks xmlns:a="http://schemas.openxmlformats.org/drawingml/2006/main" noGrp="1"/>
          </p:cNvSpPr>
          <p:nvPr>
            <p:ph type="body" idx="2"/>
          </p:nvPr>
        </p:nvSpPr>
        <p:spPr>
          <a:xfrm xmlns:a="http://schemas.openxmlformats.org/drawingml/2006/main">
            <a:off x="6072188" y="2518833"/>
            <a:ext cx="4714875" cy="5642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gn="l">
              <a:lnSpc>
                <a:spcPct val="110000"/>
              </a:lnSpc>
              <a:spcBef>
                <a:spcPts val="0"/>
              </a:spcBef>
              <a:spcAft>
                <a:spcPts val="1125"/>
              </a:spcAft>
              <a:buChar char="•"/>
              <a:defRPr sz="1969" b="0">
                <a:solidFill>
                  <a:schemeClr val="tx1"/>
                </a:solidFill>
                <a:latin typeface="+mn-lt"/>
                <a:ea typeface="+mn-lt"/>
                <a:cs typeface="+mn-lt"/>
              </a:defRPr>
            </a:lvl1pPr>
            <a:lvl2pPr marL="500063" indent="-214312" algn="l">
              <a:lnSpc>
                <a:spcPct val="110000"/>
              </a:lnSpc>
              <a:spcBef>
                <a:spcPts val="0"/>
              </a:spcBef>
              <a:spcAft>
                <a:spcPts val="1125"/>
              </a:spcAft>
              <a:buChar char="•"/>
              <a:defRPr sz="1969" b="0">
                <a:solidFill>
                  <a:schemeClr val="tx1"/>
                </a:solidFill>
                <a:latin typeface="+mn-lt"/>
                <a:ea typeface="+mn-lt"/>
                <a:cs typeface="+mn-lt"/>
              </a:defRPr>
            </a:lvl2pPr>
            <a:lvl3pPr marL="785813" indent="-214312" algn="l">
              <a:lnSpc>
                <a:spcPct val="110000"/>
              </a:lnSpc>
              <a:spcBef>
                <a:spcPts val="0"/>
              </a:spcBef>
              <a:spcAft>
                <a:spcPts val="1125"/>
              </a:spcAft>
              <a:buChar char="•"/>
              <a:defRPr sz="1969" b="0">
                <a:solidFill>
                  <a:schemeClr val="tx1"/>
                </a:solidFill>
                <a:latin typeface="+mn-lt"/>
                <a:ea typeface="+mn-lt"/>
                <a:cs typeface="+mn-lt"/>
              </a:defRPr>
            </a:lvl3pPr>
            <a:lvl4pPr marL="1071563" indent="-214312" algn="l">
              <a:lnSpc>
                <a:spcPct val="110000"/>
              </a:lnSpc>
              <a:spcBef>
                <a:spcPts val="0"/>
              </a:spcBef>
              <a:spcAft>
                <a:spcPts val="1125"/>
              </a:spcAft>
              <a:buChar char="•"/>
              <a:defRPr sz="1969" b="0">
                <a:solidFill>
                  <a:schemeClr val="tx1"/>
                </a:solidFill>
                <a:latin typeface="+mn-lt"/>
                <a:ea typeface="+mn-lt"/>
                <a:cs typeface="+mn-lt"/>
              </a:defRPr>
            </a:lvl4pPr>
            <a:lvl5pPr marL="1357313" indent="-214312" algn="l">
              <a:lnSpc>
                <a:spcPct val="110000"/>
              </a:lnSpc>
              <a:spcBef>
                <a:spcPts val="0"/>
              </a:spcBef>
              <a:spcAft>
                <a:spcPts val="1125"/>
              </a:spcAft>
              <a:buChar char="•"/>
              <a:defRPr sz="1969" b="0">
                <a:solidFill>
                  <a:schemeClr val="tx1"/>
                </a:solidFill>
                <a:latin typeface="+mn-lt"/>
                <a:ea typeface="+mn-lt"/>
                <a:cs typeface="+mn-lt"/>
              </a:defRPr>
            </a:lvl5pPr>
            <a:lvl6pPr marL="1643063" indent="-214312" algn="l">
              <a:lnSpc>
                <a:spcPct val="110000"/>
              </a:lnSpc>
              <a:spcBef>
                <a:spcPts val="0"/>
              </a:spcBef>
              <a:spcAft>
                <a:spcPts val="1125"/>
              </a:spcAft>
              <a:buChar char="•"/>
              <a:defRPr sz="1969" b="0">
                <a:solidFill>
                  <a:schemeClr val="tx1"/>
                </a:solidFill>
                <a:latin typeface="+mn-lt"/>
                <a:ea typeface="+mn-lt"/>
                <a:cs typeface="+mn-lt"/>
              </a:defRPr>
            </a:lvl6pPr>
            <a:lvl7pPr marL="1928813" indent="-214312" algn="l">
              <a:lnSpc>
                <a:spcPct val="110000"/>
              </a:lnSpc>
              <a:spcBef>
                <a:spcPts val="0"/>
              </a:spcBef>
              <a:spcAft>
                <a:spcPts val="1125"/>
              </a:spcAft>
              <a:buChar char="•"/>
              <a:defRPr sz="1969" b="0">
                <a:solidFill>
                  <a:schemeClr val="tx1"/>
                </a:solidFill>
                <a:latin typeface="+mn-lt"/>
                <a:ea typeface="+mn-lt"/>
                <a:cs typeface="+mn-lt"/>
              </a:defRPr>
            </a:lvl7pPr>
            <a:lvl8pPr marL="2214563" indent="-214312" algn="l">
              <a:lnSpc>
                <a:spcPct val="110000"/>
              </a:lnSpc>
              <a:spcBef>
                <a:spcPts val="0"/>
              </a:spcBef>
              <a:spcAft>
                <a:spcPts val="1125"/>
              </a:spcAft>
              <a:buChar char="•"/>
              <a:defRPr sz="1969" b="0">
                <a:solidFill>
                  <a:schemeClr val="tx1"/>
                </a:solidFill>
                <a:latin typeface="+mn-lt"/>
                <a:ea typeface="+mn-lt"/>
                <a:cs typeface="+mn-lt"/>
              </a:defRPr>
            </a:lvl8pPr>
            <a:lvl9pPr marL="2500313" indent="-214312" algn="l">
              <a:lnSpc>
                <a:spcPct val="110000"/>
              </a:lnSpc>
              <a:spcBef>
                <a:spcPts val="0"/>
              </a:spcBef>
              <a:spcAft>
                <a:spcPts val="1125"/>
              </a:spcAft>
              <a:buChar char="•"/>
              <a:defRPr sz="196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10A589-083A-4813-A927-0071EDCE8F48}"/>
              </a:ext>
            </a:extLst>
          </p:cNvPr>
          <p:cNvSpPr>
            <a:spLocks xmlns:a="http://schemas.openxmlformats.org/drawingml/2006/main" noGrp="1"/>
          </p:cNvSpPr>
          <p:nvPr>
            <p:ph type="title" idx="0"/>
          </p:nvPr>
        </p:nvSpPr>
        <p:spPr>
          <a:xfrm xmlns:a="http://schemas.openxmlformats.org/drawingml/2006/main">
            <a:off x="642938" y="705273"/>
            <a:ext cx="10144125" cy="11082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58422E-C016-44B4-B838-6FD12BBB1A1A}"/>
              </a:ext>
            </a:extLst>
          </p:cNvPr>
          <p:cNvSpPr>
            <a:spLocks xmlns:a="http://schemas.openxmlformats.org/drawingml/2006/main" noGrp="1"/>
          </p:cNvSpPr>
          <p:nvPr>
            <p:ph type="body" idx="1"/>
          </p:nvPr>
        </p:nvSpPr>
        <p:spPr>
          <a:xfrm xmlns:a="http://schemas.openxmlformats.org/drawingml/2006/main">
            <a:off x="642938" y="2518833"/>
            <a:ext cx="4714875" cy="5642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gn="l">
              <a:lnSpc>
                <a:spcPct val="110000"/>
              </a:lnSpc>
              <a:spcBef>
                <a:spcPts val="0"/>
              </a:spcBef>
              <a:spcAft>
                <a:spcPts val="1125"/>
              </a:spcAft>
              <a:buChar char="•"/>
              <a:defRPr sz="2109" b="0">
                <a:solidFill>
                  <a:schemeClr val="tx1"/>
                </a:solidFill>
                <a:latin typeface="+mn-lt"/>
                <a:ea typeface="+mn-lt"/>
                <a:cs typeface="+mn-lt"/>
              </a:defRPr>
            </a:lvl1pPr>
            <a:lvl2pPr marL="500063" indent="-214312" algn="l">
              <a:lnSpc>
                <a:spcPct val="110000"/>
              </a:lnSpc>
              <a:spcBef>
                <a:spcPts val="0"/>
              </a:spcBef>
              <a:spcAft>
                <a:spcPts val="1125"/>
              </a:spcAft>
              <a:buChar char="•"/>
              <a:defRPr sz="2109" b="0">
                <a:solidFill>
                  <a:schemeClr val="tx1"/>
                </a:solidFill>
                <a:latin typeface="+mn-lt"/>
                <a:ea typeface="+mn-lt"/>
                <a:cs typeface="+mn-lt"/>
              </a:defRPr>
            </a:lvl2pPr>
            <a:lvl3pPr marL="785813" indent="-214312" algn="l">
              <a:lnSpc>
                <a:spcPct val="110000"/>
              </a:lnSpc>
              <a:spcBef>
                <a:spcPts val="0"/>
              </a:spcBef>
              <a:spcAft>
                <a:spcPts val="1125"/>
              </a:spcAft>
              <a:buChar char="•"/>
              <a:defRPr sz="2109" b="0">
                <a:solidFill>
                  <a:schemeClr val="tx1"/>
                </a:solidFill>
                <a:latin typeface="+mn-lt"/>
                <a:ea typeface="+mn-lt"/>
                <a:cs typeface="+mn-lt"/>
              </a:defRPr>
            </a:lvl3pPr>
            <a:lvl4pPr marL="1071563" indent="-214312" algn="l">
              <a:lnSpc>
                <a:spcPct val="110000"/>
              </a:lnSpc>
              <a:spcBef>
                <a:spcPts val="0"/>
              </a:spcBef>
              <a:spcAft>
                <a:spcPts val="1125"/>
              </a:spcAft>
              <a:buChar char="•"/>
              <a:defRPr sz="2109" b="0">
                <a:solidFill>
                  <a:schemeClr val="tx1"/>
                </a:solidFill>
                <a:latin typeface="+mn-lt"/>
                <a:ea typeface="+mn-lt"/>
                <a:cs typeface="+mn-lt"/>
              </a:defRPr>
            </a:lvl4pPr>
            <a:lvl5pPr marL="1357313" indent="-214312" algn="l">
              <a:lnSpc>
                <a:spcPct val="110000"/>
              </a:lnSpc>
              <a:spcBef>
                <a:spcPts val="0"/>
              </a:spcBef>
              <a:spcAft>
                <a:spcPts val="1125"/>
              </a:spcAft>
              <a:buChar char="•"/>
              <a:defRPr sz="2109" b="0">
                <a:solidFill>
                  <a:schemeClr val="tx1"/>
                </a:solidFill>
                <a:latin typeface="+mn-lt"/>
                <a:ea typeface="+mn-lt"/>
                <a:cs typeface="+mn-lt"/>
              </a:defRPr>
            </a:lvl5pPr>
            <a:lvl6pPr marL="1643063" indent="-214312" algn="l">
              <a:lnSpc>
                <a:spcPct val="110000"/>
              </a:lnSpc>
              <a:spcBef>
                <a:spcPts val="0"/>
              </a:spcBef>
              <a:spcAft>
                <a:spcPts val="1125"/>
              </a:spcAft>
              <a:buChar char="•"/>
              <a:defRPr sz="2109" b="0">
                <a:solidFill>
                  <a:schemeClr val="tx1"/>
                </a:solidFill>
                <a:latin typeface="+mn-lt"/>
                <a:ea typeface="+mn-lt"/>
                <a:cs typeface="+mn-lt"/>
              </a:defRPr>
            </a:lvl6pPr>
            <a:lvl7pPr marL="1928813" indent="-214312" algn="l">
              <a:lnSpc>
                <a:spcPct val="110000"/>
              </a:lnSpc>
              <a:spcBef>
                <a:spcPts val="0"/>
              </a:spcBef>
              <a:spcAft>
                <a:spcPts val="1125"/>
              </a:spcAft>
              <a:buChar char="•"/>
              <a:defRPr sz="2109" b="0">
                <a:solidFill>
                  <a:schemeClr val="tx1"/>
                </a:solidFill>
                <a:latin typeface="+mn-lt"/>
                <a:ea typeface="+mn-lt"/>
                <a:cs typeface="+mn-lt"/>
              </a:defRPr>
            </a:lvl7pPr>
            <a:lvl8pPr marL="2214563" indent="-214312" algn="l">
              <a:lnSpc>
                <a:spcPct val="110000"/>
              </a:lnSpc>
              <a:spcBef>
                <a:spcPts val="0"/>
              </a:spcBef>
              <a:spcAft>
                <a:spcPts val="1125"/>
              </a:spcAft>
              <a:buChar char="•"/>
              <a:defRPr sz="2109" b="0">
                <a:solidFill>
                  <a:schemeClr val="tx1"/>
                </a:solidFill>
                <a:latin typeface="+mn-lt"/>
                <a:ea typeface="+mn-lt"/>
                <a:cs typeface="+mn-lt"/>
              </a:defRPr>
            </a:lvl8pPr>
            <a:lvl9pPr marL="2500313" indent="-214312" algn="l">
              <a:lnSpc>
                <a:spcPct val="110000"/>
              </a:lnSpc>
              <a:spcBef>
                <a:spcPts val="0"/>
              </a:spcBef>
              <a:spcAft>
                <a:spcPts val="1125"/>
              </a:spcAft>
              <a:buChar char="•"/>
              <a:defRPr sz="2109"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84cb799d9643a0" /><Relationship Type="http://schemas.openxmlformats.org/officeDocument/2006/relationships/slideLayout" Target="/ppt/slideLayouts/slideLayout1.xml" Id="Rd8e709d60cad4d55" /><Relationship Type="http://schemas.openxmlformats.org/officeDocument/2006/relationships/slideLayout" Target="/ppt/slideLayouts/slideLayout2.xml" Id="Rccca490ec7b5464f" /><Relationship Type="http://schemas.openxmlformats.org/officeDocument/2006/relationships/slideLayout" Target="/ppt/slideLayouts/slideLayout3.xml" Id="R755bfca9839b4bc6" /><Relationship Type="http://schemas.openxmlformats.org/officeDocument/2006/relationships/slideLayout" Target="/ppt/slideLayouts/slideLayout4.xml" Id="R8ffc2991236444f4" /><Relationship Type="http://schemas.openxmlformats.org/officeDocument/2006/relationships/slideLayout" Target="/ppt/slideLayouts/slideLayout5.xml" Id="R3fcdf93979524930" /><Relationship Type="http://schemas.openxmlformats.org/officeDocument/2006/relationships/slideLayout" Target="/ppt/slideLayouts/slideLayout6.xml" Id="Rc8c6498e1e5d4b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e709d60cad4d55"/>
    <p:sldLayoutId xmlns:r="http://schemas.openxmlformats.org/officeDocument/2006/relationships" id="2147483650" r:id="Rccca490ec7b5464f"/>
    <p:sldLayoutId xmlns:r="http://schemas.openxmlformats.org/officeDocument/2006/relationships" id="2147483651" r:id="R755bfca9839b4bc6"/>
    <p:sldLayoutId xmlns:r="http://schemas.openxmlformats.org/officeDocument/2006/relationships" id="2147483652" r:id="R8ffc2991236444f4"/>
    <p:sldLayoutId xmlns:r="http://schemas.openxmlformats.org/officeDocument/2006/relationships" id="2147483653" r:id="R3fcdf93979524930"/>
    <p:sldLayoutId xmlns:r="http://schemas.openxmlformats.org/officeDocument/2006/relationships" id="2147483654" r:id="Rc8c6498e1e5d4b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ff455f0a6c46e2" /><Relationship Type="http://schemas.openxmlformats.org/officeDocument/2006/relationships/chart" Target="/ppt/slides/charts/chart1.xml" Id="Ra43cd45f60454da1" /><Relationship Type="http://schemas.openxmlformats.org/officeDocument/2006/relationships/chart" Target="/ppt/slides/charts/chart2.xml" Id="R197914073e9b4509" /><Relationship Type="http://schemas.openxmlformats.org/officeDocument/2006/relationships/chart" Target="/ppt/slides/charts/chart3.xml" Id="R51190b776eff4ee6" /><Relationship Type="http://schemas.openxmlformats.org/officeDocument/2006/relationships/notesSlide" Target="/ppt/notesSlides/notesSlide1.xml" Id="Re8471d10ddc749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rate (%)</c:v>
          </c:tx>
          <c:spPr>
            <a:solidFill xmlns:a="http://schemas.openxmlformats.org/drawingml/2006/main">
              <a:srgbClr val="7394A9"/>
            </a:solidFill>
            <a:ln xmlns:a="http://schemas.openxmlformats.org/drawingml/2006/main" w="0">
              <a:noFill/>
              <a:prstDash val="solid"/>
            </a:ln>
          </c:spPr>
          <c:invertIfNegative val="0"/>
          <c:dPt>
            <c:idx val="0"/>
            <c:invertIfNegative val="0"/>
            <c:spPr>
              <a:solidFill xmlns:a="http://schemas.openxmlformats.org/drawingml/2006/main">
                <a:srgbClr val="7394A9"/>
              </a:solidFill>
              <a:ln xmlns:a="http://schemas.openxmlformats.org/drawingml/2006/main" w="0">
                <a:noFill/>
                <a:prstDash val="solid"/>
              </a:ln>
            </c:spPr>
          </c:dPt>
          <c:dPt>
            <c:idx val="1"/>
            <c:invertIfNegative val="0"/>
            <c:spPr>
              <a:solidFill xmlns:a="http://schemas.openxmlformats.org/drawingml/2006/main">
                <a:srgbClr val="B7645C"/>
              </a:solidFill>
              <a:ln xmlns:a="http://schemas.openxmlformats.org/drawingml/2006/main" w="0">
                <a:noFill/>
                <a:prstDash val="solid"/>
              </a:ln>
            </c:spPr>
          </c:dPt>
          <c:dPt>
            <c:idx val="2"/>
            <c:invertIfNegative val="0"/>
            <c:spPr>
              <a:solidFill xmlns:a="http://schemas.openxmlformats.org/drawingml/2006/main">
                <a:srgbClr val="6F9189"/>
              </a:solidFill>
              <a:ln xmlns:a="http://schemas.openxmlformats.org/drawingml/2006/main" w="0">
                <a:noFill/>
                <a:prstDash val="solid"/>
              </a:ln>
            </c:spPr>
          </c:dPt>
          <c:cat>
            <c:strRef>
              <c:f>'Chart Data'!$A$2:$A$4</c:f>
              <c:strCache>
                <c:ptCount val="3"/>
                <c:pt idx="0">
                  <c:v>Left bar</c:v>
                </c:pt>
                <c:pt idx="1">
                  <c:v>Middle bar</c:v>
                </c:pt>
                <c:pt idx="2">
                  <c:v>Right bar</c:v>
                </c:pt>
              </c:strCache>
            </c:strRef>
          </c:cat>
          <c:val>
            <c:numRef>
              <c:f>'Chart Data'!$B$2:$B$4</c:f>
              <c:numCache>
                <c:formatCode>0</c:formatCode>
                <c:ptCount val="3"/>
                <c:pt idx="0">
                  <c:v>99</c:v>
                </c:pt>
                <c:pt idx="1">
                  <c:v>98</c:v>
                </c:pt>
                <c:pt idx="2">
                  <c:v>96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B3E4B"/>
                  </a:solidFill>
                  <a:latin typeface="Arial"/>
                  <a:ea typeface="Arial"/>
                  <a:cs typeface="Arial"/>
                </a:defRPr>
              </a:pPr>
            </a:p>
          </c:txPr>
          <c:dLblPos val="outEnd"/>
          <c:showLegendKey val="0"/>
          <c:showVal val="1"/>
          <c:showCatName val="0"/>
          <c:showSerName val="0"/>
          <c:showPercent val="0"/>
          <c:showBubbleSize val="0"/>
          <c:showLeaderLines val="0"/>
        </c:dLbls>
        <c:gapWidth val="36"/>
        <c:axId val="48650112"/>
        <c:axId val="48672768"/>
      </c:barChart>
      <c:catAx>
        <c:axId val="48650112"/>
        <c:scaling>
          <c:orientation val="minMax"/>
        </c:scaling>
        <c:delete val="1"/>
        <c:axPos val="b"/>
        <c:numFmt formatCode="General"/>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72768"/>
      </c:catAx>
      <c:valAx>
        <c:axId val="48672768"/>
        <c:scaling>
          <c:orientation val="minMax"/>
          <c:max val="110"/>
          <c:min val="0"/>
        </c:scaling>
        <c:delete val="1"/>
        <c:axPos val="l"/>
        <c:numFmt formatCode="0"/>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rate (%)</c:v>
          </c:tx>
          <c:spPr>
            <a:solidFill xmlns:a="http://schemas.openxmlformats.org/drawingml/2006/main">
              <a:srgbClr val="7394A9"/>
            </a:solidFill>
            <a:ln xmlns:a="http://schemas.openxmlformats.org/drawingml/2006/main" w="0">
              <a:noFill/>
              <a:prstDash val="solid"/>
            </a:ln>
          </c:spPr>
          <c:invertIfNegative val="0"/>
          <c:dPt>
            <c:idx val="0"/>
            <c:invertIfNegative val="0"/>
            <c:spPr>
              <a:solidFill xmlns:a="http://schemas.openxmlformats.org/drawingml/2006/main">
                <a:srgbClr val="7394A9"/>
              </a:solidFill>
              <a:ln xmlns:a="http://schemas.openxmlformats.org/drawingml/2006/main" w="0">
                <a:noFill/>
                <a:prstDash val="solid"/>
              </a:ln>
            </c:spPr>
          </c:dPt>
          <c:dPt>
            <c:idx val="1"/>
            <c:invertIfNegative val="0"/>
            <c:spPr>
              <a:solidFill xmlns:a="http://schemas.openxmlformats.org/drawingml/2006/main">
                <a:srgbClr val="B7645C"/>
              </a:solidFill>
              <a:ln xmlns:a="http://schemas.openxmlformats.org/drawingml/2006/main" w="0">
                <a:noFill/>
                <a:prstDash val="solid"/>
              </a:ln>
            </c:spPr>
          </c:dPt>
          <c:dPt>
            <c:idx val="2"/>
            <c:invertIfNegative val="0"/>
            <c:spPr>
              <a:solidFill xmlns:a="http://schemas.openxmlformats.org/drawingml/2006/main">
                <a:srgbClr val="6F9189"/>
              </a:solidFill>
              <a:ln xmlns:a="http://schemas.openxmlformats.org/drawingml/2006/main" w="0">
                <a:noFill/>
                <a:prstDash val="solid"/>
              </a:ln>
            </c:spPr>
          </c:dPt>
          <c:cat>
            <c:strRef>
              <c:f>'Chart Data'!$A$2:$A$4</c:f>
              <c:strCache>
                <c:ptCount val="3"/>
                <c:pt idx="0">
                  <c:v>Left bar</c:v>
                </c:pt>
                <c:pt idx="1">
                  <c:v>Middle bar</c:v>
                </c:pt>
                <c:pt idx="2">
                  <c:v>Right bar</c:v>
                </c:pt>
              </c:strCache>
            </c:strRef>
          </c:cat>
          <c:val>
            <c:numRef>
              <c:f>'Chart Data'!$B$2:$B$4</c:f>
              <c:numCache>
                <c:formatCode>0</c:formatCode>
                <c:ptCount val="3"/>
                <c:pt idx="0">
                  <c:v>23</c:v>
                </c:pt>
                <c:pt idx="1">
                  <c:v>16</c:v>
                </c:pt>
                <c:pt idx="2">
                  <c:v>32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B3E4B"/>
                  </a:solidFill>
                  <a:latin typeface="Arial"/>
                  <a:ea typeface="Arial"/>
                  <a:cs typeface="Arial"/>
                </a:defRPr>
              </a:pPr>
            </a:p>
          </c:txPr>
          <c:dLblPos val="outEnd"/>
          <c:showLegendKey val="0"/>
          <c:showVal val="1"/>
          <c:showCatName val="0"/>
          <c:showSerName val="0"/>
          <c:showPercent val="0"/>
          <c:showBubbleSize val="0"/>
          <c:showLeaderLines val="0"/>
        </c:dLbls>
        <c:gapWidth val="36"/>
        <c:axId val="48650112"/>
        <c:axId val="48672768"/>
      </c:barChart>
      <c:catAx>
        <c:axId val="48650112"/>
        <c:scaling>
          <c:orientation val="minMax"/>
        </c:scaling>
        <c:delete val="1"/>
        <c:axPos val="b"/>
        <c:numFmt formatCode="General"/>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72768"/>
      </c:catAx>
      <c:valAx>
        <c:axId val="48672768"/>
        <c:scaling>
          <c:orientation val="minMax"/>
          <c:max val="110"/>
          <c:min val="0"/>
        </c:scaling>
        <c:delete val="1"/>
        <c:axPos val="l"/>
        <c:numFmt formatCode="0"/>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rate (%)</c:v>
          </c:tx>
          <c:spPr>
            <a:solidFill xmlns:a="http://schemas.openxmlformats.org/drawingml/2006/main">
              <a:srgbClr val="7394A9"/>
            </a:solidFill>
            <a:ln xmlns:a="http://schemas.openxmlformats.org/drawingml/2006/main" w="0">
              <a:noFill/>
              <a:prstDash val="solid"/>
            </a:ln>
          </c:spPr>
          <c:invertIfNegative val="0"/>
          <c:dPt>
            <c:idx val="0"/>
            <c:invertIfNegative val="0"/>
            <c:spPr>
              <a:solidFill xmlns:a="http://schemas.openxmlformats.org/drawingml/2006/main">
                <a:srgbClr val="7394A9"/>
              </a:solidFill>
              <a:ln xmlns:a="http://schemas.openxmlformats.org/drawingml/2006/main" w="0">
                <a:noFill/>
                <a:prstDash val="solid"/>
              </a:ln>
            </c:spPr>
          </c:dPt>
          <c:dPt>
            <c:idx val="1"/>
            <c:invertIfNegative val="0"/>
            <c:spPr>
              <a:solidFill xmlns:a="http://schemas.openxmlformats.org/drawingml/2006/main">
                <a:srgbClr val="B7645C"/>
              </a:solidFill>
              <a:ln xmlns:a="http://schemas.openxmlformats.org/drawingml/2006/main" w="0">
                <a:noFill/>
                <a:prstDash val="solid"/>
              </a:ln>
            </c:spPr>
          </c:dPt>
          <c:dPt>
            <c:idx val="2"/>
            <c:invertIfNegative val="0"/>
            <c:spPr>
              <a:solidFill xmlns:a="http://schemas.openxmlformats.org/drawingml/2006/main">
                <a:srgbClr val="6F9189"/>
              </a:solidFill>
              <a:ln xmlns:a="http://schemas.openxmlformats.org/drawingml/2006/main" w="0">
                <a:noFill/>
                <a:prstDash val="solid"/>
              </a:ln>
            </c:spPr>
          </c:dPt>
          <c:cat>
            <c:strRef>
              <c:f>'Chart Data'!$A$2:$A$4</c:f>
              <c:strCache>
                <c:ptCount val="3"/>
                <c:pt idx="0">
                  <c:v>Left bar</c:v>
                </c:pt>
                <c:pt idx="1">
                  <c:v>Middle bar</c:v>
                </c:pt>
                <c:pt idx="2">
                  <c:v>Right bar</c:v>
                </c:pt>
              </c:strCache>
            </c:strRef>
          </c:cat>
          <c:val>
            <c:numRef>
              <c:f>'Chart Data'!$B$2:$B$4</c:f>
              <c:numCache>
                <c:formatCode>0</c:formatCode>
                <c:ptCount val="3"/>
                <c:pt idx="0">
                  <c:v>35</c:v>
                </c:pt>
                <c:pt idx="1">
                  <c:v>21</c:v>
                </c:pt>
                <c:pt idx="2">
                  <c:v>44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B3E4B"/>
                  </a:solidFill>
                  <a:latin typeface="Arial"/>
                  <a:ea typeface="Arial"/>
                  <a:cs typeface="Arial"/>
                </a:defRPr>
              </a:pPr>
            </a:p>
          </c:txPr>
          <c:dLblPos val="outEnd"/>
          <c:showLegendKey val="0"/>
          <c:showVal val="1"/>
          <c:showCatName val="0"/>
          <c:showSerName val="0"/>
          <c:showPercent val="0"/>
          <c:showBubbleSize val="0"/>
          <c:showLeaderLines val="0"/>
        </c:dLbls>
        <c:gapWidth val="36"/>
        <c:axId val="48650112"/>
        <c:axId val="48672768"/>
      </c:barChart>
      <c:catAx>
        <c:axId val="48650112"/>
        <c:scaling>
          <c:orientation val="minMax"/>
        </c:scaling>
        <c:delete val="1"/>
        <c:axPos val="b"/>
        <c:numFmt formatCode="General"/>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72768"/>
      </c:catAx>
      <c:valAx>
        <c:axId val="48672768"/>
        <c:scaling>
          <c:orientation val="minMax"/>
          <c:max val="110"/>
          <c:min val="0"/>
        </c:scaling>
        <c:delete val="1"/>
        <c:axPos val="l"/>
        <c:numFmt formatCode="0"/>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2B3E4B"/>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a)  Task-level supervision frame">
            <a:extLst xmlns:a="http://schemas.openxmlformats.org/drawingml/2006/main">
              <a:ext uri="{FF2B5EF4-FFF2-40B4-BE49-F238E27FC236}">
                <a16:creationId xmlns:a16="http://schemas.microsoft.com/office/drawing/2014/main" id="{CD741A13-8DEF-4CC5-A9D1-FC4CE4DBA052}"/>
              </a:ext>
            </a:extLst>
          </p:cNvPr>
          <p:cNvSpPr>
            <a:spLocks xmlns:a="http://schemas.openxmlformats.org/drawingml/2006/main" noGrp="1"/>
          </p:cNvSpPr>
          <p:nvPr/>
        </p:nvSpPr>
        <p:spPr>
          <a:xfrm xmlns:a="http://schemas.openxmlformats.org/drawingml/2006/main">
            <a:off x="152400" y="152400"/>
            <a:ext cx="11125200" cy="2743200"/>
          </a:xfrm>
          <a:prstGeom xmlns:a="http://schemas.openxmlformats.org/drawingml/2006/main" prst="roundRect">
            <a:avLst>
              <a:gd name="adj" fmla="val 5208"/>
            </a:avLst>
          </a:prstGeom>
          <a:solidFill xmlns:a="http://schemas.openxmlformats.org/drawingml/2006/main">
            <a:srgbClr val="FFFFFF"/>
          </a:solidFill>
          <a:ln xmlns:a="http://schemas.openxmlformats.org/drawingml/2006/main" w="13335">
            <a:solidFill>
              <a:srgbClr val="CFDDE0"/>
            </a:solidFill>
            <a:prstDash val="solid"/>
          </a:ln>
        </p:spPr>
      </p:sp>
      <p:sp>
        <p:nvSpPr>
          <p:cNvPr id="2" name="(a)  Task-level supervision">
            <a:extLst xmlns:a="http://schemas.openxmlformats.org/drawingml/2006/main">
              <a:ext uri="{FF2B5EF4-FFF2-40B4-BE49-F238E27FC236}">
                <a16:creationId xmlns:a16="http://schemas.microsoft.com/office/drawing/2014/main" id="{07332143-A566-4C32-AFA6-CB99730CECF6}"/>
              </a:ext>
            </a:extLst>
          </p:cNvPr>
          <p:cNvSpPr>
            <a:spLocks xmlns:a="http://schemas.openxmlformats.org/drawingml/2006/main" noGrp="1"/>
          </p:cNvSpPr>
          <p:nvPr/>
        </p:nvSpPr>
        <p:spPr>
          <a:xfrm xmlns:a="http://schemas.openxmlformats.org/drawingml/2006/main">
            <a:off x="476250" y="314325"/>
            <a:ext cx="1042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486C84"/>
                </a:solidFill>
                <a:latin typeface="Arial"/>
                <a:ea typeface="Arial"/>
                <a:cs typeface="Arial"/>
              </a:defRPr>
            </a:defPPr>
            <a:lvl1pPr algn="l">
              <a:defRPr sz="2400" b="1">
                <a:solidFill>
                  <a:srgbClr val="486C84"/>
                </a:solidFill>
                <a:latin typeface="Arial"/>
                <a:ea typeface="Arial"/>
                <a:cs typeface="Arial"/>
              </a:defRPr>
            </a:lvl1pPr>
            <a:lvl2pPr algn="l">
              <a:defRPr sz="2400" b="1">
                <a:solidFill>
                  <a:srgbClr val="486C84"/>
                </a:solidFill>
                <a:latin typeface="Arial"/>
                <a:ea typeface="Arial"/>
                <a:cs typeface="Arial"/>
              </a:defRPr>
            </a:lvl2pPr>
            <a:lvl3pPr algn="l">
              <a:defRPr sz="2400" b="1">
                <a:solidFill>
                  <a:srgbClr val="486C84"/>
                </a:solidFill>
                <a:latin typeface="Arial"/>
                <a:ea typeface="Arial"/>
                <a:cs typeface="Arial"/>
              </a:defRPr>
            </a:lvl3pPr>
            <a:lvl4pPr algn="l">
              <a:defRPr sz="2400" b="1">
                <a:solidFill>
                  <a:srgbClr val="486C84"/>
                </a:solidFill>
                <a:latin typeface="Arial"/>
                <a:ea typeface="Arial"/>
                <a:cs typeface="Arial"/>
              </a:defRPr>
            </a:lvl4pPr>
            <a:lvl5pPr algn="l">
              <a:defRPr sz="2400" b="1">
                <a:solidFill>
                  <a:srgbClr val="486C84"/>
                </a:solidFill>
                <a:latin typeface="Arial"/>
                <a:ea typeface="Arial"/>
                <a:cs typeface="Arial"/>
              </a:defRPr>
            </a:lvl5pPr>
            <a:lvl6pPr algn="l">
              <a:defRPr sz="2400" b="1">
                <a:solidFill>
                  <a:srgbClr val="486C84"/>
                </a:solidFill>
                <a:latin typeface="Arial"/>
                <a:ea typeface="Arial"/>
                <a:cs typeface="Arial"/>
              </a:defRPr>
            </a:lvl6pPr>
            <a:lvl7pPr algn="l">
              <a:defRPr sz="2400" b="1">
                <a:solidFill>
                  <a:srgbClr val="486C84"/>
                </a:solidFill>
                <a:latin typeface="Arial"/>
                <a:ea typeface="Arial"/>
                <a:cs typeface="Arial"/>
              </a:defRPr>
            </a:lvl7pPr>
            <a:lvl8pPr algn="l">
              <a:defRPr sz="2400" b="1">
                <a:solidFill>
                  <a:srgbClr val="486C84"/>
                </a:solidFill>
                <a:latin typeface="Arial"/>
                <a:ea typeface="Arial"/>
                <a:cs typeface="Arial"/>
              </a:defRPr>
            </a:lvl8pPr>
            <a:lvl9pPr algn="l">
              <a:defRPr sz="2400" b="1">
                <a:solidFill>
                  <a:srgbClr val="486C84"/>
                </a:solidFill>
                <a:latin typeface="Arial"/>
                <a:ea typeface="Arial"/>
                <a:cs typeface="Arial"/>
              </a:defRPr>
            </a:lvl9pPr>
          </a:lstStyle>
          <a:p xmlns:a="http://schemas.openxmlformats.org/drawingml/2006/main">
            <a:pPr algn="l">
              <a:defRPr sz="2400" b="1">
                <a:solidFill>
                  <a:srgbClr val="486C84"/>
                </a:solidFill>
                <a:latin typeface="Arial"/>
                <a:ea typeface="Arial"/>
                <a:cs typeface="Arial"/>
              </a:defRPr>
            </a:pPr>
            <a:r>
              <a:rPr sz="2400" b="1">
                <a:solidFill>
                  <a:srgbClr val="486C84"/>
                </a:solidFill>
                <a:latin typeface="Arial"/>
                <a:ea typeface="Arial"/>
                <a:cs typeface="Arial"/>
              </a:rPr>
              <a:t>(a)  Task-level supervision</a:t>
            </a:r>
          </a:p>
        </p:txBody>
      </p:sp>
      <p:sp>
        <p:nvSpPr>
          <p:cNvPr id="3" name="(b)  Concatenated local instructions frame">
            <a:extLst xmlns:a="http://schemas.openxmlformats.org/drawingml/2006/main">
              <a:ext uri="{FF2B5EF4-FFF2-40B4-BE49-F238E27FC236}">
                <a16:creationId xmlns:a16="http://schemas.microsoft.com/office/drawing/2014/main" id="{E3931872-0D4D-4D0B-A444-8395B50FE364}"/>
              </a:ext>
            </a:extLst>
          </p:cNvPr>
          <p:cNvSpPr>
            <a:spLocks xmlns:a="http://schemas.openxmlformats.org/drawingml/2006/main" noGrp="1"/>
          </p:cNvSpPr>
          <p:nvPr/>
        </p:nvSpPr>
        <p:spPr>
          <a:xfrm xmlns:a="http://schemas.openxmlformats.org/drawingml/2006/main">
            <a:off x="152400" y="3048000"/>
            <a:ext cx="11125200" cy="2743200"/>
          </a:xfrm>
          <a:prstGeom xmlns:a="http://schemas.openxmlformats.org/drawingml/2006/main" prst="roundRect">
            <a:avLst>
              <a:gd name="adj" fmla="val 5208"/>
            </a:avLst>
          </a:prstGeom>
          <a:solidFill xmlns:a="http://schemas.openxmlformats.org/drawingml/2006/main">
            <a:srgbClr val="FFFFFF"/>
          </a:solidFill>
          <a:ln xmlns:a="http://schemas.openxmlformats.org/drawingml/2006/main" w="13335">
            <a:solidFill>
              <a:srgbClr val="CFDDE0"/>
            </a:solidFill>
            <a:prstDash val="solid"/>
          </a:ln>
        </p:spPr>
      </p:sp>
      <p:sp>
        <p:nvSpPr>
          <p:cNvPr id="4" name="(b)  Concatenated local instructions">
            <a:extLst xmlns:a="http://schemas.openxmlformats.org/drawingml/2006/main">
              <a:ext uri="{FF2B5EF4-FFF2-40B4-BE49-F238E27FC236}">
                <a16:creationId xmlns:a16="http://schemas.microsoft.com/office/drawing/2014/main" id="{D28BBBA0-E215-4057-9916-AE813AC3DD53}"/>
              </a:ext>
            </a:extLst>
          </p:cNvPr>
          <p:cNvSpPr>
            <a:spLocks xmlns:a="http://schemas.openxmlformats.org/drawingml/2006/main" noGrp="1"/>
          </p:cNvSpPr>
          <p:nvPr/>
        </p:nvSpPr>
        <p:spPr>
          <a:xfrm xmlns:a="http://schemas.openxmlformats.org/drawingml/2006/main">
            <a:off x="476250" y="3209925"/>
            <a:ext cx="1042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4F796F"/>
                </a:solidFill>
                <a:latin typeface="Arial"/>
                <a:ea typeface="Arial"/>
                <a:cs typeface="Arial"/>
              </a:defRPr>
            </a:defPPr>
            <a:lvl1pPr algn="l">
              <a:defRPr sz="2400" b="1">
                <a:solidFill>
                  <a:srgbClr val="4F796F"/>
                </a:solidFill>
                <a:latin typeface="Arial"/>
                <a:ea typeface="Arial"/>
                <a:cs typeface="Arial"/>
              </a:defRPr>
            </a:lvl1pPr>
            <a:lvl2pPr algn="l">
              <a:defRPr sz="2400" b="1">
                <a:solidFill>
                  <a:srgbClr val="4F796F"/>
                </a:solidFill>
                <a:latin typeface="Arial"/>
                <a:ea typeface="Arial"/>
                <a:cs typeface="Arial"/>
              </a:defRPr>
            </a:lvl2pPr>
            <a:lvl3pPr algn="l">
              <a:defRPr sz="2400" b="1">
                <a:solidFill>
                  <a:srgbClr val="4F796F"/>
                </a:solidFill>
                <a:latin typeface="Arial"/>
                <a:ea typeface="Arial"/>
                <a:cs typeface="Arial"/>
              </a:defRPr>
            </a:lvl3pPr>
            <a:lvl4pPr algn="l">
              <a:defRPr sz="2400" b="1">
                <a:solidFill>
                  <a:srgbClr val="4F796F"/>
                </a:solidFill>
                <a:latin typeface="Arial"/>
                <a:ea typeface="Arial"/>
                <a:cs typeface="Arial"/>
              </a:defRPr>
            </a:lvl4pPr>
            <a:lvl5pPr algn="l">
              <a:defRPr sz="2400" b="1">
                <a:solidFill>
                  <a:srgbClr val="4F796F"/>
                </a:solidFill>
                <a:latin typeface="Arial"/>
                <a:ea typeface="Arial"/>
                <a:cs typeface="Arial"/>
              </a:defRPr>
            </a:lvl5pPr>
            <a:lvl6pPr algn="l">
              <a:defRPr sz="2400" b="1">
                <a:solidFill>
                  <a:srgbClr val="4F796F"/>
                </a:solidFill>
                <a:latin typeface="Arial"/>
                <a:ea typeface="Arial"/>
                <a:cs typeface="Arial"/>
              </a:defRPr>
            </a:lvl6pPr>
            <a:lvl7pPr algn="l">
              <a:defRPr sz="2400" b="1">
                <a:solidFill>
                  <a:srgbClr val="4F796F"/>
                </a:solidFill>
                <a:latin typeface="Arial"/>
                <a:ea typeface="Arial"/>
                <a:cs typeface="Arial"/>
              </a:defRPr>
            </a:lvl7pPr>
            <a:lvl8pPr algn="l">
              <a:defRPr sz="2400" b="1">
                <a:solidFill>
                  <a:srgbClr val="4F796F"/>
                </a:solidFill>
                <a:latin typeface="Arial"/>
                <a:ea typeface="Arial"/>
                <a:cs typeface="Arial"/>
              </a:defRPr>
            </a:lvl8pPr>
            <a:lvl9pPr algn="l">
              <a:defRPr sz="2400" b="1">
                <a:solidFill>
                  <a:srgbClr val="4F796F"/>
                </a:solidFill>
                <a:latin typeface="Arial"/>
                <a:ea typeface="Arial"/>
                <a:cs typeface="Arial"/>
              </a:defRPr>
            </a:lvl9pPr>
          </a:lstStyle>
          <a:p xmlns:a="http://schemas.openxmlformats.org/drawingml/2006/main">
            <a:pPr algn="l">
              <a:defRPr sz="2400" b="1">
                <a:solidFill>
                  <a:srgbClr val="4F796F"/>
                </a:solidFill>
                <a:latin typeface="Arial"/>
                <a:ea typeface="Arial"/>
                <a:cs typeface="Arial"/>
              </a:defRPr>
            </a:pPr>
            <a:r>
              <a:rPr sz="2400" b="1">
                <a:solidFill>
                  <a:srgbClr val="4F796F"/>
                </a:solidFill>
                <a:latin typeface="Arial"/>
                <a:ea typeface="Arial"/>
                <a:cs typeface="Arial"/>
              </a:rPr>
              <a:t>(b)  Concatenated local instructions</a:t>
            </a:r>
          </a:p>
        </p:txBody>
      </p:sp>
      <p:sp>
        <p:nvSpPr>
          <p:cNvPr id="5" name="(c)  Action-aligned local supervision frame">
            <a:extLst xmlns:a="http://schemas.openxmlformats.org/drawingml/2006/main">
              <a:ext uri="{FF2B5EF4-FFF2-40B4-BE49-F238E27FC236}">
                <a16:creationId xmlns:a16="http://schemas.microsoft.com/office/drawing/2014/main" id="{93EC8DFE-8F99-4BE0-BC52-B0DC80EA0CC2}"/>
              </a:ext>
            </a:extLst>
          </p:cNvPr>
          <p:cNvSpPr>
            <a:spLocks xmlns:a="http://schemas.openxmlformats.org/drawingml/2006/main" noGrp="1"/>
          </p:cNvSpPr>
          <p:nvPr/>
        </p:nvSpPr>
        <p:spPr>
          <a:xfrm xmlns:a="http://schemas.openxmlformats.org/drawingml/2006/main">
            <a:off x="152400" y="5943600"/>
            <a:ext cx="11125200" cy="2971800"/>
          </a:xfrm>
          <a:prstGeom xmlns:a="http://schemas.openxmlformats.org/drawingml/2006/main" prst="roundRect">
            <a:avLst>
              <a:gd name="adj" fmla="val 4808"/>
            </a:avLst>
          </a:prstGeom>
          <a:solidFill xmlns:a="http://schemas.openxmlformats.org/drawingml/2006/main">
            <a:srgbClr val="FFFFFF"/>
          </a:solidFill>
          <a:ln xmlns:a="http://schemas.openxmlformats.org/drawingml/2006/main" w="13335">
            <a:solidFill>
              <a:srgbClr val="CFDDE0"/>
            </a:solidFill>
            <a:prstDash val="solid"/>
          </a:ln>
        </p:spPr>
      </p:sp>
      <p:sp>
        <p:nvSpPr>
          <p:cNvPr id="6" name="(c)  Action-aligned local supervision">
            <a:extLst xmlns:a="http://schemas.openxmlformats.org/drawingml/2006/main">
              <a:ext uri="{FF2B5EF4-FFF2-40B4-BE49-F238E27FC236}">
                <a16:creationId xmlns:a16="http://schemas.microsoft.com/office/drawing/2014/main" id="{90135A62-D99C-4843-91EE-50EED4BED170}"/>
              </a:ext>
            </a:extLst>
          </p:cNvPr>
          <p:cNvSpPr>
            <a:spLocks xmlns:a="http://schemas.openxmlformats.org/drawingml/2006/main" noGrp="1"/>
          </p:cNvSpPr>
          <p:nvPr/>
        </p:nvSpPr>
        <p:spPr>
          <a:xfrm xmlns:a="http://schemas.openxmlformats.org/drawingml/2006/main">
            <a:off x="476250" y="6105525"/>
            <a:ext cx="1042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896F55"/>
                </a:solidFill>
                <a:latin typeface="Arial"/>
                <a:ea typeface="Arial"/>
                <a:cs typeface="Arial"/>
              </a:defRPr>
            </a:defPPr>
            <a:lvl1pPr algn="l">
              <a:defRPr sz="2400" b="1">
                <a:solidFill>
                  <a:srgbClr val="896F55"/>
                </a:solidFill>
                <a:latin typeface="Arial"/>
                <a:ea typeface="Arial"/>
                <a:cs typeface="Arial"/>
              </a:defRPr>
            </a:lvl1pPr>
            <a:lvl2pPr algn="l">
              <a:defRPr sz="2400" b="1">
                <a:solidFill>
                  <a:srgbClr val="896F55"/>
                </a:solidFill>
                <a:latin typeface="Arial"/>
                <a:ea typeface="Arial"/>
                <a:cs typeface="Arial"/>
              </a:defRPr>
            </a:lvl2pPr>
            <a:lvl3pPr algn="l">
              <a:defRPr sz="2400" b="1">
                <a:solidFill>
                  <a:srgbClr val="896F55"/>
                </a:solidFill>
                <a:latin typeface="Arial"/>
                <a:ea typeface="Arial"/>
                <a:cs typeface="Arial"/>
              </a:defRPr>
            </a:lvl3pPr>
            <a:lvl4pPr algn="l">
              <a:defRPr sz="2400" b="1">
                <a:solidFill>
                  <a:srgbClr val="896F55"/>
                </a:solidFill>
                <a:latin typeface="Arial"/>
                <a:ea typeface="Arial"/>
                <a:cs typeface="Arial"/>
              </a:defRPr>
            </a:lvl4pPr>
            <a:lvl5pPr algn="l">
              <a:defRPr sz="2400" b="1">
                <a:solidFill>
                  <a:srgbClr val="896F55"/>
                </a:solidFill>
                <a:latin typeface="Arial"/>
                <a:ea typeface="Arial"/>
                <a:cs typeface="Arial"/>
              </a:defRPr>
            </a:lvl5pPr>
            <a:lvl6pPr algn="l">
              <a:defRPr sz="2400" b="1">
                <a:solidFill>
                  <a:srgbClr val="896F55"/>
                </a:solidFill>
                <a:latin typeface="Arial"/>
                <a:ea typeface="Arial"/>
                <a:cs typeface="Arial"/>
              </a:defRPr>
            </a:lvl6pPr>
            <a:lvl7pPr algn="l">
              <a:defRPr sz="2400" b="1">
                <a:solidFill>
                  <a:srgbClr val="896F55"/>
                </a:solidFill>
                <a:latin typeface="Arial"/>
                <a:ea typeface="Arial"/>
                <a:cs typeface="Arial"/>
              </a:defRPr>
            </a:lvl7pPr>
            <a:lvl8pPr algn="l">
              <a:defRPr sz="2400" b="1">
                <a:solidFill>
                  <a:srgbClr val="896F55"/>
                </a:solidFill>
                <a:latin typeface="Arial"/>
                <a:ea typeface="Arial"/>
                <a:cs typeface="Arial"/>
              </a:defRPr>
            </a:lvl8pPr>
            <a:lvl9pPr algn="l">
              <a:defRPr sz="2400" b="1">
                <a:solidFill>
                  <a:srgbClr val="896F55"/>
                </a:solidFill>
                <a:latin typeface="Arial"/>
                <a:ea typeface="Arial"/>
                <a:cs typeface="Arial"/>
              </a:defRPr>
            </a:lvl9pPr>
          </a:lstStyle>
          <a:p xmlns:a="http://schemas.openxmlformats.org/drawingml/2006/main">
            <a:pPr algn="l">
              <a:defRPr sz="2400" b="1">
                <a:solidFill>
                  <a:srgbClr val="896F55"/>
                </a:solidFill>
                <a:latin typeface="Arial"/>
                <a:ea typeface="Arial"/>
                <a:cs typeface="Arial"/>
              </a:defRPr>
            </a:pPr>
            <a:r>
              <a:rPr sz="2400" b="1">
                <a:solidFill>
                  <a:srgbClr val="896F55"/>
                </a:solidFill>
                <a:latin typeface="Arial"/>
                <a:ea typeface="Arial"/>
                <a:cs typeface="Arial"/>
              </a:rPr>
              <a:t>(c)  Action-aligned local supervision</a:t>
            </a:r>
          </a:p>
        </p:txBody>
      </p:sp>
      <p:sp>
        <p:nvSpPr>
          <p:cNvPr id="7" name="Task-level instruction">
            <a:extLst xmlns:a="http://schemas.openxmlformats.org/drawingml/2006/main">
              <a:ext uri="{FF2B5EF4-FFF2-40B4-BE49-F238E27FC236}">
                <a16:creationId xmlns:a16="http://schemas.microsoft.com/office/drawing/2014/main" id="{A6809E60-18A4-44A0-858E-57811CB453AD}"/>
              </a:ext>
            </a:extLst>
          </p:cNvPr>
          <p:cNvSpPr>
            <a:spLocks xmlns:a="http://schemas.openxmlformats.org/drawingml/2006/main" noGrp="1"/>
          </p:cNvSpPr>
          <p:nvPr/>
        </p:nvSpPr>
        <p:spPr>
          <a:xfrm xmlns:a="http://schemas.openxmlformats.org/drawingml/2006/main">
            <a:off x="495300" y="933450"/>
            <a:ext cx="6210300" cy="866775"/>
          </a:xfrm>
          <a:prstGeom xmlns:a="http://schemas.openxmlformats.org/drawingml/2006/main" prst="roundRect">
            <a:avLst>
              <a:gd name="adj" fmla="val 6593"/>
            </a:avLst>
          </a:prstGeom>
          <a:solidFill xmlns:a="http://schemas.openxmlformats.org/drawingml/2006/main">
            <a:srgbClr val="EEF5F2"/>
          </a:solidFill>
          <a:ln xmlns:a="http://schemas.openxmlformats.org/drawingml/2006/main" w="0">
            <a:noFill/>
            <a:prstDash val="solid"/>
          </a:ln>
        </p:spPr>
      </p:sp>
      <p:sp>
        <p:nvSpPr>
          <p:cNvPr id="8" name="Complete task instruction">
            <a:extLst xmlns:a="http://schemas.openxmlformats.org/drawingml/2006/main">
              <a:ext uri="{FF2B5EF4-FFF2-40B4-BE49-F238E27FC236}">
                <a16:creationId xmlns:a16="http://schemas.microsoft.com/office/drawing/2014/main" id="{8FF2DEE0-4850-41D7-AA77-D0BD32C32B03}"/>
              </a:ext>
            </a:extLst>
          </p:cNvPr>
          <p:cNvSpPr>
            <a:spLocks xmlns:a="http://schemas.openxmlformats.org/drawingml/2006/main" noGrp="1"/>
          </p:cNvSpPr>
          <p:nvPr/>
        </p:nvSpPr>
        <p:spPr>
          <a:xfrm xmlns:a="http://schemas.openxmlformats.org/drawingml/2006/main">
            <a:off x="657225" y="1019175"/>
            <a:ext cx="585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2B3E4B"/>
                </a:solidFill>
                <a:latin typeface="Arial"/>
                <a:ea typeface="Arial"/>
                <a:cs typeface="Arial"/>
              </a:defRPr>
            </a:defPPr>
            <a:lvl1pPr algn="l">
              <a:defRPr sz="2100" b="0">
                <a:solidFill>
                  <a:srgbClr val="2B3E4B"/>
                </a:solidFill>
                <a:latin typeface="Arial"/>
                <a:ea typeface="Arial"/>
                <a:cs typeface="Arial"/>
              </a:defRPr>
            </a:lvl1pPr>
            <a:lvl2pPr algn="l">
              <a:defRPr sz="2100" b="0">
                <a:solidFill>
                  <a:srgbClr val="2B3E4B"/>
                </a:solidFill>
                <a:latin typeface="Arial"/>
                <a:ea typeface="Arial"/>
                <a:cs typeface="Arial"/>
              </a:defRPr>
            </a:lvl2pPr>
            <a:lvl3pPr algn="l">
              <a:defRPr sz="2100" b="0">
                <a:solidFill>
                  <a:srgbClr val="2B3E4B"/>
                </a:solidFill>
                <a:latin typeface="Arial"/>
                <a:ea typeface="Arial"/>
                <a:cs typeface="Arial"/>
              </a:defRPr>
            </a:lvl3pPr>
            <a:lvl4pPr algn="l">
              <a:defRPr sz="2100" b="0">
                <a:solidFill>
                  <a:srgbClr val="2B3E4B"/>
                </a:solidFill>
                <a:latin typeface="Arial"/>
                <a:ea typeface="Arial"/>
                <a:cs typeface="Arial"/>
              </a:defRPr>
            </a:lvl4pPr>
            <a:lvl5pPr algn="l">
              <a:defRPr sz="2100" b="0">
                <a:solidFill>
                  <a:srgbClr val="2B3E4B"/>
                </a:solidFill>
                <a:latin typeface="Arial"/>
                <a:ea typeface="Arial"/>
                <a:cs typeface="Arial"/>
              </a:defRPr>
            </a:lvl5pPr>
            <a:lvl6pPr algn="l">
              <a:defRPr sz="2100" b="0">
                <a:solidFill>
                  <a:srgbClr val="2B3E4B"/>
                </a:solidFill>
                <a:latin typeface="Arial"/>
                <a:ea typeface="Arial"/>
                <a:cs typeface="Arial"/>
              </a:defRPr>
            </a:lvl6pPr>
            <a:lvl7pPr algn="l">
              <a:defRPr sz="2100" b="0">
                <a:solidFill>
                  <a:srgbClr val="2B3E4B"/>
                </a:solidFill>
                <a:latin typeface="Arial"/>
                <a:ea typeface="Arial"/>
                <a:cs typeface="Arial"/>
              </a:defRPr>
            </a:lvl7pPr>
            <a:lvl8pPr algn="l">
              <a:defRPr sz="2100" b="0">
                <a:solidFill>
                  <a:srgbClr val="2B3E4B"/>
                </a:solidFill>
                <a:latin typeface="Arial"/>
                <a:ea typeface="Arial"/>
                <a:cs typeface="Arial"/>
              </a:defRPr>
            </a:lvl8pPr>
            <a:lvl9pPr algn="l">
              <a:defRPr sz="2100" b="0">
                <a:solidFill>
                  <a:srgbClr val="2B3E4B"/>
                </a:solidFill>
                <a:latin typeface="Arial"/>
                <a:ea typeface="Arial"/>
                <a:cs typeface="Arial"/>
              </a:defRPr>
            </a:lvl9pPr>
          </a:lstStyle>
          <a:p xmlns:a="http://schemas.openxmlformats.org/drawingml/2006/main">
            <a:pPr algn="l">
              <a:defRPr sz="2100" b="0">
                <a:solidFill>
                  <a:srgbClr val="2B3E4B"/>
                </a:solidFill>
                <a:latin typeface="Arial"/>
                <a:ea typeface="Arial"/>
                <a:cs typeface="Arial"/>
              </a:defRPr>
            </a:pPr>
            <a:r>
              <a:rPr sz="2100" b="0">
                <a:solidFill>
                  <a:srgbClr val="2B3E4B"/>
                </a:solidFill>
                <a:latin typeface="Arial"/>
                <a:ea typeface="Arial"/>
                <a:cs typeface="Arial"/>
              </a:rPr>
              <a:t>Pick up the cup and place it</a:t>
            </a:r>
          </a:p>
          <a:p xmlns:a="http://schemas.openxmlformats.org/drawingml/2006/main">
            <a:pPr algn="l">
              <a:defRPr sz="2100" b="0">
                <a:solidFill>
                  <a:srgbClr val="2B3E4B"/>
                </a:solidFill>
                <a:latin typeface="Arial"/>
                <a:ea typeface="Arial"/>
                <a:cs typeface="Arial"/>
              </a:defRPr>
            </a:pPr>
            <a:r>
              <a:rPr sz="2100" b="0">
                <a:solidFill>
                  <a:srgbClr val="2B3E4B"/>
                </a:solidFill>
                <a:latin typeface="Arial"/>
                <a:ea typeface="Arial"/>
                <a:cs typeface="Arial"/>
              </a:rPr>
              <a:t>on the plate.</a:t>
            </a:r>
          </a:p>
        </p:txBody>
      </p:sp>
      <p:sp>
        <p:nvSpPr>
          <p:cNvPr id="9" name="Entire trajectory under task-level instruction">
            <a:extLst xmlns:a="http://schemas.openxmlformats.org/drawingml/2006/main">
              <a:ext uri="{FF2B5EF4-FFF2-40B4-BE49-F238E27FC236}">
                <a16:creationId xmlns:a16="http://schemas.microsoft.com/office/drawing/2014/main" id="{629DD3E0-8C48-4163-B5CF-269469CCE741}"/>
              </a:ext>
            </a:extLst>
          </p:cNvPr>
          <p:cNvSpPr>
            <a:spLocks xmlns:a="http://schemas.openxmlformats.org/drawingml/2006/main" noGrp="1"/>
          </p:cNvSpPr>
          <p:nvPr/>
        </p:nvSpPr>
        <p:spPr>
          <a:xfrm xmlns:a="http://schemas.openxmlformats.org/drawingml/2006/main">
            <a:off x="495300" y="1952625"/>
            <a:ext cx="6210300" cy="495300"/>
          </a:xfrm>
          <a:prstGeom xmlns:a="http://schemas.openxmlformats.org/drawingml/2006/main" prst="roundRect">
            <a:avLst>
              <a:gd name="adj" fmla="val 11538"/>
            </a:avLst>
          </a:prstGeom>
          <a:solidFill xmlns:a="http://schemas.openxmlformats.org/drawingml/2006/main">
            <a:srgbClr val="F9F3F3"/>
          </a:solidFill>
          <a:ln xmlns:a="http://schemas.openxmlformats.org/drawingml/2006/main" w="0">
            <a:noFill/>
            <a:prstDash val="solid"/>
          </a:ln>
        </p:spPr>
      </p:sp>
      <p:sp>
        <p:nvSpPr>
          <p:cNvPr id="10" name="Full action sequence A">
            <a:extLst xmlns:a="http://schemas.openxmlformats.org/drawingml/2006/main">
              <a:ext uri="{FF2B5EF4-FFF2-40B4-BE49-F238E27FC236}">
                <a16:creationId xmlns:a16="http://schemas.microsoft.com/office/drawing/2014/main" id="{AE7E4D1E-65D3-45D3-A196-BFBF55B82B82}"/>
              </a:ext>
            </a:extLst>
          </p:cNvPr>
          <p:cNvSpPr>
            <a:spLocks xmlns:a="http://schemas.openxmlformats.org/drawingml/2006/main" noGrp="1"/>
          </p:cNvSpPr>
          <p:nvPr/>
        </p:nvSpPr>
        <p:spPr>
          <a:xfrm xmlns:a="http://schemas.openxmlformats.org/drawingml/2006/main">
            <a:off x="657225" y="2000250"/>
            <a:ext cx="585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2B3E4B"/>
                </a:solidFill>
                <a:latin typeface="Arial"/>
                <a:ea typeface="Arial"/>
                <a:cs typeface="Arial"/>
              </a:defRPr>
            </a:defPPr>
            <a:lvl1pPr algn="l">
              <a:defRPr sz="2025" b="0">
                <a:solidFill>
                  <a:srgbClr val="2B3E4B"/>
                </a:solidFill>
                <a:latin typeface="Arial"/>
                <a:ea typeface="Arial"/>
                <a:cs typeface="Arial"/>
              </a:defRPr>
            </a:lvl1pPr>
            <a:lvl2pPr algn="l">
              <a:defRPr sz="2025" b="0">
                <a:solidFill>
                  <a:srgbClr val="2B3E4B"/>
                </a:solidFill>
                <a:latin typeface="Arial"/>
                <a:ea typeface="Arial"/>
                <a:cs typeface="Arial"/>
              </a:defRPr>
            </a:lvl2pPr>
            <a:lvl3pPr algn="l">
              <a:defRPr sz="2025" b="0">
                <a:solidFill>
                  <a:srgbClr val="2B3E4B"/>
                </a:solidFill>
                <a:latin typeface="Arial"/>
                <a:ea typeface="Arial"/>
                <a:cs typeface="Arial"/>
              </a:defRPr>
            </a:lvl3pPr>
            <a:lvl4pPr algn="l">
              <a:defRPr sz="2025" b="0">
                <a:solidFill>
                  <a:srgbClr val="2B3E4B"/>
                </a:solidFill>
                <a:latin typeface="Arial"/>
                <a:ea typeface="Arial"/>
                <a:cs typeface="Arial"/>
              </a:defRPr>
            </a:lvl4pPr>
            <a:lvl5pPr algn="l">
              <a:defRPr sz="2025" b="0">
                <a:solidFill>
                  <a:srgbClr val="2B3E4B"/>
                </a:solidFill>
                <a:latin typeface="Arial"/>
                <a:ea typeface="Arial"/>
                <a:cs typeface="Arial"/>
              </a:defRPr>
            </a:lvl5pPr>
            <a:lvl6pPr algn="l">
              <a:defRPr sz="2025" b="0">
                <a:solidFill>
                  <a:srgbClr val="2B3E4B"/>
                </a:solidFill>
                <a:latin typeface="Arial"/>
                <a:ea typeface="Arial"/>
                <a:cs typeface="Arial"/>
              </a:defRPr>
            </a:lvl6pPr>
            <a:lvl7pPr algn="l">
              <a:defRPr sz="2025" b="0">
                <a:solidFill>
                  <a:srgbClr val="2B3E4B"/>
                </a:solidFill>
                <a:latin typeface="Arial"/>
                <a:ea typeface="Arial"/>
                <a:cs typeface="Arial"/>
              </a:defRPr>
            </a:lvl7pPr>
            <a:lvl8pPr algn="l">
              <a:defRPr sz="2025" b="0">
                <a:solidFill>
                  <a:srgbClr val="2B3E4B"/>
                </a:solidFill>
                <a:latin typeface="Arial"/>
                <a:ea typeface="Arial"/>
                <a:cs typeface="Arial"/>
              </a:defRPr>
            </a:lvl8pPr>
            <a:lvl9pPr algn="l">
              <a:defRPr sz="2025" b="0">
                <a:solidFill>
                  <a:srgbClr val="2B3E4B"/>
                </a:solidFill>
                <a:latin typeface="Arial"/>
                <a:ea typeface="Arial"/>
                <a:cs typeface="Arial"/>
              </a:defRPr>
            </a:lvl9pPr>
          </a:lstStyle>
          <a:p xmlns:a="http://schemas.openxmlformats.org/drawingml/2006/main">
            <a:pPr algn="l">
              <a:defRPr sz="2025" b="0">
                <a:solidFill>
                  <a:srgbClr val="2B3E4B"/>
                </a:solidFill>
                <a:latin typeface="Arial"/>
                <a:ea typeface="Arial"/>
                <a:cs typeface="Arial"/>
              </a:defRPr>
            </a:pPr>
            <a:r>
              <a:rPr sz="2025" b="0">
                <a:solidFill>
                  <a:srgbClr val="2B3E4B"/>
                </a:solidFill>
                <a:latin typeface="Arial"/>
                <a:ea typeface="Arial"/>
                <a:cs typeface="Arial"/>
              </a:rPr>
              <a:t>[a1, a2, a3, a4, a5, a6, a7, a8]</a:t>
            </a:r>
          </a:p>
        </p:txBody>
      </p:sp>
      <p:cxnSp>
        <p:nvCxnSpPr>
          <p:cNvPr id="11" name="Editable supervision-to-outcome arrow">
            <a:extLst xmlns:a="http://schemas.openxmlformats.org/drawingml/2006/main">
              <a:ext uri="{FF2B5EF4-FFF2-40B4-BE49-F238E27FC236}">
                <a16:creationId xmlns:a16="http://schemas.microsoft.com/office/drawing/2014/main" id="{5E3C90E6-AB2E-4013-9361-F863D34C450A}"/>
              </a:ext>
            </a:extLst>
          </p:cNvPr>
          <p:cNvCxnSpPr/>
          <p:nvPr/>
        </p:nvCxnSpPr>
        <p:spPr>
          <a:xfrm xmlns:a="http://schemas.openxmlformats.org/drawingml/2006/main">
            <a:off x="7010400" y="1695450"/>
            <a:ext cx="819150" cy="0"/>
          </a:xfrm>
          <a:prstGeom xmlns:a="http://schemas.openxmlformats.org/drawingml/2006/main" prst="straightConnector1">
            <a:avLst/>
          </a:prstGeom>
          <a:ln xmlns:a="http://schemas.openxmlformats.org/drawingml/2006/main" w="23813">
            <a:solidFill>
              <a:srgbClr val="486C84"/>
            </a:solidFill>
            <a:prstDash val="solid"/>
            <a:tailEnd type="arrow" w="med" len="med"/>
          </a:ln>
        </p:spPr>
      </p:cxnSp>
      <p:graphicFrame>
        <p:nvGraphicFramePr>
          <p:cNvPr id="12" name="Chart">
            <a:extLst xmlns:a="http://schemas.openxmlformats.org/drawingml/2006/main">
              <a:ext uri="{FF2B5EF4-FFF2-40B4-BE49-F238E27FC236}">
                <a16:creationId xmlns:a16="http://schemas.microsoft.com/office/drawing/2014/main" id="{0608C0FA-A179-4364-AF8B-31678CE8DF74}"/>
              </a:ext>
            </a:extLst>
          </p:cNvPr>
          <p:cNvGraphicFramePr/>
          <p:nvPr/>
        </p:nvGraphicFramePr>
        <p:xfrm>
          <a:off xmlns:a="http://schemas.openxmlformats.org/drawingml/2006/main" x="8058150" y="781050"/>
          <a:ext xmlns:a="http://schemas.openxmlformats.org/drawingml/2006/main" cx="2857500" cy="1924050"/>
        </p:xfrm>
        <a:graphic xmlns:a="http://schemas.openxmlformats.org/drawingml/2006/main">
          <a:graphicData uri="http://schemas.openxmlformats.org/drawingml/2006/chart">
            <c:chart xmlns:r="http://schemas.openxmlformats.org/officeDocument/2006/relationships" xmlns:c="http://schemas.openxmlformats.org/drawingml/2006/chart" r:id="Ra43cd45f60454da1"/>
          </a:graphicData>
        </a:graphic>
      </p:graphicFrame>
      <p:sp>
        <p:nvSpPr>
          <p:cNvPr id="13" name="Concatenated local instructions">
            <a:extLst xmlns:a="http://schemas.openxmlformats.org/drawingml/2006/main">
              <a:ext uri="{FF2B5EF4-FFF2-40B4-BE49-F238E27FC236}">
                <a16:creationId xmlns:a16="http://schemas.microsoft.com/office/drawing/2014/main" id="{1CDD3813-5B38-45F2-B6EE-04C07ABD88FF}"/>
              </a:ext>
            </a:extLst>
          </p:cNvPr>
          <p:cNvSpPr>
            <a:spLocks xmlns:a="http://schemas.openxmlformats.org/drawingml/2006/main" noGrp="1"/>
          </p:cNvSpPr>
          <p:nvPr/>
        </p:nvSpPr>
        <p:spPr>
          <a:xfrm xmlns:a="http://schemas.openxmlformats.org/drawingml/2006/main">
            <a:off x="495300" y="3819525"/>
            <a:ext cx="6210300" cy="1257300"/>
          </a:xfrm>
          <a:prstGeom xmlns:a="http://schemas.openxmlformats.org/drawingml/2006/main" prst="roundRect">
            <a:avLst>
              <a:gd name="adj" fmla="val 4545"/>
            </a:avLst>
          </a:prstGeom>
          <a:solidFill xmlns:a="http://schemas.openxmlformats.org/drawingml/2006/main">
            <a:srgbClr val="EEF5F2"/>
          </a:solidFill>
          <a:ln xmlns:a="http://schemas.openxmlformats.org/drawingml/2006/main" w="0">
            <a:noFill/>
            <a:prstDash val="solid"/>
          </a:ln>
        </p:spPr>
      </p:sp>
      <p:sp>
        <p:nvSpPr>
          <p:cNvPr id="14" name="Local instructions concatenated for the complete trajectory">
            <a:extLst xmlns:a="http://schemas.openxmlformats.org/drawingml/2006/main">
              <a:ext uri="{FF2B5EF4-FFF2-40B4-BE49-F238E27FC236}">
                <a16:creationId xmlns:a16="http://schemas.microsoft.com/office/drawing/2014/main" id="{B549B84C-A552-4748-817B-3385BCABD819}"/>
              </a:ext>
            </a:extLst>
          </p:cNvPr>
          <p:cNvSpPr>
            <a:spLocks xmlns:a="http://schemas.openxmlformats.org/drawingml/2006/main" noGrp="1"/>
          </p:cNvSpPr>
          <p:nvPr/>
        </p:nvSpPr>
        <p:spPr>
          <a:xfrm xmlns:a="http://schemas.openxmlformats.org/drawingml/2006/main">
            <a:off x="657225" y="3905250"/>
            <a:ext cx="58578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2B3E4B"/>
                </a:solidFill>
                <a:latin typeface="Arial"/>
                <a:ea typeface="Arial"/>
                <a:cs typeface="Arial"/>
              </a:defRPr>
            </a:defPPr>
            <a:lvl1pPr algn="l">
              <a:defRPr sz="2100" b="0">
                <a:solidFill>
                  <a:srgbClr val="2B3E4B"/>
                </a:solidFill>
                <a:latin typeface="Arial"/>
                <a:ea typeface="Arial"/>
                <a:cs typeface="Arial"/>
              </a:defRPr>
            </a:lvl1pPr>
            <a:lvl2pPr algn="l">
              <a:defRPr sz="2100" b="0">
                <a:solidFill>
                  <a:srgbClr val="2B3E4B"/>
                </a:solidFill>
                <a:latin typeface="Arial"/>
                <a:ea typeface="Arial"/>
                <a:cs typeface="Arial"/>
              </a:defRPr>
            </a:lvl2pPr>
            <a:lvl3pPr algn="l">
              <a:defRPr sz="2100" b="0">
                <a:solidFill>
                  <a:srgbClr val="2B3E4B"/>
                </a:solidFill>
                <a:latin typeface="Arial"/>
                <a:ea typeface="Arial"/>
                <a:cs typeface="Arial"/>
              </a:defRPr>
            </a:lvl3pPr>
            <a:lvl4pPr algn="l">
              <a:defRPr sz="2100" b="0">
                <a:solidFill>
                  <a:srgbClr val="2B3E4B"/>
                </a:solidFill>
                <a:latin typeface="Arial"/>
                <a:ea typeface="Arial"/>
                <a:cs typeface="Arial"/>
              </a:defRPr>
            </a:lvl4pPr>
            <a:lvl5pPr algn="l">
              <a:defRPr sz="2100" b="0">
                <a:solidFill>
                  <a:srgbClr val="2B3E4B"/>
                </a:solidFill>
                <a:latin typeface="Arial"/>
                <a:ea typeface="Arial"/>
                <a:cs typeface="Arial"/>
              </a:defRPr>
            </a:lvl5pPr>
            <a:lvl6pPr algn="l">
              <a:defRPr sz="2100" b="0">
                <a:solidFill>
                  <a:srgbClr val="2B3E4B"/>
                </a:solidFill>
                <a:latin typeface="Arial"/>
                <a:ea typeface="Arial"/>
                <a:cs typeface="Arial"/>
              </a:defRPr>
            </a:lvl6pPr>
            <a:lvl7pPr algn="l">
              <a:defRPr sz="2100" b="0">
                <a:solidFill>
                  <a:srgbClr val="2B3E4B"/>
                </a:solidFill>
                <a:latin typeface="Arial"/>
                <a:ea typeface="Arial"/>
                <a:cs typeface="Arial"/>
              </a:defRPr>
            </a:lvl7pPr>
            <a:lvl8pPr algn="l">
              <a:defRPr sz="2100" b="0">
                <a:solidFill>
                  <a:srgbClr val="2B3E4B"/>
                </a:solidFill>
                <a:latin typeface="Arial"/>
                <a:ea typeface="Arial"/>
                <a:cs typeface="Arial"/>
              </a:defRPr>
            </a:lvl8pPr>
            <a:lvl9pPr algn="l">
              <a:defRPr sz="2100" b="0">
                <a:solidFill>
                  <a:srgbClr val="2B3E4B"/>
                </a:solidFill>
                <a:latin typeface="Arial"/>
                <a:ea typeface="Arial"/>
                <a:cs typeface="Arial"/>
              </a:defRPr>
            </a:lvl9pPr>
          </a:lstStyle>
          <a:p xmlns:a="http://schemas.openxmlformats.org/drawingml/2006/main">
            <a:pPr algn="l">
              <a:defRPr sz="2100" b="0">
                <a:solidFill>
                  <a:srgbClr val="2B3E4B"/>
                </a:solidFill>
                <a:latin typeface="Arial"/>
                <a:ea typeface="Arial"/>
                <a:cs typeface="Arial"/>
              </a:defRPr>
            </a:pPr>
            <a:r>
              <a:rPr sz="2100" b="0">
                <a:solidFill>
                  <a:srgbClr val="2B3E4B"/>
                </a:solidFill>
                <a:latin typeface="Arial"/>
                <a:ea typeface="Arial"/>
                <a:cs typeface="Arial"/>
              </a:rPr>
              <a:t>Approach the cup. Grasp the cup.</a:t>
            </a:r>
          </a:p>
          <a:p xmlns:a="http://schemas.openxmlformats.org/drawingml/2006/main">
            <a:pPr algn="l">
              <a:defRPr sz="2100" b="0">
                <a:solidFill>
                  <a:srgbClr val="2B3E4B"/>
                </a:solidFill>
                <a:latin typeface="Arial"/>
                <a:ea typeface="Arial"/>
                <a:cs typeface="Arial"/>
              </a:defRPr>
            </a:pPr>
            <a:r>
              <a:rPr sz="2100" b="0">
                <a:solidFill>
                  <a:srgbClr val="2B3E4B"/>
                </a:solidFill>
                <a:latin typeface="Arial"/>
                <a:ea typeface="Arial"/>
                <a:cs typeface="Arial"/>
              </a:rPr>
              <a:t>Move the cup to the plate.</a:t>
            </a:r>
          </a:p>
          <a:p xmlns:a="http://schemas.openxmlformats.org/drawingml/2006/main">
            <a:pPr algn="l">
              <a:defRPr sz="2100" b="0">
                <a:solidFill>
                  <a:srgbClr val="2B3E4B"/>
                </a:solidFill>
                <a:latin typeface="Arial"/>
                <a:ea typeface="Arial"/>
                <a:cs typeface="Arial"/>
              </a:defRPr>
            </a:pPr>
            <a:r>
              <a:rPr sz="2100" b="0">
                <a:solidFill>
                  <a:srgbClr val="2B3E4B"/>
                </a:solidFill>
                <a:latin typeface="Arial"/>
                <a:ea typeface="Arial"/>
                <a:cs typeface="Arial"/>
              </a:rPr>
              <a:t>Release the cup.</a:t>
            </a:r>
          </a:p>
        </p:txBody>
      </p:sp>
      <p:sp>
        <p:nvSpPr>
          <p:cNvPr id="15" name="Entire trajectory under concatenated local instructions">
            <a:extLst xmlns:a="http://schemas.openxmlformats.org/drawingml/2006/main">
              <a:ext uri="{FF2B5EF4-FFF2-40B4-BE49-F238E27FC236}">
                <a16:creationId xmlns:a16="http://schemas.microsoft.com/office/drawing/2014/main" id="{F1BA2310-0382-4954-9A95-608B80D3144B}"/>
              </a:ext>
            </a:extLst>
          </p:cNvPr>
          <p:cNvSpPr>
            <a:spLocks xmlns:a="http://schemas.openxmlformats.org/drawingml/2006/main" noGrp="1"/>
          </p:cNvSpPr>
          <p:nvPr/>
        </p:nvSpPr>
        <p:spPr>
          <a:xfrm xmlns:a="http://schemas.openxmlformats.org/drawingml/2006/main">
            <a:off x="495300" y="5210175"/>
            <a:ext cx="6210300" cy="438150"/>
          </a:xfrm>
          <a:prstGeom xmlns:a="http://schemas.openxmlformats.org/drawingml/2006/main" prst="roundRect">
            <a:avLst>
              <a:gd name="adj" fmla="val 13043"/>
            </a:avLst>
          </a:prstGeom>
          <a:solidFill xmlns:a="http://schemas.openxmlformats.org/drawingml/2006/main">
            <a:srgbClr val="F9F3F3"/>
          </a:solidFill>
          <a:ln xmlns:a="http://schemas.openxmlformats.org/drawingml/2006/main" w="0">
            <a:noFill/>
            <a:prstDash val="solid"/>
          </a:ln>
        </p:spPr>
      </p:sp>
      <p:sp>
        <p:nvSpPr>
          <p:cNvPr id="16" name="Full action sequence B">
            <a:extLst xmlns:a="http://schemas.openxmlformats.org/drawingml/2006/main">
              <a:ext uri="{FF2B5EF4-FFF2-40B4-BE49-F238E27FC236}">
                <a16:creationId xmlns:a16="http://schemas.microsoft.com/office/drawing/2014/main" id="{3BC2EEC4-9868-41FD-A7AD-15B02620166E}"/>
              </a:ext>
            </a:extLst>
          </p:cNvPr>
          <p:cNvSpPr>
            <a:spLocks xmlns:a="http://schemas.openxmlformats.org/drawingml/2006/main" noGrp="1"/>
          </p:cNvSpPr>
          <p:nvPr/>
        </p:nvSpPr>
        <p:spPr>
          <a:xfrm xmlns:a="http://schemas.openxmlformats.org/drawingml/2006/main">
            <a:off x="657225" y="5229225"/>
            <a:ext cx="585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2B3E4B"/>
                </a:solidFill>
                <a:latin typeface="Arial"/>
                <a:ea typeface="Arial"/>
                <a:cs typeface="Arial"/>
              </a:defRPr>
            </a:defPPr>
            <a:lvl1pPr algn="l">
              <a:defRPr sz="2025" b="0">
                <a:solidFill>
                  <a:srgbClr val="2B3E4B"/>
                </a:solidFill>
                <a:latin typeface="Arial"/>
                <a:ea typeface="Arial"/>
                <a:cs typeface="Arial"/>
              </a:defRPr>
            </a:lvl1pPr>
            <a:lvl2pPr algn="l">
              <a:defRPr sz="2025" b="0">
                <a:solidFill>
                  <a:srgbClr val="2B3E4B"/>
                </a:solidFill>
                <a:latin typeface="Arial"/>
                <a:ea typeface="Arial"/>
                <a:cs typeface="Arial"/>
              </a:defRPr>
            </a:lvl2pPr>
            <a:lvl3pPr algn="l">
              <a:defRPr sz="2025" b="0">
                <a:solidFill>
                  <a:srgbClr val="2B3E4B"/>
                </a:solidFill>
                <a:latin typeface="Arial"/>
                <a:ea typeface="Arial"/>
                <a:cs typeface="Arial"/>
              </a:defRPr>
            </a:lvl3pPr>
            <a:lvl4pPr algn="l">
              <a:defRPr sz="2025" b="0">
                <a:solidFill>
                  <a:srgbClr val="2B3E4B"/>
                </a:solidFill>
                <a:latin typeface="Arial"/>
                <a:ea typeface="Arial"/>
                <a:cs typeface="Arial"/>
              </a:defRPr>
            </a:lvl4pPr>
            <a:lvl5pPr algn="l">
              <a:defRPr sz="2025" b="0">
                <a:solidFill>
                  <a:srgbClr val="2B3E4B"/>
                </a:solidFill>
                <a:latin typeface="Arial"/>
                <a:ea typeface="Arial"/>
                <a:cs typeface="Arial"/>
              </a:defRPr>
            </a:lvl5pPr>
            <a:lvl6pPr algn="l">
              <a:defRPr sz="2025" b="0">
                <a:solidFill>
                  <a:srgbClr val="2B3E4B"/>
                </a:solidFill>
                <a:latin typeface="Arial"/>
                <a:ea typeface="Arial"/>
                <a:cs typeface="Arial"/>
              </a:defRPr>
            </a:lvl6pPr>
            <a:lvl7pPr algn="l">
              <a:defRPr sz="2025" b="0">
                <a:solidFill>
                  <a:srgbClr val="2B3E4B"/>
                </a:solidFill>
                <a:latin typeface="Arial"/>
                <a:ea typeface="Arial"/>
                <a:cs typeface="Arial"/>
              </a:defRPr>
            </a:lvl7pPr>
            <a:lvl8pPr algn="l">
              <a:defRPr sz="2025" b="0">
                <a:solidFill>
                  <a:srgbClr val="2B3E4B"/>
                </a:solidFill>
                <a:latin typeface="Arial"/>
                <a:ea typeface="Arial"/>
                <a:cs typeface="Arial"/>
              </a:defRPr>
            </a:lvl8pPr>
            <a:lvl9pPr algn="l">
              <a:defRPr sz="2025" b="0">
                <a:solidFill>
                  <a:srgbClr val="2B3E4B"/>
                </a:solidFill>
                <a:latin typeface="Arial"/>
                <a:ea typeface="Arial"/>
                <a:cs typeface="Arial"/>
              </a:defRPr>
            </a:lvl9pPr>
          </a:lstStyle>
          <a:p xmlns:a="http://schemas.openxmlformats.org/drawingml/2006/main">
            <a:pPr algn="l">
              <a:defRPr sz="2025" b="0">
                <a:solidFill>
                  <a:srgbClr val="2B3E4B"/>
                </a:solidFill>
                <a:latin typeface="Arial"/>
                <a:ea typeface="Arial"/>
                <a:cs typeface="Arial"/>
              </a:defRPr>
            </a:pPr>
            <a:r>
              <a:rPr sz="2025" b="0">
                <a:solidFill>
                  <a:srgbClr val="2B3E4B"/>
                </a:solidFill>
                <a:latin typeface="Arial"/>
                <a:ea typeface="Arial"/>
                <a:cs typeface="Arial"/>
              </a:rPr>
              <a:t>[a1, a2, a3, a4, a5, a6, a7, a8]</a:t>
            </a:r>
          </a:p>
        </p:txBody>
      </p:sp>
      <p:cxnSp>
        <p:nvCxnSpPr>
          <p:cNvPr id="17" name="Editable supervision-to-outcome arrow">
            <a:extLst xmlns:a="http://schemas.openxmlformats.org/drawingml/2006/main">
              <a:ext uri="{FF2B5EF4-FFF2-40B4-BE49-F238E27FC236}">
                <a16:creationId xmlns:a16="http://schemas.microsoft.com/office/drawing/2014/main" id="{1B03E9A5-65D3-443B-9DDE-D40E62BC04F9}"/>
              </a:ext>
            </a:extLst>
          </p:cNvPr>
          <p:cNvCxnSpPr/>
          <p:nvPr/>
        </p:nvCxnSpPr>
        <p:spPr>
          <a:xfrm xmlns:a="http://schemas.openxmlformats.org/drawingml/2006/main">
            <a:off x="7010400" y="4591050"/>
            <a:ext cx="819150" cy="0"/>
          </a:xfrm>
          <a:prstGeom xmlns:a="http://schemas.openxmlformats.org/drawingml/2006/main" prst="straightConnector1">
            <a:avLst/>
          </a:prstGeom>
          <a:ln xmlns:a="http://schemas.openxmlformats.org/drawingml/2006/main" w="23813">
            <a:solidFill>
              <a:srgbClr val="486C84"/>
            </a:solidFill>
            <a:prstDash val="solid"/>
            <a:tailEnd type="arrow" w="med" len="med"/>
          </a:ln>
        </p:spPr>
      </p:cxnSp>
      <p:graphicFrame>
        <p:nvGraphicFramePr>
          <p:cNvPr id="18" name="Chart">
            <a:extLst xmlns:a="http://schemas.openxmlformats.org/drawingml/2006/main">
              <a:ext uri="{FF2B5EF4-FFF2-40B4-BE49-F238E27FC236}">
                <a16:creationId xmlns:a16="http://schemas.microsoft.com/office/drawing/2014/main" id="{003A853B-3345-4462-ACE4-87AA88B6A7B7}"/>
              </a:ext>
            </a:extLst>
          </p:cNvPr>
          <p:cNvGraphicFramePr/>
          <p:nvPr/>
        </p:nvGraphicFramePr>
        <p:xfrm>
          <a:off xmlns:a="http://schemas.openxmlformats.org/drawingml/2006/main" x="8058150" y="3676650"/>
          <a:ext xmlns:a="http://schemas.openxmlformats.org/drawingml/2006/main" cx="2857500" cy="1924050"/>
        </p:xfrm>
        <a:graphic xmlns:a="http://schemas.openxmlformats.org/drawingml/2006/main">
          <a:graphicData uri="http://schemas.openxmlformats.org/drawingml/2006/chart">
            <c:chart xmlns:r="http://schemas.openxmlformats.org/officeDocument/2006/relationships" xmlns:c="http://schemas.openxmlformats.org/drawingml/2006/chart" r:id="R197914073e9b4509"/>
          </a:graphicData>
        </a:graphic>
      </p:graphicFrame>
      <p:sp>
        <p:nvSpPr>
          <p:cNvPr id="19" name="Aligned local instruction and action mapping">
            <a:extLst xmlns:a="http://schemas.openxmlformats.org/drawingml/2006/main">
              <a:ext uri="{FF2B5EF4-FFF2-40B4-BE49-F238E27FC236}">
                <a16:creationId xmlns:a16="http://schemas.microsoft.com/office/drawing/2014/main" id="{3928031B-47AB-415D-BDBA-61FC8A5FB70E}"/>
              </a:ext>
            </a:extLst>
          </p:cNvPr>
          <p:cNvSpPr>
            <a:spLocks xmlns:a="http://schemas.openxmlformats.org/drawingml/2006/main" noGrp="1"/>
          </p:cNvSpPr>
          <p:nvPr/>
        </p:nvSpPr>
        <p:spPr>
          <a:xfrm xmlns:a="http://schemas.openxmlformats.org/drawingml/2006/main">
            <a:off x="495300" y="6772275"/>
            <a:ext cx="6210300" cy="1905000"/>
          </a:xfrm>
          <a:prstGeom xmlns:a="http://schemas.openxmlformats.org/drawingml/2006/main" prst="roundRect">
            <a:avLst>
              <a:gd name="adj" fmla="val 3000"/>
            </a:avLst>
          </a:prstGeom>
          <a:solidFill xmlns:a="http://schemas.openxmlformats.org/drawingml/2006/main">
            <a:srgbClr val="EEF5F2"/>
          </a:solidFill>
          <a:ln xmlns:a="http://schemas.openxmlformats.org/drawingml/2006/main" w="0">
            <a:noFill/>
            <a:prstDash val="solid"/>
          </a:ln>
        </p:spPr>
      </p:sp>
      <p:graphicFrame>
        <p:nvGraphicFramePr>
          <p:cNvPr id="20" name="">
            <a:extLst xmlns:a="http://schemas.openxmlformats.org/drawingml/2006/main">
              <a:ext uri="{FF2B5EF4-FFF2-40B4-BE49-F238E27FC236}">
                <a16:creationId xmlns:a16="http://schemas.microsoft.com/office/drawing/2014/main" id="{D9F4F7D2-C83B-4FA8-8E7B-99225CA4415E}"/>
              </a:ext>
            </a:extLst>
          </p:cNvPr>
          <p:cNvGraphicFramePr/>
          <p:nvPr/>
        </p:nvGraphicFramePr>
        <p:xfrm>
          <a:off xmlns:a="http://schemas.openxmlformats.org/drawingml/2006/main" x="571500" y="6810375"/>
          <a:ext xmlns:a="http://schemas.openxmlformats.org/drawingml/2006/main" cx="6057900" cy="1828800"/>
        </p:xfrm>
        <a:graphic xmlns:a="http://schemas.openxmlformats.org/drawingml/2006/main">
          <a:graphicData uri="http://schemas.openxmlformats.org/drawingml/2006/table">
            <a:tbl>
              <a:tblPr firstRow="0" firstCol="0" lastRow="0" lastCol="0" bandRow="0" bandCol="0"/>
              <a:tblGrid>
                <a:gridCol w="4591050"/>
                <a:gridCol w="1466850"/>
              </a:tblGrid>
              <a:tr h="457200">
                <a:tc>
                  <a:txBody>
                    <a:bodyPr wrap="none" lIns="85725" tIns="38100" rIns="57150" bIns="38100">
                      <a:noAutofit/>
                    </a:bodyPr>
                    <a:lstStyle/>
                    <a:p>
                      <a:pPr algn="l"/>
                      <a:r>
                        <a:rPr sz="2025" b="0">
                          <a:solidFill>
                            <a:srgbClr val="2B3E4B"/>
                          </a:solidFill>
                          <a:latin typeface="Arial"/>
                          <a:ea typeface="Arial"/>
                          <a:cs typeface="Arial"/>
                        </a:rPr>
                        <a:t>Approach the cup.</a:t>
                      </a:r>
                    </a:p>
                  </a:txBody>
                  <a:tcPr marL="91440" marR="91440" marT="45720" marB="45720" anchor="ctr">
                    <a:lnL w="0">
                      <a:solidFill>
                        <a:srgbClr val="EEF5F2"/>
                      </a:solidFill>
                      <a:prstDash val="solid"/>
                    </a:lnL>
                    <a:lnR w="0">
                      <a:solidFill>
                        <a:srgbClr val="EEF5F2"/>
                      </a:solidFill>
                      <a:prstDash val="solid"/>
                    </a:lnR>
                    <a:lnT w="0">
                      <a:solidFill>
                        <a:srgbClr val="EEF5F2"/>
                      </a:solidFill>
                      <a:prstDash val="solid"/>
                    </a:lnT>
                    <a:lnB w="0">
                      <a:solidFill>
                        <a:srgbClr val="EEF5F2"/>
                      </a:solidFill>
                      <a:prstDash val="solid"/>
                    </a:lnB>
                    <a:solidFill>
                      <a:srgbClr val="EEF5F2"/>
                    </a:solidFill>
                  </a:tcPr>
                </a:tc>
                <a:tc>
                  <a:txBody>
                    <a:bodyPr wrap="none" lIns="57150" tIns="38100" rIns="57150" bIns="38100">
                      <a:noAutofit/>
                    </a:bodyPr>
                    <a:lstStyle/>
                    <a:p>
                      <a:pPr algn="ctr"/>
                      <a:r>
                        <a:rPr sz="2025" b="0">
                          <a:solidFill>
                            <a:srgbClr val="2B3E4B"/>
                          </a:solidFill>
                          <a:latin typeface="Arial"/>
                          <a:ea typeface="Arial"/>
                          <a:cs typeface="Arial"/>
                        </a:rPr>
                        <a:t>a1, a2</a:t>
                      </a:r>
                    </a:p>
                  </a:txBody>
                  <a:tcPr marL="91440" marR="91440" marT="45720" marB="45720" anchor="ctr">
                    <a:lnR w="0">
                      <a:solidFill>
                        <a:srgbClr val="EEF5F2"/>
                      </a:solidFill>
                      <a:prstDash val="solid"/>
                    </a:lnR>
                    <a:lnT w="0">
                      <a:solidFill>
                        <a:srgbClr val="EEF5F2"/>
                      </a:solidFill>
                      <a:prstDash val="solid"/>
                    </a:lnT>
                    <a:lnB w="0">
                      <a:solidFill>
                        <a:srgbClr val="EEF5F2"/>
                      </a:solidFill>
                      <a:prstDash val="solid"/>
                    </a:lnB>
                    <a:solidFill>
                      <a:srgbClr val="F9F3F3"/>
                    </a:solidFill>
                  </a:tcPr>
                </a:tc>
              </a:tr>
              <a:tr h="457200">
                <a:tc>
                  <a:txBody>
                    <a:bodyPr wrap="none" lIns="85725" tIns="38100" rIns="57150" bIns="38100">
                      <a:noAutofit/>
                    </a:bodyPr>
                    <a:lstStyle/>
                    <a:p>
                      <a:pPr algn="l"/>
                      <a:r>
                        <a:rPr sz="2025" b="0">
                          <a:solidFill>
                            <a:srgbClr val="2B3E4B"/>
                          </a:solidFill>
                          <a:latin typeface="Arial"/>
                          <a:ea typeface="Arial"/>
                          <a:cs typeface="Arial"/>
                        </a:rPr>
                        <a:t>Grasp the cup.</a:t>
                      </a:r>
                    </a:p>
                  </a:txBody>
                  <a:tcPr marL="91440" marR="91440" marT="45720" marB="45720" anchor="ctr">
                    <a:lnL w="0">
                      <a:solidFill>
                        <a:srgbClr val="EEF5F2"/>
                      </a:solidFill>
                      <a:prstDash val="solid"/>
                    </a:lnL>
                    <a:lnR w="0">
                      <a:solidFill>
                        <a:srgbClr val="EEF5F2"/>
                      </a:solidFill>
                      <a:prstDash val="solid"/>
                    </a:lnR>
                    <a:lnB w="0">
                      <a:solidFill>
                        <a:srgbClr val="EEF5F2"/>
                      </a:solidFill>
                      <a:prstDash val="solid"/>
                    </a:lnB>
                    <a:solidFill>
                      <a:srgbClr val="EEF5F2"/>
                    </a:solidFill>
                  </a:tcPr>
                </a:tc>
                <a:tc>
                  <a:txBody>
                    <a:bodyPr wrap="none" lIns="57150" tIns="38100" rIns="57150" bIns="38100">
                      <a:noAutofit/>
                    </a:bodyPr>
                    <a:lstStyle/>
                    <a:p>
                      <a:pPr algn="ctr"/>
                      <a:r>
                        <a:rPr sz="2025" b="0">
                          <a:solidFill>
                            <a:srgbClr val="2B3E4B"/>
                          </a:solidFill>
                          <a:latin typeface="Arial"/>
                          <a:ea typeface="Arial"/>
                          <a:cs typeface="Arial"/>
                        </a:rPr>
                        <a:t>a3, a4</a:t>
                      </a:r>
                    </a:p>
                  </a:txBody>
                  <a:tcPr marL="91440" marR="91440" marT="45720" marB="45720" anchor="ctr">
                    <a:lnR w="0">
                      <a:solidFill>
                        <a:srgbClr val="EEF5F2"/>
                      </a:solidFill>
                      <a:prstDash val="solid"/>
                    </a:lnR>
                    <a:lnB w="0">
                      <a:solidFill>
                        <a:srgbClr val="EEF5F2"/>
                      </a:solidFill>
                      <a:prstDash val="solid"/>
                    </a:lnB>
                    <a:solidFill>
                      <a:srgbClr val="F9F3F3"/>
                    </a:solidFill>
                  </a:tcPr>
                </a:tc>
              </a:tr>
              <a:tr h="457200">
                <a:tc>
                  <a:txBody>
                    <a:bodyPr wrap="none" lIns="85725" tIns="38100" rIns="57150" bIns="38100">
                      <a:noAutofit/>
                    </a:bodyPr>
                    <a:lstStyle/>
                    <a:p>
                      <a:pPr algn="l"/>
                      <a:r>
                        <a:rPr sz="2025" b="0">
                          <a:solidFill>
                            <a:srgbClr val="2B3E4B"/>
                          </a:solidFill>
                          <a:latin typeface="Arial"/>
                          <a:ea typeface="Arial"/>
                          <a:cs typeface="Arial"/>
                        </a:rPr>
                        <a:t>Move the cup to the plate.</a:t>
                      </a:r>
                    </a:p>
                  </a:txBody>
                  <a:tcPr marL="91440" marR="91440" marT="45720" marB="45720" anchor="ctr">
                    <a:lnL w="0">
                      <a:solidFill>
                        <a:srgbClr val="EEF5F2"/>
                      </a:solidFill>
                      <a:prstDash val="solid"/>
                    </a:lnL>
                    <a:lnR w="0">
                      <a:solidFill>
                        <a:srgbClr val="EEF5F2"/>
                      </a:solidFill>
                      <a:prstDash val="solid"/>
                    </a:lnR>
                    <a:lnB w="0">
                      <a:solidFill>
                        <a:srgbClr val="EEF5F2"/>
                      </a:solidFill>
                      <a:prstDash val="solid"/>
                    </a:lnB>
                    <a:solidFill>
                      <a:srgbClr val="EEF5F2"/>
                    </a:solidFill>
                  </a:tcPr>
                </a:tc>
                <a:tc>
                  <a:txBody>
                    <a:bodyPr wrap="none" lIns="57150" tIns="38100" rIns="57150" bIns="38100">
                      <a:noAutofit/>
                    </a:bodyPr>
                    <a:lstStyle/>
                    <a:p>
                      <a:pPr algn="ctr"/>
                      <a:r>
                        <a:rPr sz="2025" b="0">
                          <a:solidFill>
                            <a:srgbClr val="2B3E4B"/>
                          </a:solidFill>
                          <a:latin typeface="Arial"/>
                          <a:ea typeface="Arial"/>
                          <a:cs typeface="Arial"/>
                        </a:rPr>
                        <a:t>a5, a6</a:t>
                      </a:r>
                    </a:p>
                  </a:txBody>
                  <a:tcPr marL="91440" marR="91440" marT="45720" marB="45720" anchor="ctr">
                    <a:lnR w="0">
                      <a:solidFill>
                        <a:srgbClr val="EEF5F2"/>
                      </a:solidFill>
                      <a:prstDash val="solid"/>
                    </a:lnR>
                    <a:lnB w="0">
                      <a:solidFill>
                        <a:srgbClr val="EEF5F2"/>
                      </a:solidFill>
                      <a:prstDash val="solid"/>
                    </a:lnB>
                    <a:solidFill>
                      <a:srgbClr val="F9F3F3"/>
                    </a:solidFill>
                  </a:tcPr>
                </a:tc>
              </a:tr>
              <a:tr h="457200">
                <a:tc>
                  <a:txBody>
                    <a:bodyPr wrap="none" lIns="85725" tIns="38100" rIns="57150" bIns="38100">
                      <a:noAutofit/>
                    </a:bodyPr>
                    <a:lstStyle/>
                    <a:p>
                      <a:pPr algn="l"/>
                      <a:r>
                        <a:rPr sz="2025" b="0">
                          <a:solidFill>
                            <a:srgbClr val="2B3E4B"/>
                          </a:solidFill>
                          <a:latin typeface="Arial"/>
                          <a:ea typeface="Arial"/>
                          <a:cs typeface="Arial"/>
                        </a:rPr>
                        <a:t>Release the cup.</a:t>
                      </a:r>
                    </a:p>
                  </a:txBody>
                  <a:tcPr marL="91440" marR="91440" marT="45720" marB="45720" anchor="ctr">
                    <a:lnL w="0">
                      <a:solidFill>
                        <a:srgbClr val="EEF5F2"/>
                      </a:solidFill>
                      <a:prstDash val="solid"/>
                    </a:lnL>
                    <a:lnR w="0">
                      <a:solidFill>
                        <a:srgbClr val="EEF5F2"/>
                      </a:solidFill>
                      <a:prstDash val="solid"/>
                    </a:lnR>
                    <a:lnB w="0">
                      <a:solidFill>
                        <a:srgbClr val="EEF5F2"/>
                      </a:solidFill>
                      <a:prstDash val="solid"/>
                    </a:lnB>
                    <a:solidFill>
                      <a:srgbClr val="EEF5F2"/>
                    </a:solidFill>
                  </a:tcPr>
                </a:tc>
                <a:tc>
                  <a:txBody>
                    <a:bodyPr wrap="none" lIns="57150" tIns="38100" rIns="57150" bIns="38100">
                      <a:noAutofit/>
                    </a:bodyPr>
                    <a:lstStyle/>
                    <a:p>
                      <a:pPr algn="ctr"/>
                      <a:r>
                        <a:rPr sz="2025" b="0">
                          <a:solidFill>
                            <a:srgbClr val="2B3E4B"/>
                          </a:solidFill>
                          <a:latin typeface="Arial"/>
                          <a:ea typeface="Arial"/>
                          <a:cs typeface="Arial"/>
                        </a:rPr>
                        <a:t>a7, a8</a:t>
                      </a:r>
                    </a:p>
                  </a:txBody>
                  <a:tcPr marL="91440" marR="91440" marT="45720" marB="45720" anchor="ctr">
                    <a:lnR w="0">
                      <a:solidFill>
                        <a:srgbClr val="EEF5F2"/>
                      </a:solidFill>
                      <a:prstDash val="solid"/>
                    </a:lnR>
                    <a:lnB w="0">
                      <a:solidFill>
                        <a:srgbClr val="EEF5F2"/>
                      </a:solidFill>
                      <a:prstDash val="solid"/>
                    </a:lnB>
                    <a:solidFill>
                      <a:srgbClr val="F9F3F3"/>
                    </a:solidFill>
                  </a:tcPr>
                </a:tc>
              </a:tr>
            </a:tbl>
          </a:graphicData>
        </a:graphic>
      </p:graphicFrame>
      <p:cxnSp>
        <p:nvCxnSpPr>
          <p:cNvPr id="21" name="Editable supervision-to-outcome arrow">
            <a:extLst xmlns:a="http://schemas.openxmlformats.org/drawingml/2006/main">
              <a:ext uri="{FF2B5EF4-FFF2-40B4-BE49-F238E27FC236}">
                <a16:creationId xmlns:a16="http://schemas.microsoft.com/office/drawing/2014/main" id="{E1CC8F21-5C18-45AF-A941-073B4BCDFC3D}"/>
              </a:ext>
            </a:extLst>
          </p:cNvPr>
          <p:cNvCxnSpPr/>
          <p:nvPr/>
        </p:nvCxnSpPr>
        <p:spPr>
          <a:xfrm xmlns:a="http://schemas.openxmlformats.org/drawingml/2006/main">
            <a:off x="7010400" y="7553325"/>
            <a:ext cx="819150" cy="0"/>
          </a:xfrm>
          <a:prstGeom xmlns:a="http://schemas.openxmlformats.org/drawingml/2006/main" prst="straightConnector1">
            <a:avLst/>
          </a:prstGeom>
          <a:ln xmlns:a="http://schemas.openxmlformats.org/drawingml/2006/main" w="23813">
            <a:solidFill>
              <a:srgbClr val="486C84"/>
            </a:solidFill>
            <a:prstDash val="solid"/>
            <a:tailEnd type="arrow" w="med" len="med"/>
          </a:ln>
        </p:spPr>
      </p:cxnSp>
      <p:graphicFrame>
        <p:nvGraphicFramePr>
          <p:cNvPr id="22" name="Chart">
            <a:extLst xmlns:a="http://schemas.openxmlformats.org/drawingml/2006/main">
              <a:ext uri="{FF2B5EF4-FFF2-40B4-BE49-F238E27FC236}">
                <a16:creationId xmlns:a16="http://schemas.microsoft.com/office/drawing/2014/main" id="{F43B5C00-91E1-4919-8541-868B063CAAE4}"/>
              </a:ext>
            </a:extLst>
          </p:cNvPr>
          <p:cNvGraphicFramePr/>
          <p:nvPr/>
        </p:nvGraphicFramePr>
        <p:xfrm>
          <a:off xmlns:a="http://schemas.openxmlformats.org/drawingml/2006/main" x="8058150" y="6638925"/>
          <a:ext xmlns:a="http://schemas.openxmlformats.org/drawingml/2006/main" cx="2857500" cy="1924050"/>
        </p:xfrm>
        <a:graphic xmlns:a="http://schemas.openxmlformats.org/drawingml/2006/main">
          <a:graphicData uri="http://schemas.openxmlformats.org/drawingml/2006/chart">
            <c:chart xmlns:r="http://schemas.openxmlformats.org/officeDocument/2006/relationships" xmlns:c="http://schemas.openxmlformats.org/drawingml/2006/chart" r:id="R51190b776eff4ee6"/>
          </a:graphicData>
        </a:graphic>
      </p:graphicFrame>
    </p:spTree>
    <p:extLst>
      <p:ext uri="{BB962C8B-B14F-4D97-AF65-F5344CB8AC3E}">
        <p14:creationId xmlns:p14="http://schemas.microsoft.com/office/powerpoint/2010/main" val="9794624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2026-10-20T06:16:47.1130000Z</dcterms:created>
  <dcterms:modified xsi:type="dcterms:W3CDTF">2026-10-20T06:16:47.1130000Z</dcterms:modified>
</coreProperties>
</file>