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3.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5087600" cy="9525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 user-supplied seven-stage Chinese description (all visible text is translated and condensed into English); original output/ppt/figure.pptx; sections/method.tex; sections/appendix_data_construction.tex; tables/table_data_pipeline.tex; tables/table_grade_policies.tex; tables/table_rewrite_policies.tex; figures/appendix_action_aligned_pipeline_v12.pdf; figures/fig2_data_construction_from_overleaf_20260924.pdf. Stage sequence follows the manuscript's A-G table: filtering/normalization; candidate boundaries; object and interaction evidence; action-first refinement; grade-conditioned rewrites; sampling metadata; multimodal review/expansion. Complementary local and original-task supervision is an output, not an additional numbered stage. DINOv3 belongs to cross-frame evidence, not language generation. Qwen3.8-27B and GPT-5.6-luna names follow the local manuscript. Applicability: Low A/T, Mid A/T/V, High T/V; no grade excludes a segment. Original 32-D state/action containers preserve embodiment-specific valid-dimension masks. The RH20T photographs are reused from the author's figures; overlays illustrate the documented detector/mask/target evidence and are not new model results. The signal curves and sampling-weight bars are schematic and contain no measured values. A/T/V examples concern the same eligible approach segment. Actual photographic pixels remain separately embedded images; text, curves, masks, boxes, timeline segments and connectors are native editable objects. Icons: Lucide 1.8.0, ISC license, https://lucide.dev. Original artwork proportions and single-slide canvas dimensions are retained.</a:t>
            </a:r>
          </a:p>
          <a:p>
            <a:r>
              <a:t>Layout revision: panels (a), (b) and (c) share left/right boundaries. The pipeline has 29% less vertical spacing than the supplied grouped layout. The dataset overview retains the native double-ring sectors, four source labels, 145,179 trajectories and 858,915 segments. The five original instruction examples retain their photos, spatial marks and A/T/V labels. Photographs and icons preserve aspect ratios. All panel labels use English and ASCII punctuation. The canvas is extended to include all three panels fully, since the supplied top and bottom groups were both outside the original canvas.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508806" y="2602977"/>
            <a:ext cx="12070446" cy="995256"/>
          </a:xfrm>
          <a:prstGeom prst="rect">
            <a:avLst/>
          </a:prstGeom>
          <a:noFill/>
          <a:ln>
            <a:noFill/>
            <a:prstDash val="solid"/>
          </a:ln>
        </p:spPr>
        <p:txBody>
          <a:bodyPr wrap="square" lIns="0" tIns="0" rIns="0" bIns="0" anchor="ctr">
            <a:normAutofit/>
          </a:bodyPr>
          <a:lstStyle>
            <a:defPPr algn="ctr">
              <a:defRPr sz="4825" b="1">
                <a:solidFill>
                  <a:schemeClr val="tx1"/>
                </a:solidFill>
                <a:latin typeface="+mj-lt"/>
                <a:ea typeface="+mj-lt"/>
                <a:cs typeface="+mj-lt"/>
              </a:defRPr>
            </a:defPPr>
            <a:lvl1pPr marL="0" indent="0" algn="ctr">
              <a:lnSpc>
                <a:spcPct val="110000"/>
              </a:lnSpc>
              <a:spcBef>
                <a:spcPts val="0"/>
              </a:spcBef>
              <a:spcAft>
                <a:spcPts val="0"/>
              </a:spcAft>
              <a:buNone/>
              <a:defRPr sz="4825" b="1">
                <a:solidFill>
                  <a:schemeClr val="tx1"/>
                </a:solidFill>
                <a:latin typeface="+mj-lt"/>
                <a:ea typeface="+mj-lt"/>
                <a:cs typeface="+mj-lt"/>
              </a:defRPr>
            </a:lvl1pPr>
            <a:lvl2pPr marL="0" indent="0" algn="ctr">
              <a:lnSpc>
                <a:spcPct val="110000"/>
              </a:lnSpc>
              <a:spcBef>
                <a:spcPts val="0"/>
              </a:spcBef>
              <a:spcAft>
                <a:spcPts val="0"/>
              </a:spcAft>
              <a:buNone/>
              <a:defRPr sz="4825" b="1">
                <a:solidFill>
                  <a:schemeClr val="tx1"/>
                </a:solidFill>
                <a:latin typeface="+mj-lt"/>
                <a:ea typeface="+mj-lt"/>
                <a:cs typeface="+mj-lt"/>
              </a:defRPr>
            </a:lvl2pPr>
            <a:lvl3pPr marL="0" indent="0" algn="ctr">
              <a:lnSpc>
                <a:spcPct val="110000"/>
              </a:lnSpc>
              <a:spcBef>
                <a:spcPts val="0"/>
              </a:spcBef>
              <a:spcAft>
                <a:spcPts val="0"/>
              </a:spcAft>
              <a:buNone/>
              <a:defRPr sz="4825" b="1">
                <a:solidFill>
                  <a:schemeClr val="tx1"/>
                </a:solidFill>
                <a:latin typeface="+mj-lt"/>
                <a:ea typeface="+mj-lt"/>
                <a:cs typeface="+mj-lt"/>
              </a:defRPr>
            </a:lvl3pPr>
            <a:lvl4pPr marL="0" indent="0" algn="ctr">
              <a:lnSpc>
                <a:spcPct val="110000"/>
              </a:lnSpc>
              <a:spcBef>
                <a:spcPts val="0"/>
              </a:spcBef>
              <a:spcAft>
                <a:spcPts val="0"/>
              </a:spcAft>
              <a:buNone/>
              <a:defRPr sz="4825" b="1">
                <a:solidFill>
                  <a:schemeClr val="tx1"/>
                </a:solidFill>
                <a:latin typeface="+mj-lt"/>
                <a:ea typeface="+mj-lt"/>
                <a:cs typeface="+mj-lt"/>
              </a:defRPr>
            </a:lvl4pPr>
            <a:lvl5pPr marL="0" indent="0" algn="ctr">
              <a:lnSpc>
                <a:spcPct val="110000"/>
              </a:lnSpc>
              <a:spcBef>
                <a:spcPts val="0"/>
              </a:spcBef>
              <a:spcAft>
                <a:spcPts val="0"/>
              </a:spcAft>
              <a:buNone/>
              <a:defRPr sz="4825" b="1">
                <a:solidFill>
                  <a:schemeClr val="tx1"/>
                </a:solidFill>
                <a:latin typeface="+mj-lt"/>
                <a:ea typeface="+mj-lt"/>
                <a:cs typeface="+mj-lt"/>
              </a:defRPr>
            </a:lvl5pPr>
            <a:lvl6pPr marL="0" indent="0" algn="ctr">
              <a:lnSpc>
                <a:spcPct val="110000"/>
              </a:lnSpc>
              <a:spcBef>
                <a:spcPts val="0"/>
              </a:spcBef>
              <a:spcAft>
                <a:spcPts val="0"/>
              </a:spcAft>
              <a:buNone/>
              <a:defRPr sz="4825" b="1">
                <a:solidFill>
                  <a:schemeClr val="tx1"/>
                </a:solidFill>
                <a:latin typeface="+mj-lt"/>
                <a:ea typeface="+mj-lt"/>
                <a:cs typeface="+mj-lt"/>
              </a:defRPr>
            </a:lvl6pPr>
            <a:lvl7pPr marL="0" indent="0" algn="ctr">
              <a:lnSpc>
                <a:spcPct val="110000"/>
              </a:lnSpc>
              <a:spcBef>
                <a:spcPts val="0"/>
              </a:spcBef>
              <a:spcAft>
                <a:spcPts val="0"/>
              </a:spcAft>
              <a:buNone/>
              <a:defRPr sz="4825" b="1">
                <a:solidFill>
                  <a:schemeClr val="tx1"/>
                </a:solidFill>
                <a:latin typeface="+mj-lt"/>
                <a:ea typeface="+mj-lt"/>
                <a:cs typeface="+mj-lt"/>
              </a:defRPr>
            </a:lvl7pPr>
            <a:lvl8pPr marL="0" indent="0" algn="ctr">
              <a:lnSpc>
                <a:spcPct val="110000"/>
              </a:lnSpc>
              <a:spcBef>
                <a:spcPts val="0"/>
              </a:spcBef>
              <a:spcAft>
                <a:spcPts val="0"/>
              </a:spcAft>
              <a:buNone/>
              <a:defRPr sz="4825" b="1">
                <a:solidFill>
                  <a:schemeClr val="tx1"/>
                </a:solidFill>
                <a:latin typeface="+mj-lt"/>
                <a:ea typeface="+mj-lt"/>
                <a:cs typeface="+mj-lt"/>
              </a:defRPr>
            </a:lvl8pPr>
            <a:lvl9pPr marL="0" indent="0" algn="ctr">
              <a:lnSpc>
                <a:spcPct val="110000"/>
              </a:lnSpc>
              <a:spcBef>
                <a:spcPts val="0"/>
              </a:spcBef>
              <a:spcAft>
                <a:spcPts val="0"/>
              </a:spcAft>
              <a:buNone/>
              <a:defRPr sz="4825" b="1">
                <a:solidFill>
                  <a:schemeClr val="tx1"/>
                </a:solidFill>
                <a:latin typeface="+mj-lt"/>
                <a:ea typeface="+mj-lt"/>
                <a:cs typeface="+mj-lt"/>
              </a:defRPr>
            </a:lvl9pPr>
          </a:lstStyle>
          <a:p/>
        </p:txBody>
      </p:sp>
      <p:sp>
        <p:nvSpPr>
          <p:cNvPr id="2" name="Subtitle"/>
          <p:cNvSpPr>
            <a:spLocks noGrp="1"/>
          </p:cNvSpPr>
          <p:nvPr>
            <p:ph type="subTitle" idx="1"/>
          </p:nvPr>
        </p:nvSpPr>
        <p:spPr>
          <a:xfrm>
            <a:off x="2263209" y="3789628"/>
            <a:ext cx="10561640" cy="765581"/>
          </a:xfrm>
          <a:prstGeom prst="rect">
            <a:avLst/>
          </a:prstGeom>
          <a:noFill/>
          <a:ln>
            <a:noFill/>
            <a:prstDash val="solid"/>
          </a:ln>
        </p:spPr>
        <p:txBody>
          <a:bodyPr wrap="square" lIns="0" tIns="0" rIns="0" bIns="0" anchor="ctr">
            <a:normAutofit/>
          </a:bodyPr>
          <a:lstStyle>
            <a:defPPr algn="ctr">
              <a:defRPr sz="2110" b="0">
                <a:solidFill>
                  <a:schemeClr val="tx1"/>
                </a:solidFill>
                <a:latin typeface="+mn-lt"/>
                <a:ea typeface="+mn-lt"/>
                <a:cs typeface="+mn-lt"/>
              </a:defRPr>
            </a:defPPr>
            <a:lvl1pPr marL="0" indent="0" algn="ctr">
              <a:lnSpc>
                <a:spcPct val="110000"/>
              </a:lnSpc>
              <a:spcBef>
                <a:spcPts val="0"/>
              </a:spcBef>
              <a:spcAft>
                <a:spcPts val="0"/>
              </a:spcAft>
              <a:buNone/>
              <a:defRPr sz="2110" b="0">
                <a:solidFill>
                  <a:schemeClr val="tx1"/>
                </a:solidFill>
                <a:latin typeface="+mn-lt"/>
                <a:ea typeface="+mn-lt"/>
                <a:cs typeface="+mn-lt"/>
              </a:defRPr>
            </a:lvl1pPr>
            <a:lvl2pPr marL="0" indent="0" algn="ctr">
              <a:lnSpc>
                <a:spcPct val="110000"/>
              </a:lnSpc>
              <a:spcBef>
                <a:spcPts val="0"/>
              </a:spcBef>
              <a:spcAft>
                <a:spcPts val="0"/>
              </a:spcAft>
              <a:buNone/>
              <a:defRPr sz="2110" b="0">
                <a:solidFill>
                  <a:schemeClr val="tx1"/>
                </a:solidFill>
                <a:latin typeface="+mn-lt"/>
                <a:ea typeface="+mn-lt"/>
                <a:cs typeface="+mn-lt"/>
              </a:defRPr>
            </a:lvl2pPr>
            <a:lvl3pPr marL="0" indent="0" algn="ctr">
              <a:lnSpc>
                <a:spcPct val="110000"/>
              </a:lnSpc>
              <a:spcBef>
                <a:spcPts val="0"/>
              </a:spcBef>
              <a:spcAft>
                <a:spcPts val="0"/>
              </a:spcAft>
              <a:buNone/>
              <a:defRPr sz="2110" b="0">
                <a:solidFill>
                  <a:schemeClr val="tx1"/>
                </a:solidFill>
                <a:latin typeface="+mn-lt"/>
                <a:ea typeface="+mn-lt"/>
                <a:cs typeface="+mn-lt"/>
              </a:defRPr>
            </a:lvl3pPr>
            <a:lvl4pPr marL="0" indent="0" algn="ctr">
              <a:lnSpc>
                <a:spcPct val="110000"/>
              </a:lnSpc>
              <a:spcBef>
                <a:spcPts val="0"/>
              </a:spcBef>
              <a:spcAft>
                <a:spcPts val="0"/>
              </a:spcAft>
              <a:buNone/>
              <a:defRPr sz="2110" b="0">
                <a:solidFill>
                  <a:schemeClr val="tx1"/>
                </a:solidFill>
                <a:latin typeface="+mn-lt"/>
                <a:ea typeface="+mn-lt"/>
                <a:cs typeface="+mn-lt"/>
              </a:defRPr>
            </a:lvl4pPr>
            <a:lvl5pPr marL="0" indent="0" algn="ctr">
              <a:lnSpc>
                <a:spcPct val="110000"/>
              </a:lnSpc>
              <a:spcBef>
                <a:spcPts val="0"/>
              </a:spcBef>
              <a:spcAft>
                <a:spcPts val="0"/>
              </a:spcAft>
              <a:buNone/>
              <a:defRPr sz="2110" b="0">
                <a:solidFill>
                  <a:schemeClr val="tx1"/>
                </a:solidFill>
                <a:latin typeface="+mn-lt"/>
                <a:ea typeface="+mn-lt"/>
                <a:cs typeface="+mn-lt"/>
              </a:defRPr>
            </a:lvl5pPr>
            <a:lvl6pPr marL="0" indent="0" algn="ctr">
              <a:lnSpc>
                <a:spcPct val="110000"/>
              </a:lnSpc>
              <a:spcBef>
                <a:spcPts val="0"/>
              </a:spcBef>
              <a:spcAft>
                <a:spcPts val="0"/>
              </a:spcAft>
              <a:buNone/>
              <a:defRPr sz="2110" b="0">
                <a:solidFill>
                  <a:schemeClr val="tx1"/>
                </a:solidFill>
                <a:latin typeface="+mn-lt"/>
                <a:ea typeface="+mn-lt"/>
                <a:cs typeface="+mn-lt"/>
              </a:defRPr>
            </a:lvl6pPr>
            <a:lvl7pPr marL="0" indent="0" algn="ctr">
              <a:lnSpc>
                <a:spcPct val="110000"/>
              </a:lnSpc>
              <a:spcBef>
                <a:spcPts val="0"/>
              </a:spcBef>
              <a:spcAft>
                <a:spcPts val="0"/>
              </a:spcAft>
              <a:buNone/>
              <a:defRPr sz="2110" b="0">
                <a:solidFill>
                  <a:schemeClr val="tx1"/>
                </a:solidFill>
                <a:latin typeface="+mn-lt"/>
                <a:ea typeface="+mn-lt"/>
                <a:cs typeface="+mn-lt"/>
              </a:defRPr>
            </a:lvl7pPr>
            <a:lvl8pPr marL="0" indent="0" algn="ctr">
              <a:lnSpc>
                <a:spcPct val="110000"/>
              </a:lnSpc>
              <a:spcBef>
                <a:spcPts val="0"/>
              </a:spcBef>
              <a:spcAft>
                <a:spcPts val="0"/>
              </a:spcAft>
              <a:buNone/>
              <a:defRPr sz="2110" b="0">
                <a:solidFill>
                  <a:schemeClr val="tx1"/>
                </a:solidFill>
                <a:latin typeface="+mn-lt"/>
                <a:ea typeface="+mn-lt"/>
                <a:cs typeface="+mn-lt"/>
              </a:defRPr>
            </a:lvl8pPr>
            <a:lvl9pPr marL="0" indent="0" algn="ctr">
              <a:lnSpc>
                <a:spcPct val="110000"/>
              </a:lnSpc>
              <a:spcBef>
                <a:spcPts val="0"/>
              </a:spcBef>
              <a:spcAft>
                <a:spcPts val="0"/>
              </a:spcAft>
              <a:buNone/>
              <a:defRPr sz="211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508806" y="2870930"/>
            <a:ext cx="12070446" cy="1148372"/>
          </a:xfrm>
          <a:prstGeom prst="rect">
            <a:avLst/>
          </a:prstGeom>
          <a:noFill/>
          <a:ln>
            <a:noFill/>
            <a:prstDash val="solid"/>
          </a:ln>
        </p:spPr>
        <p:txBody>
          <a:bodyPr wrap="square" lIns="0" tIns="0" rIns="0" bIns="0" anchor="ctr">
            <a:normAutofit/>
          </a:bodyPr>
          <a:lstStyle>
            <a:defPPr algn="ctr">
              <a:defRPr sz="4220" b="1">
                <a:solidFill>
                  <a:schemeClr val="tx1"/>
                </a:solidFill>
                <a:latin typeface="+mj-lt"/>
                <a:ea typeface="+mj-lt"/>
                <a:cs typeface="+mj-lt"/>
              </a:defRPr>
            </a:defPPr>
            <a:lvl1pPr marL="0" indent="0" algn="ctr">
              <a:lnSpc>
                <a:spcPct val="110000"/>
              </a:lnSpc>
              <a:spcBef>
                <a:spcPts val="0"/>
              </a:spcBef>
              <a:spcAft>
                <a:spcPts val="0"/>
              </a:spcAft>
              <a:buNone/>
              <a:defRPr sz="4220" b="1">
                <a:solidFill>
                  <a:schemeClr val="tx1"/>
                </a:solidFill>
                <a:latin typeface="+mj-lt"/>
                <a:ea typeface="+mj-lt"/>
                <a:cs typeface="+mj-lt"/>
              </a:defRPr>
            </a:lvl1pPr>
            <a:lvl2pPr marL="0" indent="0" algn="ctr">
              <a:lnSpc>
                <a:spcPct val="110000"/>
              </a:lnSpc>
              <a:spcBef>
                <a:spcPts val="0"/>
              </a:spcBef>
              <a:spcAft>
                <a:spcPts val="0"/>
              </a:spcAft>
              <a:buNone/>
              <a:defRPr sz="4220" b="1">
                <a:solidFill>
                  <a:schemeClr val="tx1"/>
                </a:solidFill>
                <a:latin typeface="+mj-lt"/>
                <a:ea typeface="+mj-lt"/>
                <a:cs typeface="+mj-lt"/>
              </a:defRPr>
            </a:lvl2pPr>
            <a:lvl3pPr marL="0" indent="0" algn="ctr">
              <a:lnSpc>
                <a:spcPct val="110000"/>
              </a:lnSpc>
              <a:spcBef>
                <a:spcPts val="0"/>
              </a:spcBef>
              <a:spcAft>
                <a:spcPts val="0"/>
              </a:spcAft>
              <a:buNone/>
              <a:defRPr sz="4220" b="1">
                <a:solidFill>
                  <a:schemeClr val="tx1"/>
                </a:solidFill>
                <a:latin typeface="+mj-lt"/>
                <a:ea typeface="+mj-lt"/>
                <a:cs typeface="+mj-lt"/>
              </a:defRPr>
            </a:lvl3pPr>
            <a:lvl4pPr marL="0" indent="0" algn="ctr">
              <a:lnSpc>
                <a:spcPct val="110000"/>
              </a:lnSpc>
              <a:spcBef>
                <a:spcPts val="0"/>
              </a:spcBef>
              <a:spcAft>
                <a:spcPts val="0"/>
              </a:spcAft>
              <a:buNone/>
              <a:defRPr sz="4220" b="1">
                <a:solidFill>
                  <a:schemeClr val="tx1"/>
                </a:solidFill>
                <a:latin typeface="+mj-lt"/>
                <a:ea typeface="+mj-lt"/>
                <a:cs typeface="+mj-lt"/>
              </a:defRPr>
            </a:lvl4pPr>
            <a:lvl5pPr marL="0" indent="0" algn="ctr">
              <a:lnSpc>
                <a:spcPct val="110000"/>
              </a:lnSpc>
              <a:spcBef>
                <a:spcPts val="0"/>
              </a:spcBef>
              <a:spcAft>
                <a:spcPts val="0"/>
              </a:spcAft>
              <a:buNone/>
              <a:defRPr sz="4220" b="1">
                <a:solidFill>
                  <a:schemeClr val="tx1"/>
                </a:solidFill>
                <a:latin typeface="+mj-lt"/>
                <a:ea typeface="+mj-lt"/>
                <a:cs typeface="+mj-lt"/>
              </a:defRPr>
            </a:lvl5pPr>
            <a:lvl6pPr marL="0" indent="0" algn="ctr">
              <a:lnSpc>
                <a:spcPct val="110000"/>
              </a:lnSpc>
              <a:spcBef>
                <a:spcPts val="0"/>
              </a:spcBef>
              <a:spcAft>
                <a:spcPts val="0"/>
              </a:spcAft>
              <a:buNone/>
              <a:defRPr sz="4220" b="1">
                <a:solidFill>
                  <a:schemeClr val="tx1"/>
                </a:solidFill>
                <a:latin typeface="+mj-lt"/>
                <a:ea typeface="+mj-lt"/>
                <a:cs typeface="+mj-lt"/>
              </a:defRPr>
            </a:lvl6pPr>
            <a:lvl7pPr marL="0" indent="0" algn="ctr">
              <a:lnSpc>
                <a:spcPct val="110000"/>
              </a:lnSpc>
              <a:spcBef>
                <a:spcPts val="0"/>
              </a:spcBef>
              <a:spcAft>
                <a:spcPts val="0"/>
              </a:spcAft>
              <a:buNone/>
              <a:defRPr sz="4220" b="1">
                <a:solidFill>
                  <a:schemeClr val="tx1"/>
                </a:solidFill>
                <a:latin typeface="+mj-lt"/>
                <a:ea typeface="+mj-lt"/>
                <a:cs typeface="+mj-lt"/>
              </a:defRPr>
            </a:lvl7pPr>
            <a:lvl8pPr marL="0" indent="0" algn="ctr">
              <a:lnSpc>
                <a:spcPct val="110000"/>
              </a:lnSpc>
              <a:spcBef>
                <a:spcPts val="0"/>
              </a:spcBef>
              <a:spcAft>
                <a:spcPts val="0"/>
              </a:spcAft>
              <a:buNone/>
              <a:defRPr sz="4220" b="1">
                <a:solidFill>
                  <a:schemeClr val="tx1"/>
                </a:solidFill>
                <a:latin typeface="+mj-lt"/>
                <a:ea typeface="+mj-lt"/>
                <a:cs typeface="+mj-lt"/>
              </a:defRPr>
            </a:lvl8pPr>
            <a:lvl9pPr marL="0" indent="0" algn="ctr">
              <a:lnSpc>
                <a:spcPct val="110000"/>
              </a:lnSpc>
              <a:spcBef>
                <a:spcPts val="0"/>
              </a:spcBef>
              <a:spcAft>
                <a:spcPts val="0"/>
              </a:spcAft>
              <a:buNone/>
              <a:defRPr sz="422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848703" y="535907"/>
            <a:ext cx="13390651" cy="842140"/>
          </a:xfrm>
          <a:prstGeom prst="rect">
            <a:avLst/>
          </a:prstGeom>
          <a:noFill/>
          <a:ln>
            <a:noFill/>
            <a:prstDash val="solid"/>
          </a:ln>
        </p:spPr>
        <p:txBody>
          <a:bodyPr wrap="square" lIns="0" tIns="0" rIns="0" bIns="0" anchor="t">
            <a:normAutofit/>
          </a:bodyPr>
          <a:lstStyle>
            <a:defPPr algn="l">
              <a:defRPr sz="3315" b="1">
                <a:solidFill>
                  <a:schemeClr val="tx1"/>
                </a:solidFill>
                <a:latin typeface="+mj-lt"/>
                <a:ea typeface="+mj-lt"/>
                <a:cs typeface="+mj-lt"/>
              </a:defRPr>
            </a:defPPr>
            <a:lvl1pPr marL="0" indent="0" algn="l">
              <a:lnSpc>
                <a:spcPct val="110000"/>
              </a:lnSpc>
              <a:spcBef>
                <a:spcPts val="0"/>
              </a:spcBef>
              <a:spcAft>
                <a:spcPts val="0"/>
              </a:spcAft>
              <a:buNone/>
              <a:defRPr sz="3315" b="1">
                <a:solidFill>
                  <a:schemeClr val="tx1"/>
                </a:solidFill>
                <a:latin typeface="+mj-lt"/>
                <a:ea typeface="+mj-lt"/>
                <a:cs typeface="+mj-lt"/>
              </a:defRPr>
            </a:lvl1pPr>
            <a:lvl2pPr marL="0" indent="0" algn="l">
              <a:lnSpc>
                <a:spcPct val="110000"/>
              </a:lnSpc>
              <a:spcBef>
                <a:spcPts val="0"/>
              </a:spcBef>
              <a:spcAft>
                <a:spcPts val="0"/>
              </a:spcAft>
              <a:buNone/>
              <a:defRPr sz="3315" b="1">
                <a:solidFill>
                  <a:schemeClr val="tx1"/>
                </a:solidFill>
                <a:latin typeface="+mj-lt"/>
                <a:ea typeface="+mj-lt"/>
                <a:cs typeface="+mj-lt"/>
              </a:defRPr>
            </a:lvl2pPr>
            <a:lvl3pPr marL="0" indent="0" algn="l">
              <a:lnSpc>
                <a:spcPct val="110000"/>
              </a:lnSpc>
              <a:spcBef>
                <a:spcPts val="0"/>
              </a:spcBef>
              <a:spcAft>
                <a:spcPts val="0"/>
              </a:spcAft>
              <a:buNone/>
              <a:defRPr sz="3315" b="1">
                <a:solidFill>
                  <a:schemeClr val="tx1"/>
                </a:solidFill>
                <a:latin typeface="+mj-lt"/>
                <a:ea typeface="+mj-lt"/>
                <a:cs typeface="+mj-lt"/>
              </a:defRPr>
            </a:lvl3pPr>
            <a:lvl4pPr marL="0" indent="0" algn="l">
              <a:lnSpc>
                <a:spcPct val="110000"/>
              </a:lnSpc>
              <a:spcBef>
                <a:spcPts val="0"/>
              </a:spcBef>
              <a:spcAft>
                <a:spcPts val="0"/>
              </a:spcAft>
              <a:buNone/>
              <a:defRPr sz="3315" b="1">
                <a:solidFill>
                  <a:schemeClr val="tx1"/>
                </a:solidFill>
                <a:latin typeface="+mj-lt"/>
                <a:ea typeface="+mj-lt"/>
                <a:cs typeface="+mj-lt"/>
              </a:defRPr>
            </a:lvl4pPr>
            <a:lvl5pPr marL="0" indent="0" algn="l">
              <a:lnSpc>
                <a:spcPct val="110000"/>
              </a:lnSpc>
              <a:spcBef>
                <a:spcPts val="0"/>
              </a:spcBef>
              <a:spcAft>
                <a:spcPts val="0"/>
              </a:spcAft>
              <a:buNone/>
              <a:defRPr sz="3315" b="1">
                <a:solidFill>
                  <a:schemeClr val="tx1"/>
                </a:solidFill>
                <a:latin typeface="+mj-lt"/>
                <a:ea typeface="+mj-lt"/>
                <a:cs typeface="+mj-lt"/>
              </a:defRPr>
            </a:lvl5pPr>
            <a:lvl6pPr marL="0" indent="0" algn="l">
              <a:lnSpc>
                <a:spcPct val="110000"/>
              </a:lnSpc>
              <a:spcBef>
                <a:spcPts val="0"/>
              </a:spcBef>
              <a:spcAft>
                <a:spcPts val="0"/>
              </a:spcAft>
              <a:buNone/>
              <a:defRPr sz="3315" b="1">
                <a:solidFill>
                  <a:schemeClr val="tx1"/>
                </a:solidFill>
                <a:latin typeface="+mj-lt"/>
                <a:ea typeface="+mj-lt"/>
                <a:cs typeface="+mj-lt"/>
              </a:defRPr>
            </a:lvl6pPr>
            <a:lvl7pPr marL="0" indent="0" algn="l">
              <a:lnSpc>
                <a:spcPct val="110000"/>
              </a:lnSpc>
              <a:spcBef>
                <a:spcPts val="0"/>
              </a:spcBef>
              <a:spcAft>
                <a:spcPts val="0"/>
              </a:spcAft>
              <a:buNone/>
              <a:defRPr sz="3315" b="1">
                <a:solidFill>
                  <a:schemeClr val="tx1"/>
                </a:solidFill>
                <a:latin typeface="+mj-lt"/>
                <a:ea typeface="+mj-lt"/>
                <a:cs typeface="+mj-lt"/>
              </a:defRPr>
            </a:lvl7pPr>
            <a:lvl8pPr marL="0" indent="0" algn="l">
              <a:lnSpc>
                <a:spcPct val="110000"/>
              </a:lnSpc>
              <a:spcBef>
                <a:spcPts val="0"/>
              </a:spcBef>
              <a:spcAft>
                <a:spcPts val="0"/>
              </a:spcAft>
              <a:buNone/>
              <a:defRPr sz="3315" b="1">
                <a:solidFill>
                  <a:schemeClr val="tx1"/>
                </a:solidFill>
                <a:latin typeface="+mj-lt"/>
                <a:ea typeface="+mj-lt"/>
                <a:cs typeface="+mj-lt"/>
              </a:defRPr>
            </a:lvl8pPr>
            <a:lvl9pPr marL="0" indent="0" algn="l">
              <a:lnSpc>
                <a:spcPct val="110000"/>
              </a:lnSpc>
              <a:spcBef>
                <a:spcPts val="0"/>
              </a:spcBef>
              <a:spcAft>
                <a:spcPts val="0"/>
              </a:spcAft>
              <a:buNone/>
              <a:defRPr sz="3315" b="1">
                <a:solidFill>
                  <a:schemeClr val="tx1"/>
                </a:solidFill>
                <a:latin typeface="+mj-lt"/>
                <a:ea typeface="+mj-lt"/>
                <a:cs typeface="+mj-lt"/>
              </a:defRPr>
            </a:lvl9pPr>
          </a:lstStyle>
          <a:p/>
        </p:txBody>
      </p:sp>
      <p:sp>
        <p:nvSpPr>
          <p:cNvPr id="2" name="Body"/>
          <p:cNvSpPr>
            <a:spLocks noGrp="1"/>
          </p:cNvSpPr>
          <p:nvPr>
            <p:ph type="body" idx="1"/>
          </p:nvPr>
        </p:nvSpPr>
        <p:spPr>
          <a:xfrm>
            <a:off x="848703" y="1913954"/>
            <a:ext cx="13390651" cy="4287256"/>
          </a:xfrm>
          <a:prstGeom prst="rect">
            <a:avLst/>
          </a:prstGeom>
          <a:noFill/>
          <a:ln>
            <a:noFill/>
            <a:prstDash val="solid"/>
          </a:ln>
        </p:spPr>
        <p:txBody>
          <a:bodyPr wrap="square" lIns="0" tIns="0" rIns="0" bIns="0" anchor="t">
            <a:normAutofit/>
          </a:bodyPr>
          <a:lstStyle>
            <a:defPPr algn="l">
              <a:defRPr sz="2260" b="0">
                <a:solidFill>
                  <a:schemeClr val="tx1"/>
                </a:solidFill>
                <a:latin typeface="+mn-lt"/>
                <a:ea typeface="+mn-lt"/>
                <a:cs typeface="+mn-lt"/>
              </a:defRPr>
            </a:defPPr>
            <a:lvl1pPr marL="229870" indent="-229870" algn="l">
              <a:lnSpc>
                <a:spcPct val="110000"/>
              </a:lnSpc>
              <a:spcBef>
                <a:spcPts val="0"/>
              </a:spcBef>
              <a:spcAft>
                <a:spcPts val="1205"/>
              </a:spcAft>
              <a:buChar char="•"/>
              <a:defRPr sz="2260" b="0">
                <a:solidFill>
                  <a:schemeClr val="tx1"/>
                </a:solidFill>
                <a:latin typeface="+mn-lt"/>
                <a:ea typeface="+mn-lt"/>
                <a:cs typeface="+mn-lt"/>
              </a:defRPr>
            </a:lvl1pPr>
            <a:lvl2pPr marL="535940" indent="-229870" algn="l">
              <a:lnSpc>
                <a:spcPct val="110000"/>
              </a:lnSpc>
              <a:spcBef>
                <a:spcPts val="0"/>
              </a:spcBef>
              <a:spcAft>
                <a:spcPts val="1205"/>
              </a:spcAft>
              <a:buChar char="•"/>
              <a:defRPr sz="2260" b="0">
                <a:solidFill>
                  <a:schemeClr val="tx1"/>
                </a:solidFill>
                <a:latin typeface="+mn-lt"/>
                <a:ea typeface="+mn-lt"/>
                <a:cs typeface="+mn-lt"/>
              </a:defRPr>
            </a:lvl2pPr>
            <a:lvl3pPr marL="842010" indent="-229870" algn="l">
              <a:lnSpc>
                <a:spcPct val="110000"/>
              </a:lnSpc>
              <a:spcBef>
                <a:spcPts val="0"/>
              </a:spcBef>
              <a:spcAft>
                <a:spcPts val="1205"/>
              </a:spcAft>
              <a:buChar char="•"/>
              <a:defRPr sz="2260" b="0">
                <a:solidFill>
                  <a:schemeClr val="tx1"/>
                </a:solidFill>
                <a:latin typeface="+mn-lt"/>
                <a:ea typeface="+mn-lt"/>
                <a:cs typeface="+mn-lt"/>
              </a:defRPr>
            </a:lvl3pPr>
            <a:lvl4pPr marL="1148080" indent="-229870" algn="l">
              <a:lnSpc>
                <a:spcPct val="110000"/>
              </a:lnSpc>
              <a:spcBef>
                <a:spcPts val="0"/>
              </a:spcBef>
              <a:spcAft>
                <a:spcPts val="1205"/>
              </a:spcAft>
              <a:buChar char="•"/>
              <a:defRPr sz="2260" b="0">
                <a:solidFill>
                  <a:schemeClr val="tx1"/>
                </a:solidFill>
                <a:latin typeface="+mn-lt"/>
                <a:ea typeface="+mn-lt"/>
                <a:cs typeface="+mn-lt"/>
              </a:defRPr>
            </a:lvl4pPr>
            <a:lvl5pPr marL="1454785" indent="-229870" algn="l">
              <a:lnSpc>
                <a:spcPct val="110000"/>
              </a:lnSpc>
              <a:spcBef>
                <a:spcPts val="0"/>
              </a:spcBef>
              <a:spcAft>
                <a:spcPts val="1205"/>
              </a:spcAft>
              <a:buChar char="•"/>
              <a:defRPr sz="2260" b="0">
                <a:solidFill>
                  <a:schemeClr val="tx1"/>
                </a:solidFill>
                <a:latin typeface="+mn-lt"/>
                <a:ea typeface="+mn-lt"/>
                <a:cs typeface="+mn-lt"/>
              </a:defRPr>
            </a:lvl5pPr>
            <a:lvl6pPr marL="1760855" indent="-229870" algn="l">
              <a:lnSpc>
                <a:spcPct val="110000"/>
              </a:lnSpc>
              <a:spcBef>
                <a:spcPts val="0"/>
              </a:spcBef>
              <a:spcAft>
                <a:spcPts val="1205"/>
              </a:spcAft>
              <a:buChar char="•"/>
              <a:defRPr sz="2260" b="0">
                <a:solidFill>
                  <a:schemeClr val="tx1"/>
                </a:solidFill>
                <a:latin typeface="+mn-lt"/>
                <a:ea typeface="+mn-lt"/>
                <a:cs typeface="+mn-lt"/>
              </a:defRPr>
            </a:lvl6pPr>
            <a:lvl7pPr marL="2066925" indent="-229870" algn="l">
              <a:lnSpc>
                <a:spcPct val="110000"/>
              </a:lnSpc>
              <a:spcBef>
                <a:spcPts val="0"/>
              </a:spcBef>
              <a:spcAft>
                <a:spcPts val="1205"/>
              </a:spcAft>
              <a:buChar char="•"/>
              <a:defRPr sz="2260" b="0">
                <a:solidFill>
                  <a:schemeClr val="tx1"/>
                </a:solidFill>
                <a:latin typeface="+mn-lt"/>
                <a:ea typeface="+mn-lt"/>
                <a:cs typeface="+mn-lt"/>
              </a:defRPr>
            </a:lvl7pPr>
            <a:lvl8pPr marL="2372995" indent="-229870" algn="l">
              <a:lnSpc>
                <a:spcPct val="110000"/>
              </a:lnSpc>
              <a:spcBef>
                <a:spcPts val="0"/>
              </a:spcBef>
              <a:spcAft>
                <a:spcPts val="1205"/>
              </a:spcAft>
              <a:buChar char="•"/>
              <a:defRPr sz="2260" b="0">
                <a:solidFill>
                  <a:schemeClr val="tx1"/>
                </a:solidFill>
                <a:latin typeface="+mn-lt"/>
                <a:ea typeface="+mn-lt"/>
                <a:cs typeface="+mn-lt"/>
              </a:defRPr>
            </a:lvl8pPr>
            <a:lvl9pPr marL="2679700" indent="-229870" algn="l">
              <a:lnSpc>
                <a:spcPct val="110000"/>
              </a:lnSpc>
              <a:spcBef>
                <a:spcPts val="0"/>
              </a:spcBef>
              <a:spcAft>
                <a:spcPts val="1205"/>
              </a:spcAft>
              <a:buChar char="•"/>
              <a:defRPr sz="226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848703" y="535907"/>
            <a:ext cx="13390651" cy="842140"/>
          </a:xfrm>
          <a:prstGeom prst="rect">
            <a:avLst/>
          </a:prstGeom>
          <a:noFill/>
          <a:ln>
            <a:noFill/>
            <a:prstDash val="solid"/>
          </a:ln>
        </p:spPr>
        <p:txBody>
          <a:bodyPr wrap="square" lIns="0" tIns="0" rIns="0" bIns="0" anchor="t">
            <a:normAutofit/>
          </a:bodyPr>
          <a:lstStyle>
            <a:defPPr algn="l">
              <a:defRPr sz="3315" b="1">
                <a:solidFill>
                  <a:schemeClr val="tx1"/>
                </a:solidFill>
                <a:latin typeface="+mj-lt"/>
                <a:ea typeface="+mj-lt"/>
                <a:cs typeface="+mj-lt"/>
              </a:defRPr>
            </a:defPPr>
            <a:lvl1pPr marL="0" indent="0" algn="l">
              <a:lnSpc>
                <a:spcPct val="110000"/>
              </a:lnSpc>
              <a:spcBef>
                <a:spcPts val="0"/>
              </a:spcBef>
              <a:spcAft>
                <a:spcPts val="0"/>
              </a:spcAft>
              <a:buNone/>
              <a:defRPr sz="3315" b="1">
                <a:solidFill>
                  <a:schemeClr val="tx1"/>
                </a:solidFill>
                <a:latin typeface="+mj-lt"/>
                <a:ea typeface="+mj-lt"/>
                <a:cs typeface="+mj-lt"/>
              </a:defRPr>
            </a:lvl1pPr>
            <a:lvl2pPr marL="0" indent="0" algn="l">
              <a:lnSpc>
                <a:spcPct val="110000"/>
              </a:lnSpc>
              <a:spcBef>
                <a:spcPts val="0"/>
              </a:spcBef>
              <a:spcAft>
                <a:spcPts val="0"/>
              </a:spcAft>
              <a:buNone/>
              <a:defRPr sz="3315" b="1">
                <a:solidFill>
                  <a:schemeClr val="tx1"/>
                </a:solidFill>
                <a:latin typeface="+mj-lt"/>
                <a:ea typeface="+mj-lt"/>
                <a:cs typeface="+mj-lt"/>
              </a:defRPr>
            </a:lvl2pPr>
            <a:lvl3pPr marL="0" indent="0" algn="l">
              <a:lnSpc>
                <a:spcPct val="110000"/>
              </a:lnSpc>
              <a:spcBef>
                <a:spcPts val="0"/>
              </a:spcBef>
              <a:spcAft>
                <a:spcPts val="0"/>
              </a:spcAft>
              <a:buNone/>
              <a:defRPr sz="3315" b="1">
                <a:solidFill>
                  <a:schemeClr val="tx1"/>
                </a:solidFill>
                <a:latin typeface="+mj-lt"/>
                <a:ea typeface="+mj-lt"/>
                <a:cs typeface="+mj-lt"/>
              </a:defRPr>
            </a:lvl3pPr>
            <a:lvl4pPr marL="0" indent="0" algn="l">
              <a:lnSpc>
                <a:spcPct val="110000"/>
              </a:lnSpc>
              <a:spcBef>
                <a:spcPts val="0"/>
              </a:spcBef>
              <a:spcAft>
                <a:spcPts val="0"/>
              </a:spcAft>
              <a:buNone/>
              <a:defRPr sz="3315" b="1">
                <a:solidFill>
                  <a:schemeClr val="tx1"/>
                </a:solidFill>
                <a:latin typeface="+mj-lt"/>
                <a:ea typeface="+mj-lt"/>
                <a:cs typeface="+mj-lt"/>
              </a:defRPr>
            </a:lvl4pPr>
            <a:lvl5pPr marL="0" indent="0" algn="l">
              <a:lnSpc>
                <a:spcPct val="110000"/>
              </a:lnSpc>
              <a:spcBef>
                <a:spcPts val="0"/>
              </a:spcBef>
              <a:spcAft>
                <a:spcPts val="0"/>
              </a:spcAft>
              <a:buNone/>
              <a:defRPr sz="3315" b="1">
                <a:solidFill>
                  <a:schemeClr val="tx1"/>
                </a:solidFill>
                <a:latin typeface="+mj-lt"/>
                <a:ea typeface="+mj-lt"/>
                <a:cs typeface="+mj-lt"/>
              </a:defRPr>
            </a:lvl5pPr>
            <a:lvl6pPr marL="0" indent="0" algn="l">
              <a:lnSpc>
                <a:spcPct val="110000"/>
              </a:lnSpc>
              <a:spcBef>
                <a:spcPts val="0"/>
              </a:spcBef>
              <a:spcAft>
                <a:spcPts val="0"/>
              </a:spcAft>
              <a:buNone/>
              <a:defRPr sz="3315" b="1">
                <a:solidFill>
                  <a:schemeClr val="tx1"/>
                </a:solidFill>
                <a:latin typeface="+mj-lt"/>
                <a:ea typeface="+mj-lt"/>
                <a:cs typeface="+mj-lt"/>
              </a:defRPr>
            </a:lvl6pPr>
            <a:lvl7pPr marL="0" indent="0" algn="l">
              <a:lnSpc>
                <a:spcPct val="110000"/>
              </a:lnSpc>
              <a:spcBef>
                <a:spcPts val="0"/>
              </a:spcBef>
              <a:spcAft>
                <a:spcPts val="0"/>
              </a:spcAft>
              <a:buNone/>
              <a:defRPr sz="3315" b="1">
                <a:solidFill>
                  <a:schemeClr val="tx1"/>
                </a:solidFill>
                <a:latin typeface="+mj-lt"/>
                <a:ea typeface="+mj-lt"/>
                <a:cs typeface="+mj-lt"/>
              </a:defRPr>
            </a:lvl7pPr>
            <a:lvl8pPr marL="0" indent="0" algn="l">
              <a:lnSpc>
                <a:spcPct val="110000"/>
              </a:lnSpc>
              <a:spcBef>
                <a:spcPts val="0"/>
              </a:spcBef>
              <a:spcAft>
                <a:spcPts val="0"/>
              </a:spcAft>
              <a:buNone/>
              <a:defRPr sz="3315" b="1">
                <a:solidFill>
                  <a:schemeClr val="tx1"/>
                </a:solidFill>
                <a:latin typeface="+mj-lt"/>
                <a:ea typeface="+mj-lt"/>
                <a:cs typeface="+mj-lt"/>
              </a:defRPr>
            </a:lvl8pPr>
            <a:lvl9pPr marL="0" indent="0" algn="l">
              <a:lnSpc>
                <a:spcPct val="110000"/>
              </a:lnSpc>
              <a:spcBef>
                <a:spcPts val="0"/>
              </a:spcBef>
              <a:spcAft>
                <a:spcPts val="0"/>
              </a:spcAft>
              <a:buNone/>
              <a:defRPr sz="3315" b="1">
                <a:solidFill>
                  <a:schemeClr val="tx1"/>
                </a:solidFill>
                <a:latin typeface="+mj-lt"/>
                <a:ea typeface="+mj-lt"/>
                <a:cs typeface="+mj-lt"/>
              </a:defRPr>
            </a:lvl9pPr>
          </a:lstStyle>
          <a:p/>
        </p:txBody>
      </p:sp>
      <p:sp>
        <p:nvSpPr>
          <p:cNvPr id="2" name="Left column"/>
          <p:cNvSpPr>
            <a:spLocks noGrp="1"/>
          </p:cNvSpPr>
          <p:nvPr>
            <p:ph type="body" idx="1"/>
          </p:nvPr>
        </p:nvSpPr>
        <p:spPr>
          <a:xfrm>
            <a:off x="848703" y="1913954"/>
            <a:ext cx="6223824" cy="4287256"/>
          </a:xfrm>
          <a:prstGeom prst="rect">
            <a:avLst/>
          </a:prstGeom>
          <a:noFill/>
          <a:ln>
            <a:noFill/>
            <a:prstDash val="solid"/>
          </a:ln>
        </p:spPr>
        <p:txBody>
          <a:bodyPr wrap="square" lIns="0" tIns="0" rIns="0" bIns="0" anchor="t">
            <a:normAutofit/>
          </a:bodyPr>
          <a:lstStyle>
            <a:defPPr algn="l">
              <a:defRPr sz="2110" b="0">
                <a:solidFill>
                  <a:schemeClr val="tx1"/>
                </a:solidFill>
                <a:latin typeface="+mn-lt"/>
                <a:ea typeface="+mn-lt"/>
                <a:cs typeface="+mn-lt"/>
              </a:defRPr>
            </a:defPPr>
            <a:lvl1pPr marL="229870" indent="-229870" algn="l">
              <a:lnSpc>
                <a:spcPct val="110000"/>
              </a:lnSpc>
              <a:spcBef>
                <a:spcPts val="0"/>
              </a:spcBef>
              <a:spcAft>
                <a:spcPts val="1205"/>
              </a:spcAft>
              <a:buChar char="•"/>
              <a:defRPr sz="2110" b="0">
                <a:solidFill>
                  <a:schemeClr val="tx1"/>
                </a:solidFill>
                <a:latin typeface="+mn-lt"/>
                <a:ea typeface="+mn-lt"/>
                <a:cs typeface="+mn-lt"/>
              </a:defRPr>
            </a:lvl1pPr>
            <a:lvl2pPr marL="535940" indent="-229870" algn="l">
              <a:lnSpc>
                <a:spcPct val="110000"/>
              </a:lnSpc>
              <a:spcBef>
                <a:spcPts val="0"/>
              </a:spcBef>
              <a:spcAft>
                <a:spcPts val="1205"/>
              </a:spcAft>
              <a:buChar char="•"/>
              <a:defRPr sz="2110" b="0">
                <a:solidFill>
                  <a:schemeClr val="tx1"/>
                </a:solidFill>
                <a:latin typeface="+mn-lt"/>
                <a:ea typeface="+mn-lt"/>
                <a:cs typeface="+mn-lt"/>
              </a:defRPr>
            </a:lvl2pPr>
            <a:lvl3pPr marL="842010" indent="-229870" algn="l">
              <a:lnSpc>
                <a:spcPct val="110000"/>
              </a:lnSpc>
              <a:spcBef>
                <a:spcPts val="0"/>
              </a:spcBef>
              <a:spcAft>
                <a:spcPts val="1205"/>
              </a:spcAft>
              <a:buChar char="•"/>
              <a:defRPr sz="2110" b="0">
                <a:solidFill>
                  <a:schemeClr val="tx1"/>
                </a:solidFill>
                <a:latin typeface="+mn-lt"/>
                <a:ea typeface="+mn-lt"/>
                <a:cs typeface="+mn-lt"/>
              </a:defRPr>
            </a:lvl3pPr>
            <a:lvl4pPr marL="1148080" indent="-229870" algn="l">
              <a:lnSpc>
                <a:spcPct val="110000"/>
              </a:lnSpc>
              <a:spcBef>
                <a:spcPts val="0"/>
              </a:spcBef>
              <a:spcAft>
                <a:spcPts val="1205"/>
              </a:spcAft>
              <a:buChar char="•"/>
              <a:defRPr sz="2110" b="0">
                <a:solidFill>
                  <a:schemeClr val="tx1"/>
                </a:solidFill>
                <a:latin typeface="+mn-lt"/>
                <a:ea typeface="+mn-lt"/>
                <a:cs typeface="+mn-lt"/>
              </a:defRPr>
            </a:lvl4pPr>
            <a:lvl5pPr marL="1454785" indent="-229870" algn="l">
              <a:lnSpc>
                <a:spcPct val="110000"/>
              </a:lnSpc>
              <a:spcBef>
                <a:spcPts val="0"/>
              </a:spcBef>
              <a:spcAft>
                <a:spcPts val="1205"/>
              </a:spcAft>
              <a:buChar char="•"/>
              <a:defRPr sz="2110" b="0">
                <a:solidFill>
                  <a:schemeClr val="tx1"/>
                </a:solidFill>
                <a:latin typeface="+mn-lt"/>
                <a:ea typeface="+mn-lt"/>
                <a:cs typeface="+mn-lt"/>
              </a:defRPr>
            </a:lvl5pPr>
            <a:lvl6pPr marL="1760855" indent="-229870" algn="l">
              <a:lnSpc>
                <a:spcPct val="110000"/>
              </a:lnSpc>
              <a:spcBef>
                <a:spcPts val="0"/>
              </a:spcBef>
              <a:spcAft>
                <a:spcPts val="1205"/>
              </a:spcAft>
              <a:buChar char="•"/>
              <a:defRPr sz="2110" b="0">
                <a:solidFill>
                  <a:schemeClr val="tx1"/>
                </a:solidFill>
                <a:latin typeface="+mn-lt"/>
                <a:ea typeface="+mn-lt"/>
                <a:cs typeface="+mn-lt"/>
              </a:defRPr>
            </a:lvl6pPr>
            <a:lvl7pPr marL="2066925" indent="-229870" algn="l">
              <a:lnSpc>
                <a:spcPct val="110000"/>
              </a:lnSpc>
              <a:spcBef>
                <a:spcPts val="0"/>
              </a:spcBef>
              <a:spcAft>
                <a:spcPts val="1205"/>
              </a:spcAft>
              <a:buChar char="•"/>
              <a:defRPr sz="2110" b="0">
                <a:solidFill>
                  <a:schemeClr val="tx1"/>
                </a:solidFill>
                <a:latin typeface="+mn-lt"/>
                <a:ea typeface="+mn-lt"/>
                <a:cs typeface="+mn-lt"/>
              </a:defRPr>
            </a:lvl7pPr>
            <a:lvl8pPr marL="2372995" indent="-229870" algn="l">
              <a:lnSpc>
                <a:spcPct val="110000"/>
              </a:lnSpc>
              <a:spcBef>
                <a:spcPts val="0"/>
              </a:spcBef>
              <a:spcAft>
                <a:spcPts val="1205"/>
              </a:spcAft>
              <a:buChar char="•"/>
              <a:defRPr sz="2110" b="0">
                <a:solidFill>
                  <a:schemeClr val="tx1"/>
                </a:solidFill>
                <a:latin typeface="+mn-lt"/>
                <a:ea typeface="+mn-lt"/>
                <a:cs typeface="+mn-lt"/>
              </a:defRPr>
            </a:lvl8pPr>
            <a:lvl9pPr marL="2679700" indent="-229870" algn="l">
              <a:lnSpc>
                <a:spcPct val="110000"/>
              </a:lnSpc>
              <a:spcBef>
                <a:spcPts val="0"/>
              </a:spcBef>
              <a:spcAft>
                <a:spcPts val="1205"/>
              </a:spcAft>
              <a:buChar char="•"/>
              <a:defRPr sz="2110" b="0">
                <a:solidFill>
                  <a:schemeClr val="tx1"/>
                </a:solidFill>
                <a:latin typeface="+mn-lt"/>
                <a:ea typeface="+mn-lt"/>
                <a:cs typeface="+mn-lt"/>
              </a:defRPr>
            </a:lvl9pPr>
          </a:lstStyle>
          <a:p/>
        </p:txBody>
      </p:sp>
      <p:sp>
        <p:nvSpPr>
          <p:cNvPr id="3" name="Right column"/>
          <p:cNvSpPr>
            <a:spLocks noGrp="1"/>
          </p:cNvSpPr>
          <p:nvPr>
            <p:ph type="body" idx="2"/>
          </p:nvPr>
        </p:nvSpPr>
        <p:spPr>
          <a:xfrm>
            <a:off x="8015530" y="1913954"/>
            <a:ext cx="6223824" cy="4287256"/>
          </a:xfrm>
          <a:prstGeom prst="rect">
            <a:avLst/>
          </a:prstGeom>
          <a:noFill/>
          <a:ln>
            <a:noFill/>
            <a:prstDash val="solid"/>
          </a:ln>
        </p:spPr>
        <p:txBody>
          <a:bodyPr wrap="square" lIns="0" tIns="0" rIns="0" bIns="0" anchor="t">
            <a:normAutofit/>
          </a:bodyPr>
          <a:lstStyle>
            <a:defPPr algn="l">
              <a:defRPr sz="2110" b="0">
                <a:solidFill>
                  <a:schemeClr val="tx1"/>
                </a:solidFill>
                <a:latin typeface="+mn-lt"/>
                <a:ea typeface="+mn-lt"/>
                <a:cs typeface="+mn-lt"/>
              </a:defRPr>
            </a:defPPr>
            <a:lvl1pPr marL="229870" indent="-229870" algn="l">
              <a:lnSpc>
                <a:spcPct val="110000"/>
              </a:lnSpc>
              <a:spcBef>
                <a:spcPts val="0"/>
              </a:spcBef>
              <a:spcAft>
                <a:spcPts val="1205"/>
              </a:spcAft>
              <a:buChar char="•"/>
              <a:defRPr sz="2110" b="0">
                <a:solidFill>
                  <a:schemeClr val="tx1"/>
                </a:solidFill>
                <a:latin typeface="+mn-lt"/>
                <a:ea typeface="+mn-lt"/>
                <a:cs typeface="+mn-lt"/>
              </a:defRPr>
            </a:lvl1pPr>
            <a:lvl2pPr marL="535940" indent="-229870" algn="l">
              <a:lnSpc>
                <a:spcPct val="110000"/>
              </a:lnSpc>
              <a:spcBef>
                <a:spcPts val="0"/>
              </a:spcBef>
              <a:spcAft>
                <a:spcPts val="1205"/>
              </a:spcAft>
              <a:buChar char="•"/>
              <a:defRPr sz="2110" b="0">
                <a:solidFill>
                  <a:schemeClr val="tx1"/>
                </a:solidFill>
                <a:latin typeface="+mn-lt"/>
                <a:ea typeface="+mn-lt"/>
                <a:cs typeface="+mn-lt"/>
              </a:defRPr>
            </a:lvl2pPr>
            <a:lvl3pPr marL="842010" indent="-229870" algn="l">
              <a:lnSpc>
                <a:spcPct val="110000"/>
              </a:lnSpc>
              <a:spcBef>
                <a:spcPts val="0"/>
              </a:spcBef>
              <a:spcAft>
                <a:spcPts val="1205"/>
              </a:spcAft>
              <a:buChar char="•"/>
              <a:defRPr sz="2110" b="0">
                <a:solidFill>
                  <a:schemeClr val="tx1"/>
                </a:solidFill>
                <a:latin typeface="+mn-lt"/>
                <a:ea typeface="+mn-lt"/>
                <a:cs typeface="+mn-lt"/>
              </a:defRPr>
            </a:lvl3pPr>
            <a:lvl4pPr marL="1148080" indent="-229870" algn="l">
              <a:lnSpc>
                <a:spcPct val="110000"/>
              </a:lnSpc>
              <a:spcBef>
                <a:spcPts val="0"/>
              </a:spcBef>
              <a:spcAft>
                <a:spcPts val="1205"/>
              </a:spcAft>
              <a:buChar char="•"/>
              <a:defRPr sz="2110" b="0">
                <a:solidFill>
                  <a:schemeClr val="tx1"/>
                </a:solidFill>
                <a:latin typeface="+mn-lt"/>
                <a:ea typeface="+mn-lt"/>
                <a:cs typeface="+mn-lt"/>
              </a:defRPr>
            </a:lvl4pPr>
            <a:lvl5pPr marL="1454785" indent="-229870" algn="l">
              <a:lnSpc>
                <a:spcPct val="110000"/>
              </a:lnSpc>
              <a:spcBef>
                <a:spcPts val="0"/>
              </a:spcBef>
              <a:spcAft>
                <a:spcPts val="1205"/>
              </a:spcAft>
              <a:buChar char="•"/>
              <a:defRPr sz="2110" b="0">
                <a:solidFill>
                  <a:schemeClr val="tx1"/>
                </a:solidFill>
                <a:latin typeface="+mn-lt"/>
                <a:ea typeface="+mn-lt"/>
                <a:cs typeface="+mn-lt"/>
              </a:defRPr>
            </a:lvl5pPr>
            <a:lvl6pPr marL="1760855" indent="-229870" algn="l">
              <a:lnSpc>
                <a:spcPct val="110000"/>
              </a:lnSpc>
              <a:spcBef>
                <a:spcPts val="0"/>
              </a:spcBef>
              <a:spcAft>
                <a:spcPts val="1205"/>
              </a:spcAft>
              <a:buChar char="•"/>
              <a:defRPr sz="2110" b="0">
                <a:solidFill>
                  <a:schemeClr val="tx1"/>
                </a:solidFill>
                <a:latin typeface="+mn-lt"/>
                <a:ea typeface="+mn-lt"/>
                <a:cs typeface="+mn-lt"/>
              </a:defRPr>
            </a:lvl6pPr>
            <a:lvl7pPr marL="2066925" indent="-229870" algn="l">
              <a:lnSpc>
                <a:spcPct val="110000"/>
              </a:lnSpc>
              <a:spcBef>
                <a:spcPts val="0"/>
              </a:spcBef>
              <a:spcAft>
                <a:spcPts val="1205"/>
              </a:spcAft>
              <a:buChar char="•"/>
              <a:defRPr sz="2110" b="0">
                <a:solidFill>
                  <a:schemeClr val="tx1"/>
                </a:solidFill>
                <a:latin typeface="+mn-lt"/>
                <a:ea typeface="+mn-lt"/>
                <a:cs typeface="+mn-lt"/>
              </a:defRPr>
            </a:lvl7pPr>
            <a:lvl8pPr marL="2372995" indent="-229870" algn="l">
              <a:lnSpc>
                <a:spcPct val="110000"/>
              </a:lnSpc>
              <a:spcBef>
                <a:spcPts val="0"/>
              </a:spcBef>
              <a:spcAft>
                <a:spcPts val="1205"/>
              </a:spcAft>
              <a:buChar char="•"/>
              <a:defRPr sz="2110" b="0">
                <a:solidFill>
                  <a:schemeClr val="tx1"/>
                </a:solidFill>
                <a:latin typeface="+mn-lt"/>
                <a:ea typeface="+mn-lt"/>
                <a:cs typeface="+mn-lt"/>
              </a:defRPr>
            </a:lvl8pPr>
            <a:lvl9pPr marL="2679700" indent="-229870" algn="l">
              <a:lnSpc>
                <a:spcPct val="110000"/>
              </a:lnSpc>
              <a:spcBef>
                <a:spcPts val="0"/>
              </a:spcBef>
              <a:spcAft>
                <a:spcPts val="1205"/>
              </a:spcAft>
              <a:buChar char="•"/>
              <a:defRPr sz="211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848703" y="535907"/>
            <a:ext cx="13390651" cy="842140"/>
          </a:xfrm>
          <a:prstGeom prst="rect">
            <a:avLst/>
          </a:prstGeom>
          <a:noFill/>
          <a:ln>
            <a:noFill/>
            <a:prstDash val="solid"/>
          </a:ln>
        </p:spPr>
        <p:txBody>
          <a:bodyPr wrap="square" lIns="0" tIns="0" rIns="0" bIns="0" anchor="t">
            <a:normAutofit/>
          </a:bodyPr>
          <a:lstStyle>
            <a:defPPr algn="l">
              <a:defRPr sz="3315" b="1">
                <a:solidFill>
                  <a:schemeClr val="tx1"/>
                </a:solidFill>
                <a:latin typeface="+mj-lt"/>
                <a:ea typeface="+mj-lt"/>
                <a:cs typeface="+mj-lt"/>
              </a:defRPr>
            </a:defPPr>
            <a:lvl1pPr marL="0" indent="0" algn="l">
              <a:lnSpc>
                <a:spcPct val="110000"/>
              </a:lnSpc>
              <a:spcBef>
                <a:spcPts val="0"/>
              </a:spcBef>
              <a:spcAft>
                <a:spcPts val="0"/>
              </a:spcAft>
              <a:buNone/>
              <a:defRPr sz="3315" b="1">
                <a:solidFill>
                  <a:schemeClr val="tx1"/>
                </a:solidFill>
                <a:latin typeface="+mj-lt"/>
                <a:ea typeface="+mj-lt"/>
                <a:cs typeface="+mj-lt"/>
              </a:defRPr>
            </a:lvl1pPr>
            <a:lvl2pPr marL="0" indent="0" algn="l">
              <a:lnSpc>
                <a:spcPct val="110000"/>
              </a:lnSpc>
              <a:spcBef>
                <a:spcPts val="0"/>
              </a:spcBef>
              <a:spcAft>
                <a:spcPts val="0"/>
              </a:spcAft>
              <a:buNone/>
              <a:defRPr sz="3315" b="1">
                <a:solidFill>
                  <a:schemeClr val="tx1"/>
                </a:solidFill>
                <a:latin typeface="+mj-lt"/>
                <a:ea typeface="+mj-lt"/>
                <a:cs typeface="+mj-lt"/>
              </a:defRPr>
            </a:lvl2pPr>
            <a:lvl3pPr marL="0" indent="0" algn="l">
              <a:lnSpc>
                <a:spcPct val="110000"/>
              </a:lnSpc>
              <a:spcBef>
                <a:spcPts val="0"/>
              </a:spcBef>
              <a:spcAft>
                <a:spcPts val="0"/>
              </a:spcAft>
              <a:buNone/>
              <a:defRPr sz="3315" b="1">
                <a:solidFill>
                  <a:schemeClr val="tx1"/>
                </a:solidFill>
                <a:latin typeface="+mj-lt"/>
                <a:ea typeface="+mj-lt"/>
                <a:cs typeface="+mj-lt"/>
              </a:defRPr>
            </a:lvl3pPr>
            <a:lvl4pPr marL="0" indent="0" algn="l">
              <a:lnSpc>
                <a:spcPct val="110000"/>
              </a:lnSpc>
              <a:spcBef>
                <a:spcPts val="0"/>
              </a:spcBef>
              <a:spcAft>
                <a:spcPts val="0"/>
              </a:spcAft>
              <a:buNone/>
              <a:defRPr sz="3315" b="1">
                <a:solidFill>
                  <a:schemeClr val="tx1"/>
                </a:solidFill>
                <a:latin typeface="+mj-lt"/>
                <a:ea typeface="+mj-lt"/>
                <a:cs typeface="+mj-lt"/>
              </a:defRPr>
            </a:lvl4pPr>
            <a:lvl5pPr marL="0" indent="0" algn="l">
              <a:lnSpc>
                <a:spcPct val="110000"/>
              </a:lnSpc>
              <a:spcBef>
                <a:spcPts val="0"/>
              </a:spcBef>
              <a:spcAft>
                <a:spcPts val="0"/>
              </a:spcAft>
              <a:buNone/>
              <a:defRPr sz="3315" b="1">
                <a:solidFill>
                  <a:schemeClr val="tx1"/>
                </a:solidFill>
                <a:latin typeface="+mj-lt"/>
                <a:ea typeface="+mj-lt"/>
                <a:cs typeface="+mj-lt"/>
              </a:defRPr>
            </a:lvl5pPr>
            <a:lvl6pPr marL="0" indent="0" algn="l">
              <a:lnSpc>
                <a:spcPct val="110000"/>
              </a:lnSpc>
              <a:spcBef>
                <a:spcPts val="0"/>
              </a:spcBef>
              <a:spcAft>
                <a:spcPts val="0"/>
              </a:spcAft>
              <a:buNone/>
              <a:defRPr sz="3315" b="1">
                <a:solidFill>
                  <a:schemeClr val="tx1"/>
                </a:solidFill>
                <a:latin typeface="+mj-lt"/>
                <a:ea typeface="+mj-lt"/>
                <a:cs typeface="+mj-lt"/>
              </a:defRPr>
            </a:lvl6pPr>
            <a:lvl7pPr marL="0" indent="0" algn="l">
              <a:lnSpc>
                <a:spcPct val="110000"/>
              </a:lnSpc>
              <a:spcBef>
                <a:spcPts val="0"/>
              </a:spcBef>
              <a:spcAft>
                <a:spcPts val="0"/>
              </a:spcAft>
              <a:buNone/>
              <a:defRPr sz="3315" b="1">
                <a:solidFill>
                  <a:schemeClr val="tx1"/>
                </a:solidFill>
                <a:latin typeface="+mj-lt"/>
                <a:ea typeface="+mj-lt"/>
                <a:cs typeface="+mj-lt"/>
              </a:defRPr>
            </a:lvl7pPr>
            <a:lvl8pPr marL="0" indent="0" algn="l">
              <a:lnSpc>
                <a:spcPct val="110000"/>
              </a:lnSpc>
              <a:spcBef>
                <a:spcPts val="0"/>
              </a:spcBef>
              <a:spcAft>
                <a:spcPts val="0"/>
              </a:spcAft>
              <a:buNone/>
              <a:defRPr sz="3315" b="1">
                <a:solidFill>
                  <a:schemeClr val="tx1"/>
                </a:solidFill>
                <a:latin typeface="+mj-lt"/>
                <a:ea typeface="+mj-lt"/>
                <a:cs typeface="+mj-lt"/>
              </a:defRPr>
            </a:lvl8pPr>
            <a:lvl9pPr marL="0" indent="0" algn="l">
              <a:lnSpc>
                <a:spcPct val="110000"/>
              </a:lnSpc>
              <a:spcBef>
                <a:spcPts val="0"/>
              </a:spcBef>
              <a:spcAft>
                <a:spcPts val="0"/>
              </a:spcAft>
              <a:buNone/>
              <a:defRPr sz="3315" b="1">
                <a:solidFill>
                  <a:schemeClr val="tx1"/>
                </a:solidFill>
                <a:latin typeface="+mj-lt"/>
                <a:ea typeface="+mj-lt"/>
                <a:cs typeface="+mj-lt"/>
              </a:defRPr>
            </a:lvl9pPr>
          </a:lstStyle>
          <a:p/>
        </p:txBody>
      </p:sp>
      <p:sp>
        <p:nvSpPr>
          <p:cNvPr id="2" name="Left column"/>
          <p:cNvSpPr>
            <a:spLocks noGrp="1"/>
          </p:cNvSpPr>
          <p:nvPr>
            <p:ph type="body" idx="1"/>
          </p:nvPr>
        </p:nvSpPr>
        <p:spPr>
          <a:xfrm>
            <a:off x="848703" y="1913954"/>
            <a:ext cx="6223824" cy="4287256"/>
          </a:xfrm>
          <a:prstGeom prst="rect">
            <a:avLst/>
          </a:prstGeom>
          <a:noFill/>
          <a:ln>
            <a:noFill/>
            <a:prstDash val="solid"/>
          </a:ln>
        </p:spPr>
        <p:txBody>
          <a:bodyPr wrap="square" lIns="0" tIns="0" rIns="0" bIns="0" anchor="t">
            <a:normAutofit/>
          </a:bodyPr>
          <a:lstStyle>
            <a:defPPr algn="l">
              <a:defRPr sz="2260" b="0">
                <a:solidFill>
                  <a:schemeClr val="tx1"/>
                </a:solidFill>
                <a:latin typeface="+mn-lt"/>
                <a:ea typeface="+mn-lt"/>
                <a:cs typeface="+mn-lt"/>
              </a:defRPr>
            </a:defPPr>
            <a:lvl1pPr marL="229870" indent="-229870" algn="l">
              <a:lnSpc>
                <a:spcPct val="110000"/>
              </a:lnSpc>
              <a:spcBef>
                <a:spcPts val="0"/>
              </a:spcBef>
              <a:spcAft>
                <a:spcPts val="1205"/>
              </a:spcAft>
              <a:buChar char="•"/>
              <a:defRPr sz="2260" b="0">
                <a:solidFill>
                  <a:schemeClr val="tx1"/>
                </a:solidFill>
                <a:latin typeface="+mn-lt"/>
                <a:ea typeface="+mn-lt"/>
                <a:cs typeface="+mn-lt"/>
              </a:defRPr>
            </a:lvl1pPr>
            <a:lvl2pPr marL="535940" indent="-229870" algn="l">
              <a:lnSpc>
                <a:spcPct val="110000"/>
              </a:lnSpc>
              <a:spcBef>
                <a:spcPts val="0"/>
              </a:spcBef>
              <a:spcAft>
                <a:spcPts val="1205"/>
              </a:spcAft>
              <a:buChar char="•"/>
              <a:defRPr sz="2260" b="0">
                <a:solidFill>
                  <a:schemeClr val="tx1"/>
                </a:solidFill>
                <a:latin typeface="+mn-lt"/>
                <a:ea typeface="+mn-lt"/>
                <a:cs typeface="+mn-lt"/>
              </a:defRPr>
            </a:lvl2pPr>
            <a:lvl3pPr marL="842010" indent="-229870" algn="l">
              <a:lnSpc>
                <a:spcPct val="110000"/>
              </a:lnSpc>
              <a:spcBef>
                <a:spcPts val="0"/>
              </a:spcBef>
              <a:spcAft>
                <a:spcPts val="1205"/>
              </a:spcAft>
              <a:buChar char="•"/>
              <a:defRPr sz="2260" b="0">
                <a:solidFill>
                  <a:schemeClr val="tx1"/>
                </a:solidFill>
                <a:latin typeface="+mn-lt"/>
                <a:ea typeface="+mn-lt"/>
                <a:cs typeface="+mn-lt"/>
              </a:defRPr>
            </a:lvl3pPr>
            <a:lvl4pPr marL="1148080" indent="-229870" algn="l">
              <a:lnSpc>
                <a:spcPct val="110000"/>
              </a:lnSpc>
              <a:spcBef>
                <a:spcPts val="0"/>
              </a:spcBef>
              <a:spcAft>
                <a:spcPts val="1205"/>
              </a:spcAft>
              <a:buChar char="•"/>
              <a:defRPr sz="2260" b="0">
                <a:solidFill>
                  <a:schemeClr val="tx1"/>
                </a:solidFill>
                <a:latin typeface="+mn-lt"/>
                <a:ea typeface="+mn-lt"/>
                <a:cs typeface="+mn-lt"/>
              </a:defRPr>
            </a:lvl4pPr>
            <a:lvl5pPr marL="1454785" indent="-229870" algn="l">
              <a:lnSpc>
                <a:spcPct val="110000"/>
              </a:lnSpc>
              <a:spcBef>
                <a:spcPts val="0"/>
              </a:spcBef>
              <a:spcAft>
                <a:spcPts val="1205"/>
              </a:spcAft>
              <a:buChar char="•"/>
              <a:defRPr sz="2260" b="0">
                <a:solidFill>
                  <a:schemeClr val="tx1"/>
                </a:solidFill>
                <a:latin typeface="+mn-lt"/>
                <a:ea typeface="+mn-lt"/>
                <a:cs typeface="+mn-lt"/>
              </a:defRPr>
            </a:lvl5pPr>
            <a:lvl6pPr marL="1760855" indent="-229870" algn="l">
              <a:lnSpc>
                <a:spcPct val="110000"/>
              </a:lnSpc>
              <a:spcBef>
                <a:spcPts val="0"/>
              </a:spcBef>
              <a:spcAft>
                <a:spcPts val="1205"/>
              </a:spcAft>
              <a:buChar char="•"/>
              <a:defRPr sz="2260" b="0">
                <a:solidFill>
                  <a:schemeClr val="tx1"/>
                </a:solidFill>
                <a:latin typeface="+mn-lt"/>
                <a:ea typeface="+mn-lt"/>
                <a:cs typeface="+mn-lt"/>
              </a:defRPr>
            </a:lvl6pPr>
            <a:lvl7pPr marL="2066925" indent="-229870" algn="l">
              <a:lnSpc>
                <a:spcPct val="110000"/>
              </a:lnSpc>
              <a:spcBef>
                <a:spcPts val="0"/>
              </a:spcBef>
              <a:spcAft>
                <a:spcPts val="1205"/>
              </a:spcAft>
              <a:buChar char="•"/>
              <a:defRPr sz="2260" b="0">
                <a:solidFill>
                  <a:schemeClr val="tx1"/>
                </a:solidFill>
                <a:latin typeface="+mn-lt"/>
                <a:ea typeface="+mn-lt"/>
                <a:cs typeface="+mn-lt"/>
              </a:defRPr>
            </a:lvl7pPr>
            <a:lvl8pPr marL="2372995" indent="-229870" algn="l">
              <a:lnSpc>
                <a:spcPct val="110000"/>
              </a:lnSpc>
              <a:spcBef>
                <a:spcPts val="0"/>
              </a:spcBef>
              <a:spcAft>
                <a:spcPts val="1205"/>
              </a:spcAft>
              <a:buChar char="•"/>
              <a:defRPr sz="2260" b="0">
                <a:solidFill>
                  <a:schemeClr val="tx1"/>
                </a:solidFill>
                <a:latin typeface="+mn-lt"/>
                <a:ea typeface="+mn-lt"/>
                <a:cs typeface="+mn-lt"/>
              </a:defRPr>
            </a:lvl8pPr>
            <a:lvl9pPr marL="2679700" indent="-229870" algn="l">
              <a:lnSpc>
                <a:spcPct val="110000"/>
              </a:lnSpc>
              <a:spcBef>
                <a:spcPts val="0"/>
              </a:spcBef>
              <a:spcAft>
                <a:spcPts val="1205"/>
              </a:spcAft>
              <a:buChar char="•"/>
              <a:defRPr sz="226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svg"/><Relationship Id="rId7" Type="http://schemas.openxmlformats.org/officeDocument/2006/relationships/image" Target="../media/image7.svg"/><Relationship Id="rId6" Type="http://schemas.openxmlformats.org/officeDocument/2006/relationships/image" Target="../media/image6.svg"/><Relationship Id="rId5" Type="http://schemas.openxmlformats.org/officeDocument/2006/relationships/image" Target="../media/image5.png"/><Relationship Id="rId46" Type="http://schemas.openxmlformats.org/officeDocument/2006/relationships/notesSlide" Target="../notesSlides/notesSlide1.xml"/><Relationship Id="rId45" Type="http://schemas.openxmlformats.org/officeDocument/2006/relationships/slideLayout" Target="../slideLayouts/slideLayout6.xml"/><Relationship Id="rId44" Type="http://schemas.openxmlformats.org/officeDocument/2006/relationships/image" Target="../media/image44.png"/><Relationship Id="rId43" Type="http://schemas.openxmlformats.org/officeDocument/2006/relationships/image" Target="../media/image43.png"/><Relationship Id="rId42" Type="http://schemas.openxmlformats.org/officeDocument/2006/relationships/image" Target="../media/image42.png"/><Relationship Id="rId41" Type="http://schemas.openxmlformats.org/officeDocument/2006/relationships/image" Target="../media/image41.png"/><Relationship Id="rId40" Type="http://schemas.openxmlformats.org/officeDocument/2006/relationships/image" Target="../media/image40.png"/><Relationship Id="rId4" Type="http://schemas.openxmlformats.org/officeDocument/2006/relationships/image" Target="../media/image4.png"/><Relationship Id="rId39" Type="http://schemas.openxmlformats.org/officeDocument/2006/relationships/image" Target="../media/image39.png"/><Relationship Id="rId38" Type="http://schemas.openxmlformats.org/officeDocument/2006/relationships/image" Target="../media/image38.png"/><Relationship Id="rId37" Type="http://schemas.openxmlformats.org/officeDocument/2006/relationships/image" Target="../media/image37.png"/><Relationship Id="rId36" Type="http://schemas.openxmlformats.org/officeDocument/2006/relationships/image" Target="../media/image36.png"/><Relationship Id="rId35" Type="http://schemas.openxmlformats.org/officeDocument/2006/relationships/image" Target="../media/image35.png"/><Relationship Id="rId34" Type="http://schemas.openxmlformats.org/officeDocument/2006/relationships/image" Target="../media/image34.png"/><Relationship Id="rId33" Type="http://schemas.openxmlformats.org/officeDocument/2006/relationships/image" Target="../media/image33.png"/><Relationship Id="rId32" Type="http://schemas.openxmlformats.org/officeDocument/2006/relationships/image" Target="../media/image32.png"/><Relationship Id="rId31" Type="http://schemas.openxmlformats.org/officeDocument/2006/relationships/image" Target="../media/image31.png"/><Relationship Id="rId30" Type="http://schemas.openxmlformats.org/officeDocument/2006/relationships/image" Target="../media/image30.png"/><Relationship Id="rId3" Type="http://schemas.openxmlformats.org/officeDocument/2006/relationships/image" Target="../media/image3.png"/><Relationship Id="rId29" Type="http://schemas.openxmlformats.org/officeDocument/2006/relationships/image" Target="../media/image29.svg"/><Relationship Id="rId28" Type="http://schemas.openxmlformats.org/officeDocument/2006/relationships/image" Target="../media/image28.svg"/><Relationship Id="rId27" Type="http://schemas.openxmlformats.org/officeDocument/2006/relationships/image" Target="../media/image27.svg"/><Relationship Id="rId26" Type="http://schemas.openxmlformats.org/officeDocument/2006/relationships/image" Target="../media/image26.svg"/><Relationship Id="rId25" Type="http://schemas.openxmlformats.org/officeDocument/2006/relationships/image" Target="../media/image25.svg"/><Relationship Id="rId24" Type="http://schemas.openxmlformats.org/officeDocument/2006/relationships/image" Target="../media/image24.svg"/><Relationship Id="rId23" Type="http://schemas.openxmlformats.org/officeDocument/2006/relationships/image" Target="../media/image23.svg"/><Relationship Id="rId22" Type="http://schemas.openxmlformats.org/officeDocument/2006/relationships/image" Target="../media/image22.svg"/><Relationship Id="rId21" Type="http://schemas.openxmlformats.org/officeDocument/2006/relationships/image" Target="../media/image21.svg"/><Relationship Id="rId20" Type="http://schemas.openxmlformats.org/officeDocument/2006/relationships/image" Target="../media/image20.svg"/><Relationship Id="rId2" Type="http://schemas.openxmlformats.org/officeDocument/2006/relationships/image" Target="../media/image2.png"/><Relationship Id="rId19" Type="http://schemas.openxmlformats.org/officeDocument/2006/relationships/image" Target="../media/image19.svg"/><Relationship Id="rId18" Type="http://schemas.openxmlformats.org/officeDocument/2006/relationships/image" Target="../media/image18.png"/><Relationship Id="rId17" Type="http://schemas.openxmlformats.org/officeDocument/2006/relationships/image" Target="../media/image17.pn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sv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56" name="Figure title"/>
          <p:cNvSpPr>
            <a:spLocks noGrp="1"/>
          </p:cNvSpPr>
          <p:nvPr/>
        </p:nvSpPr>
        <p:spPr>
          <a:xfrm>
            <a:off x="304800" y="123825"/>
            <a:ext cx="9410700" cy="333375"/>
          </a:xfrm>
          <a:prstGeom prst="rect">
            <a:avLst/>
          </a:prstGeom>
          <a:noFill/>
          <a:ln w="0">
            <a:noFill/>
            <a:prstDash val="solid"/>
          </a:ln>
        </p:spPr>
        <p:txBody>
          <a:bodyPr wrap="none" lIns="0" tIns="0" rIns="0" bIns="0" anchor="ctr">
            <a:noAutofit/>
          </a:bodyPr>
          <a:lstStyle>
            <a:defPPr algn="l">
              <a:defRPr sz="1910" b="1">
                <a:solidFill>
                  <a:srgbClr val="29414E"/>
                </a:solidFill>
                <a:latin typeface="Arial" panose="020B0604020202090204"/>
                <a:ea typeface="Arial" panose="020B0604020202090204"/>
                <a:cs typeface="Arial" panose="020B0604020202090204"/>
              </a:defRPr>
            </a:defPPr>
            <a:lvl1pPr algn="l">
              <a:buNone/>
              <a:defRPr sz="1910" b="1">
                <a:solidFill>
                  <a:srgbClr val="29414E"/>
                </a:solidFill>
                <a:latin typeface="Arial" panose="020B0604020202090204"/>
                <a:ea typeface="Arial" panose="020B0604020202090204"/>
                <a:cs typeface="Arial" panose="020B0604020202090204"/>
              </a:defRPr>
            </a:lvl1pPr>
            <a:lvl2pPr algn="l">
              <a:buNone/>
              <a:defRPr sz="1910" b="1">
                <a:solidFill>
                  <a:srgbClr val="29414E"/>
                </a:solidFill>
                <a:latin typeface="Arial" panose="020B0604020202090204"/>
                <a:ea typeface="Arial" panose="020B0604020202090204"/>
                <a:cs typeface="Arial" panose="020B0604020202090204"/>
              </a:defRPr>
            </a:lvl2pPr>
            <a:lvl3pPr algn="l">
              <a:buNone/>
              <a:defRPr sz="1910" b="1">
                <a:solidFill>
                  <a:srgbClr val="29414E"/>
                </a:solidFill>
                <a:latin typeface="Arial" panose="020B0604020202090204"/>
                <a:ea typeface="Arial" panose="020B0604020202090204"/>
                <a:cs typeface="Arial" panose="020B0604020202090204"/>
              </a:defRPr>
            </a:lvl3pPr>
            <a:lvl4pPr algn="l">
              <a:buNone/>
              <a:defRPr sz="1910" b="1">
                <a:solidFill>
                  <a:srgbClr val="29414E"/>
                </a:solidFill>
                <a:latin typeface="Arial" panose="020B0604020202090204"/>
                <a:ea typeface="Arial" panose="020B0604020202090204"/>
                <a:cs typeface="Arial" panose="020B0604020202090204"/>
              </a:defRPr>
            </a:lvl4pPr>
            <a:lvl5pPr algn="l">
              <a:buNone/>
              <a:defRPr sz="1910" b="1">
                <a:solidFill>
                  <a:srgbClr val="29414E"/>
                </a:solidFill>
                <a:latin typeface="Arial" panose="020B0604020202090204"/>
                <a:ea typeface="Arial" panose="020B0604020202090204"/>
                <a:cs typeface="Arial" panose="020B0604020202090204"/>
              </a:defRPr>
            </a:lvl5pPr>
            <a:lvl6pPr algn="l">
              <a:buNone/>
              <a:defRPr sz="1910" b="1">
                <a:solidFill>
                  <a:srgbClr val="29414E"/>
                </a:solidFill>
                <a:latin typeface="Arial" panose="020B0604020202090204"/>
                <a:ea typeface="Arial" panose="020B0604020202090204"/>
                <a:cs typeface="Arial" panose="020B0604020202090204"/>
              </a:defRPr>
            </a:lvl6pPr>
            <a:lvl7pPr algn="l">
              <a:buNone/>
              <a:defRPr sz="1910" b="1">
                <a:solidFill>
                  <a:srgbClr val="29414E"/>
                </a:solidFill>
                <a:latin typeface="Arial" panose="020B0604020202090204"/>
                <a:ea typeface="Arial" panose="020B0604020202090204"/>
                <a:cs typeface="Arial" panose="020B0604020202090204"/>
              </a:defRPr>
            </a:lvl7pPr>
            <a:lvl8pPr algn="l">
              <a:buNone/>
              <a:defRPr sz="1910" b="1">
                <a:solidFill>
                  <a:srgbClr val="29414E"/>
                </a:solidFill>
                <a:latin typeface="Arial" panose="020B0604020202090204"/>
                <a:ea typeface="Arial" panose="020B0604020202090204"/>
                <a:cs typeface="Arial" panose="020B0604020202090204"/>
              </a:defRPr>
            </a:lvl8pPr>
            <a:lvl9pPr algn="l">
              <a:buNone/>
              <a:defRPr sz="1910" b="1">
                <a:solidFill>
                  <a:srgbClr val="29414E"/>
                </a:solidFill>
                <a:latin typeface="Arial" panose="020B0604020202090204"/>
                <a:ea typeface="Arial" panose="020B0604020202090204"/>
                <a:cs typeface="Arial" panose="020B0604020202090204"/>
              </a:defRPr>
            </a:lvl9pPr>
          </a:lstStyle>
          <a:p>
            <a:pPr algn="l">
              <a:buNone/>
              <a:defRPr sz="1910" b="1">
                <a:solidFill>
                  <a:srgbClr val="29414E"/>
                </a:solidFill>
                <a:latin typeface="Arial" panose="020B0604020202090204"/>
                <a:ea typeface="Arial" panose="020B0604020202090204"/>
                <a:cs typeface="Arial" panose="020B0604020202090204"/>
              </a:defRPr>
            </a:pPr>
            <a:r>
              <a:rPr sz="1910" b="1">
                <a:solidFill>
                  <a:srgbClr val="29414E"/>
                </a:solidFill>
                <a:latin typeface="Arial" panose="020B0604020202090204"/>
                <a:ea typeface="Arial" panose="020B0604020202090204"/>
                <a:cs typeface="Arial" panose="020B0604020202090204"/>
              </a:rPr>
              <a:t>(a) Action-aligned dataset construction</a:t>
            </a:r>
            <a:endParaRPr sz="1910" b="1">
              <a:solidFill>
                <a:srgbClr val="29414E"/>
              </a:solidFill>
              <a:latin typeface="Arial" panose="020B0604020202090204"/>
              <a:ea typeface="Arial" panose="020B0604020202090204"/>
              <a:cs typeface="Arial" panose="020B0604020202090204"/>
            </a:endParaRPr>
          </a:p>
        </p:txBody>
      </p:sp>
      <p:sp>
        <p:nvSpPr>
          <p:cNvPr id="658" name="Stage 1 frame"/>
          <p:cNvSpPr>
            <a:spLocks noGrp="1"/>
          </p:cNvSpPr>
          <p:nvPr/>
        </p:nvSpPr>
        <p:spPr>
          <a:xfrm>
            <a:off x="190500" y="546933"/>
            <a:ext cx="3505200" cy="1761988"/>
          </a:xfrm>
          <a:prstGeom prst="roundRect">
            <a:avLst>
              <a:gd name="adj" fmla="val 3053"/>
            </a:avLst>
          </a:prstGeom>
          <a:solidFill>
            <a:srgbClr val="FFFFFF"/>
          </a:solidFill>
          <a:ln w="11430">
            <a:solidFill>
              <a:srgbClr val="CEDDE5"/>
            </a:solidFill>
            <a:prstDash val="solid"/>
          </a:ln>
        </p:spPr>
      </p:sp>
      <p:sp>
        <p:nvSpPr>
          <p:cNvPr id="659" name="Stage 1 heading background"/>
          <p:cNvSpPr>
            <a:spLocks noGrp="1"/>
          </p:cNvSpPr>
          <p:nvPr/>
        </p:nvSpPr>
        <p:spPr>
          <a:xfrm>
            <a:off x="200025" y="553658"/>
            <a:ext cx="3486150" cy="289181"/>
          </a:xfrm>
          <a:prstGeom prst="roundRect">
            <a:avLst>
              <a:gd name="adj" fmla="val 16279"/>
            </a:avLst>
          </a:prstGeom>
          <a:solidFill>
            <a:srgbClr val="EDF4F8"/>
          </a:solidFill>
          <a:ln w="0">
            <a:noFill/>
            <a:prstDash val="solid"/>
          </a:ln>
        </p:spPr>
      </p:sp>
      <p:sp>
        <p:nvSpPr>
          <p:cNvPr id="660" name="Stage 1 number"/>
          <p:cNvSpPr>
            <a:spLocks noGrp="1"/>
          </p:cNvSpPr>
          <p:nvPr/>
        </p:nvSpPr>
        <p:spPr>
          <a:xfrm>
            <a:off x="314325" y="595998"/>
            <a:ext cx="228600" cy="211226"/>
          </a:xfrm>
          <a:prstGeom prst="rect">
            <a:avLst/>
          </a:prstGeom>
          <a:noFill/>
          <a:ln w="0">
            <a:noFill/>
            <a:prstDash val="solid"/>
          </a:ln>
        </p:spPr>
        <p:txBody>
          <a:bodyPr wrap="none" lIns="0" tIns="0" rIns="0" bIns="0" anchor="ctr">
            <a:noAutofit/>
          </a:bodyPr>
          <a:lstStyle>
            <a:defPPr algn="ctr">
              <a:defRPr sz="1385" b="1">
                <a:solidFill>
                  <a:srgbClr val="476E89"/>
                </a:solidFill>
                <a:latin typeface="Arial" panose="020B0604020202090204"/>
                <a:ea typeface="Arial" panose="020B0604020202090204"/>
                <a:cs typeface="Arial" panose="020B0604020202090204"/>
              </a:defRPr>
            </a:defPPr>
            <a:lvl1pPr algn="ctr">
              <a:buNone/>
              <a:defRPr sz="1385" b="1">
                <a:solidFill>
                  <a:srgbClr val="476E89"/>
                </a:solidFill>
                <a:latin typeface="Arial" panose="020B0604020202090204"/>
                <a:ea typeface="Arial" panose="020B0604020202090204"/>
                <a:cs typeface="Arial" panose="020B0604020202090204"/>
              </a:defRPr>
            </a:lvl1pPr>
            <a:lvl2pPr algn="ctr">
              <a:buNone/>
              <a:defRPr sz="1385" b="1">
                <a:solidFill>
                  <a:srgbClr val="476E89"/>
                </a:solidFill>
                <a:latin typeface="Arial" panose="020B0604020202090204"/>
                <a:ea typeface="Arial" panose="020B0604020202090204"/>
                <a:cs typeface="Arial" panose="020B0604020202090204"/>
              </a:defRPr>
            </a:lvl2pPr>
            <a:lvl3pPr algn="ctr">
              <a:buNone/>
              <a:defRPr sz="1385" b="1">
                <a:solidFill>
                  <a:srgbClr val="476E89"/>
                </a:solidFill>
                <a:latin typeface="Arial" panose="020B0604020202090204"/>
                <a:ea typeface="Arial" panose="020B0604020202090204"/>
                <a:cs typeface="Arial" panose="020B0604020202090204"/>
              </a:defRPr>
            </a:lvl3pPr>
            <a:lvl4pPr algn="ctr">
              <a:buNone/>
              <a:defRPr sz="1385" b="1">
                <a:solidFill>
                  <a:srgbClr val="476E89"/>
                </a:solidFill>
                <a:latin typeface="Arial" panose="020B0604020202090204"/>
                <a:ea typeface="Arial" panose="020B0604020202090204"/>
                <a:cs typeface="Arial" panose="020B0604020202090204"/>
              </a:defRPr>
            </a:lvl4pPr>
            <a:lvl5pPr algn="ctr">
              <a:buNone/>
              <a:defRPr sz="1385" b="1">
                <a:solidFill>
                  <a:srgbClr val="476E89"/>
                </a:solidFill>
                <a:latin typeface="Arial" panose="020B0604020202090204"/>
                <a:ea typeface="Arial" panose="020B0604020202090204"/>
                <a:cs typeface="Arial" panose="020B0604020202090204"/>
              </a:defRPr>
            </a:lvl5pPr>
            <a:lvl6pPr algn="ctr">
              <a:buNone/>
              <a:defRPr sz="1385" b="1">
                <a:solidFill>
                  <a:srgbClr val="476E89"/>
                </a:solidFill>
                <a:latin typeface="Arial" panose="020B0604020202090204"/>
                <a:ea typeface="Arial" panose="020B0604020202090204"/>
                <a:cs typeface="Arial" panose="020B0604020202090204"/>
              </a:defRPr>
            </a:lvl6pPr>
            <a:lvl7pPr algn="ctr">
              <a:buNone/>
              <a:defRPr sz="1385" b="1">
                <a:solidFill>
                  <a:srgbClr val="476E89"/>
                </a:solidFill>
                <a:latin typeface="Arial" panose="020B0604020202090204"/>
                <a:ea typeface="Arial" panose="020B0604020202090204"/>
                <a:cs typeface="Arial" panose="020B0604020202090204"/>
              </a:defRPr>
            </a:lvl7pPr>
            <a:lvl8pPr algn="ctr">
              <a:buNone/>
              <a:defRPr sz="1385" b="1">
                <a:solidFill>
                  <a:srgbClr val="476E89"/>
                </a:solidFill>
                <a:latin typeface="Arial" panose="020B0604020202090204"/>
                <a:ea typeface="Arial" panose="020B0604020202090204"/>
                <a:cs typeface="Arial" panose="020B0604020202090204"/>
              </a:defRPr>
            </a:lvl8pPr>
            <a:lvl9pPr algn="ctr">
              <a:buNone/>
              <a:defRPr sz="1385" b="1">
                <a:solidFill>
                  <a:srgbClr val="476E89"/>
                </a:solidFill>
                <a:latin typeface="Arial" panose="020B0604020202090204"/>
                <a:ea typeface="Arial" panose="020B0604020202090204"/>
                <a:cs typeface="Arial" panose="020B0604020202090204"/>
              </a:defRPr>
            </a:lvl9pPr>
          </a:lstStyle>
          <a:p>
            <a:pPr algn="ctr">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1</a:t>
            </a:r>
            <a:endParaRPr sz="1800" b="1">
              <a:solidFill>
                <a:srgbClr val="476E89"/>
              </a:solidFill>
              <a:latin typeface="Arial" panose="020B0604020202090204"/>
              <a:ea typeface="Arial" panose="020B0604020202090204"/>
              <a:cs typeface="Arial" panose="020B0604020202090204"/>
            </a:endParaRPr>
          </a:p>
        </p:txBody>
      </p:sp>
      <p:sp>
        <p:nvSpPr>
          <p:cNvPr id="661" name="Stage 1 title"/>
          <p:cNvSpPr>
            <a:spLocks noGrp="1"/>
          </p:cNvSpPr>
          <p:nvPr/>
        </p:nvSpPr>
        <p:spPr>
          <a:xfrm>
            <a:off x="638175" y="595998"/>
            <a:ext cx="2943225" cy="211226"/>
          </a:xfrm>
          <a:prstGeom prst="rect">
            <a:avLst/>
          </a:prstGeom>
          <a:noFill/>
          <a:ln w="0">
            <a:noFill/>
            <a:prstDash val="solid"/>
          </a:ln>
        </p:spPr>
        <p:txBody>
          <a:bodyPr wrap="none" lIns="0" tIns="0" rIns="0" bIns="0" anchor="ctr">
            <a:noAutofit/>
          </a:bodyPr>
          <a:lstStyle>
            <a:defPPr algn="l">
              <a:defRPr sz="1385" b="1">
                <a:solidFill>
                  <a:srgbClr val="476E89"/>
                </a:solidFill>
                <a:latin typeface="Arial" panose="020B0604020202090204"/>
                <a:ea typeface="Arial" panose="020B0604020202090204"/>
                <a:cs typeface="Arial" panose="020B0604020202090204"/>
              </a:defRPr>
            </a:defPPr>
            <a:lvl1pPr algn="l">
              <a:buNone/>
              <a:defRPr sz="1385" b="1">
                <a:solidFill>
                  <a:srgbClr val="476E89"/>
                </a:solidFill>
                <a:latin typeface="Arial" panose="020B0604020202090204"/>
                <a:ea typeface="Arial" panose="020B0604020202090204"/>
                <a:cs typeface="Arial" panose="020B0604020202090204"/>
              </a:defRPr>
            </a:lvl1pPr>
            <a:lvl2pPr algn="l">
              <a:buNone/>
              <a:defRPr sz="1385" b="1">
                <a:solidFill>
                  <a:srgbClr val="476E89"/>
                </a:solidFill>
                <a:latin typeface="Arial" panose="020B0604020202090204"/>
                <a:ea typeface="Arial" panose="020B0604020202090204"/>
                <a:cs typeface="Arial" panose="020B0604020202090204"/>
              </a:defRPr>
            </a:lvl2pPr>
            <a:lvl3pPr algn="l">
              <a:buNone/>
              <a:defRPr sz="1385" b="1">
                <a:solidFill>
                  <a:srgbClr val="476E89"/>
                </a:solidFill>
                <a:latin typeface="Arial" panose="020B0604020202090204"/>
                <a:ea typeface="Arial" panose="020B0604020202090204"/>
                <a:cs typeface="Arial" panose="020B0604020202090204"/>
              </a:defRPr>
            </a:lvl3pPr>
            <a:lvl4pPr algn="l">
              <a:buNone/>
              <a:defRPr sz="1385" b="1">
                <a:solidFill>
                  <a:srgbClr val="476E89"/>
                </a:solidFill>
                <a:latin typeface="Arial" panose="020B0604020202090204"/>
                <a:ea typeface="Arial" panose="020B0604020202090204"/>
                <a:cs typeface="Arial" panose="020B0604020202090204"/>
              </a:defRPr>
            </a:lvl4pPr>
            <a:lvl5pPr algn="l">
              <a:buNone/>
              <a:defRPr sz="1385" b="1">
                <a:solidFill>
                  <a:srgbClr val="476E89"/>
                </a:solidFill>
                <a:latin typeface="Arial" panose="020B0604020202090204"/>
                <a:ea typeface="Arial" panose="020B0604020202090204"/>
                <a:cs typeface="Arial" panose="020B0604020202090204"/>
              </a:defRPr>
            </a:lvl5pPr>
            <a:lvl6pPr algn="l">
              <a:buNone/>
              <a:defRPr sz="1385" b="1">
                <a:solidFill>
                  <a:srgbClr val="476E89"/>
                </a:solidFill>
                <a:latin typeface="Arial" panose="020B0604020202090204"/>
                <a:ea typeface="Arial" panose="020B0604020202090204"/>
                <a:cs typeface="Arial" panose="020B0604020202090204"/>
              </a:defRPr>
            </a:lvl6pPr>
            <a:lvl7pPr algn="l">
              <a:buNone/>
              <a:defRPr sz="1385" b="1">
                <a:solidFill>
                  <a:srgbClr val="476E89"/>
                </a:solidFill>
                <a:latin typeface="Arial" panose="020B0604020202090204"/>
                <a:ea typeface="Arial" panose="020B0604020202090204"/>
                <a:cs typeface="Arial" panose="020B0604020202090204"/>
              </a:defRPr>
            </a:lvl7pPr>
            <a:lvl8pPr algn="l">
              <a:buNone/>
              <a:defRPr sz="1385" b="1">
                <a:solidFill>
                  <a:srgbClr val="476E89"/>
                </a:solidFill>
                <a:latin typeface="Arial" panose="020B0604020202090204"/>
                <a:ea typeface="Arial" panose="020B0604020202090204"/>
                <a:cs typeface="Arial" panose="020B0604020202090204"/>
              </a:defRPr>
            </a:lvl8pPr>
            <a:lvl9pPr algn="l">
              <a:buNone/>
              <a:defRPr sz="1385" b="1">
                <a:solidFill>
                  <a:srgbClr val="476E89"/>
                </a:solidFill>
                <a:latin typeface="Arial" panose="020B0604020202090204"/>
                <a:ea typeface="Arial" panose="020B0604020202090204"/>
                <a:cs typeface="Arial" panose="020B0604020202090204"/>
              </a:defRPr>
            </a:lvl9pPr>
          </a:lstStyle>
          <a:p>
            <a:pPr algn="l">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Filter &amp; normalize</a:t>
            </a:r>
            <a:endParaRPr sz="1800" b="1">
              <a:solidFill>
                <a:srgbClr val="476E89"/>
              </a:solidFill>
              <a:latin typeface="Arial" panose="020B0604020202090204"/>
              <a:ea typeface="Arial" panose="020B0604020202090204"/>
              <a:cs typeface="Arial" panose="020B0604020202090204"/>
            </a:endParaRPr>
          </a:p>
        </p:txBody>
      </p:sp>
      <p:sp>
        <p:nvSpPr>
          <p:cNvPr id="662" name="Stage 2 frame"/>
          <p:cNvSpPr>
            <a:spLocks noGrp="1"/>
          </p:cNvSpPr>
          <p:nvPr/>
        </p:nvSpPr>
        <p:spPr>
          <a:xfrm>
            <a:off x="3924300" y="546933"/>
            <a:ext cx="3505200" cy="1761988"/>
          </a:xfrm>
          <a:prstGeom prst="roundRect">
            <a:avLst>
              <a:gd name="adj" fmla="val 3053"/>
            </a:avLst>
          </a:prstGeom>
          <a:solidFill>
            <a:srgbClr val="FFFFFF"/>
          </a:solidFill>
          <a:ln w="11430">
            <a:solidFill>
              <a:srgbClr val="CEDDE5"/>
            </a:solidFill>
            <a:prstDash val="solid"/>
          </a:ln>
        </p:spPr>
      </p:sp>
      <p:sp>
        <p:nvSpPr>
          <p:cNvPr id="663" name="Stage 2 heading background"/>
          <p:cNvSpPr>
            <a:spLocks noGrp="1"/>
          </p:cNvSpPr>
          <p:nvPr/>
        </p:nvSpPr>
        <p:spPr>
          <a:xfrm>
            <a:off x="3933825" y="553658"/>
            <a:ext cx="3486150" cy="289181"/>
          </a:xfrm>
          <a:prstGeom prst="roundRect">
            <a:avLst>
              <a:gd name="adj" fmla="val 16279"/>
            </a:avLst>
          </a:prstGeom>
          <a:solidFill>
            <a:srgbClr val="EDF4F8"/>
          </a:solidFill>
          <a:ln w="0">
            <a:noFill/>
            <a:prstDash val="solid"/>
          </a:ln>
        </p:spPr>
      </p:sp>
      <p:sp>
        <p:nvSpPr>
          <p:cNvPr id="664" name="Stage 2 number"/>
          <p:cNvSpPr>
            <a:spLocks noGrp="1"/>
          </p:cNvSpPr>
          <p:nvPr/>
        </p:nvSpPr>
        <p:spPr>
          <a:xfrm>
            <a:off x="4048125" y="595998"/>
            <a:ext cx="228600" cy="211226"/>
          </a:xfrm>
          <a:prstGeom prst="rect">
            <a:avLst/>
          </a:prstGeom>
          <a:noFill/>
          <a:ln w="0">
            <a:noFill/>
            <a:prstDash val="solid"/>
          </a:ln>
        </p:spPr>
        <p:txBody>
          <a:bodyPr wrap="none" lIns="0" tIns="0" rIns="0" bIns="0" anchor="ctr">
            <a:noAutofit/>
          </a:bodyPr>
          <a:lstStyle>
            <a:defPPr algn="ctr">
              <a:defRPr sz="1385" b="1">
                <a:solidFill>
                  <a:srgbClr val="476E89"/>
                </a:solidFill>
                <a:latin typeface="Arial" panose="020B0604020202090204"/>
                <a:ea typeface="Arial" panose="020B0604020202090204"/>
                <a:cs typeface="Arial" panose="020B0604020202090204"/>
              </a:defRPr>
            </a:defPPr>
            <a:lvl1pPr algn="ctr">
              <a:buNone/>
              <a:defRPr sz="1385" b="1">
                <a:solidFill>
                  <a:srgbClr val="476E89"/>
                </a:solidFill>
                <a:latin typeface="Arial" panose="020B0604020202090204"/>
                <a:ea typeface="Arial" panose="020B0604020202090204"/>
                <a:cs typeface="Arial" panose="020B0604020202090204"/>
              </a:defRPr>
            </a:lvl1pPr>
            <a:lvl2pPr algn="ctr">
              <a:buNone/>
              <a:defRPr sz="1385" b="1">
                <a:solidFill>
                  <a:srgbClr val="476E89"/>
                </a:solidFill>
                <a:latin typeface="Arial" panose="020B0604020202090204"/>
                <a:ea typeface="Arial" panose="020B0604020202090204"/>
                <a:cs typeface="Arial" panose="020B0604020202090204"/>
              </a:defRPr>
            </a:lvl2pPr>
            <a:lvl3pPr algn="ctr">
              <a:buNone/>
              <a:defRPr sz="1385" b="1">
                <a:solidFill>
                  <a:srgbClr val="476E89"/>
                </a:solidFill>
                <a:latin typeface="Arial" panose="020B0604020202090204"/>
                <a:ea typeface="Arial" panose="020B0604020202090204"/>
                <a:cs typeface="Arial" panose="020B0604020202090204"/>
              </a:defRPr>
            </a:lvl3pPr>
            <a:lvl4pPr algn="ctr">
              <a:buNone/>
              <a:defRPr sz="1385" b="1">
                <a:solidFill>
                  <a:srgbClr val="476E89"/>
                </a:solidFill>
                <a:latin typeface="Arial" panose="020B0604020202090204"/>
                <a:ea typeface="Arial" panose="020B0604020202090204"/>
                <a:cs typeface="Arial" panose="020B0604020202090204"/>
              </a:defRPr>
            </a:lvl4pPr>
            <a:lvl5pPr algn="ctr">
              <a:buNone/>
              <a:defRPr sz="1385" b="1">
                <a:solidFill>
                  <a:srgbClr val="476E89"/>
                </a:solidFill>
                <a:latin typeface="Arial" panose="020B0604020202090204"/>
                <a:ea typeface="Arial" panose="020B0604020202090204"/>
                <a:cs typeface="Arial" panose="020B0604020202090204"/>
              </a:defRPr>
            </a:lvl5pPr>
            <a:lvl6pPr algn="ctr">
              <a:buNone/>
              <a:defRPr sz="1385" b="1">
                <a:solidFill>
                  <a:srgbClr val="476E89"/>
                </a:solidFill>
                <a:latin typeface="Arial" panose="020B0604020202090204"/>
                <a:ea typeface="Arial" panose="020B0604020202090204"/>
                <a:cs typeface="Arial" panose="020B0604020202090204"/>
              </a:defRPr>
            </a:lvl6pPr>
            <a:lvl7pPr algn="ctr">
              <a:buNone/>
              <a:defRPr sz="1385" b="1">
                <a:solidFill>
                  <a:srgbClr val="476E89"/>
                </a:solidFill>
                <a:latin typeface="Arial" panose="020B0604020202090204"/>
                <a:ea typeface="Arial" panose="020B0604020202090204"/>
                <a:cs typeface="Arial" panose="020B0604020202090204"/>
              </a:defRPr>
            </a:lvl7pPr>
            <a:lvl8pPr algn="ctr">
              <a:buNone/>
              <a:defRPr sz="1385" b="1">
                <a:solidFill>
                  <a:srgbClr val="476E89"/>
                </a:solidFill>
                <a:latin typeface="Arial" panose="020B0604020202090204"/>
                <a:ea typeface="Arial" panose="020B0604020202090204"/>
                <a:cs typeface="Arial" panose="020B0604020202090204"/>
              </a:defRPr>
            </a:lvl8pPr>
            <a:lvl9pPr algn="ctr">
              <a:buNone/>
              <a:defRPr sz="1385" b="1">
                <a:solidFill>
                  <a:srgbClr val="476E89"/>
                </a:solidFill>
                <a:latin typeface="Arial" panose="020B0604020202090204"/>
                <a:ea typeface="Arial" panose="020B0604020202090204"/>
                <a:cs typeface="Arial" panose="020B0604020202090204"/>
              </a:defRPr>
            </a:lvl9pPr>
          </a:lstStyle>
          <a:p>
            <a:pPr algn="ctr">
              <a:buNone/>
              <a:defRPr sz="1385" b="1">
                <a:solidFill>
                  <a:srgbClr val="476E89"/>
                </a:solidFill>
                <a:latin typeface="Arial" panose="020B0604020202090204"/>
                <a:ea typeface="Arial" panose="020B0604020202090204"/>
                <a:cs typeface="Arial" panose="020B0604020202090204"/>
              </a:defRPr>
            </a:pPr>
            <a:r>
              <a:rPr sz="2000" b="1">
                <a:solidFill>
                  <a:srgbClr val="476E89"/>
                </a:solidFill>
                <a:latin typeface="Arial" panose="020B0604020202090204"/>
                <a:ea typeface="Arial" panose="020B0604020202090204"/>
                <a:cs typeface="Arial" panose="020B0604020202090204"/>
              </a:rPr>
              <a:t>2</a:t>
            </a:r>
            <a:endParaRPr sz="2000" b="1">
              <a:solidFill>
                <a:srgbClr val="476E89"/>
              </a:solidFill>
              <a:latin typeface="Arial" panose="020B0604020202090204"/>
              <a:ea typeface="Arial" panose="020B0604020202090204"/>
              <a:cs typeface="Arial" panose="020B0604020202090204"/>
            </a:endParaRPr>
          </a:p>
        </p:txBody>
      </p:sp>
      <p:sp>
        <p:nvSpPr>
          <p:cNvPr id="665" name="Stage 2 title"/>
          <p:cNvSpPr>
            <a:spLocks noGrp="1"/>
          </p:cNvSpPr>
          <p:nvPr/>
        </p:nvSpPr>
        <p:spPr>
          <a:xfrm>
            <a:off x="4371975" y="595998"/>
            <a:ext cx="2943225" cy="211226"/>
          </a:xfrm>
          <a:prstGeom prst="rect">
            <a:avLst/>
          </a:prstGeom>
          <a:noFill/>
          <a:ln w="0">
            <a:noFill/>
            <a:prstDash val="solid"/>
          </a:ln>
        </p:spPr>
        <p:txBody>
          <a:bodyPr wrap="none" lIns="0" tIns="0" rIns="0" bIns="0" anchor="ctr">
            <a:noAutofit/>
          </a:bodyPr>
          <a:lstStyle>
            <a:defPPr algn="l">
              <a:defRPr sz="1385" b="1">
                <a:solidFill>
                  <a:srgbClr val="476E89"/>
                </a:solidFill>
                <a:latin typeface="Arial" panose="020B0604020202090204"/>
                <a:ea typeface="Arial" panose="020B0604020202090204"/>
                <a:cs typeface="Arial" panose="020B0604020202090204"/>
              </a:defRPr>
            </a:defPPr>
            <a:lvl1pPr algn="l">
              <a:buNone/>
              <a:defRPr sz="1385" b="1">
                <a:solidFill>
                  <a:srgbClr val="476E89"/>
                </a:solidFill>
                <a:latin typeface="Arial" panose="020B0604020202090204"/>
                <a:ea typeface="Arial" panose="020B0604020202090204"/>
                <a:cs typeface="Arial" panose="020B0604020202090204"/>
              </a:defRPr>
            </a:lvl1pPr>
            <a:lvl2pPr algn="l">
              <a:buNone/>
              <a:defRPr sz="1385" b="1">
                <a:solidFill>
                  <a:srgbClr val="476E89"/>
                </a:solidFill>
                <a:latin typeface="Arial" panose="020B0604020202090204"/>
                <a:ea typeface="Arial" panose="020B0604020202090204"/>
                <a:cs typeface="Arial" panose="020B0604020202090204"/>
              </a:defRPr>
            </a:lvl2pPr>
            <a:lvl3pPr algn="l">
              <a:buNone/>
              <a:defRPr sz="1385" b="1">
                <a:solidFill>
                  <a:srgbClr val="476E89"/>
                </a:solidFill>
                <a:latin typeface="Arial" panose="020B0604020202090204"/>
                <a:ea typeface="Arial" panose="020B0604020202090204"/>
                <a:cs typeface="Arial" panose="020B0604020202090204"/>
              </a:defRPr>
            </a:lvl3pPr>
            <a:lvl4pPr algn="l">
              <a:buNone/>
              <a:defRPr sz="1385" b="1">
                <a:solidFill>
                  <a:srgbClr val="476E89"/>
                </a:solidFill>
                <a:latin typeface="Arial" panose="020B0604020202090204"/>
                <a:ea typeface="Arial" panose="020B0604020202090204"/>
                <a:cs typeface="Arial" panose="020B0604020202090204"/>
              </a:defRPr>
            </a:lvl4pPr>
            <a:lvl5pPr algn="l">
              <a:buNone/>
              <a:defRPr sz="1385" b="1">
                <a:solidFill>
                  <a:srgbClr val="476E89"/>
                </a:solidFill>
                <a:latin typeface="Arial" panose="020B0604020202090204"/>
                <a:ea typeface="Arial" panose="020B0604020202090204"/>
                <a:cs typeface="Arial" panose="020B0604020202090204"/>
              </a:defRPr>
            </a:lvl5pPr>
            <a:lvl6pPr algn="l">
              <a:buNone/>
              <a:defRPr sz="1385" b="1">
                <a:solidFill>
                  <a:srgbClr val="476E89"/>
                </a:solidFill>
                <a:latin typeface="Arial" panose="020B0604020202090204"/>
                <a:ea typeface="Arial" panose="020B0604020202090204"/>
                <a:cs typeface="Arial" panose="020B0604020202090204"/>
              </a:defRPr>
            </a:lvl6pPr>
            <a:lvl7pPr algn="l">
              <a:buNone/>
              <a:defRPr sz="1385" b="1">
                <a:solidFill>
                  <a:srgbClr val="476E89"/>
                </a:solidFill>
                <a:latin typeface="Arial" panose="020B0604020202090204"/>
                <a:ea typeface="Arial" panose="020B0604020202090204"/>
                <a:cs typeface="Arial" panose="020B0604020202090204"/>
              </a:defRPr>
            </a:lvl7pPr>
            <a:lvl8pPr algn="l">
              <a:buNone/>
              <a:defRPr sz="1385" b="1">
                <a:solidFill>
                  <a:srgbClr val="476E89"/>
                </a:solidFill>
                <a:latin typeface="Arial" panose="020B0604020202090204"/>
                <a:ea typeface="Arial" panose="020B0604020202090204"/>
                <a:cs typeface="Arial" panose="020B0604020202090204"/>
              </a:defRPr>
            </a:lvl8pPr>
            <a:lvl9pPr algn="l">
              <a:buNone/>
              <a:defRPr sz="1385" b="1">
                <a:solidFill>
                  <a:srgbClr val="476E89"/>
                </a:solidFill>
                <a:latin typeface="Arial" panose="020B0604020202090204"/>
                <a:ea typeface="Arial" panose="020B0604020202090204"/>
                <a:cs typeface="Arial" panose="020B0604020202090204"/>
              </a:defRPr>
            </a:lvl9pPr>
          </a:lstStyle>
          <a:p>
            <a:pPr algn="l">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Candidate boundaries</a:t>
            </a:r>
            <a:endParaRPr sz="1800" b="1">
              <a:solidFill>
                <a:srgbClr val="476E89"/>
              </a:solidFill>
              <a:latin typeface="Arial" panose="020B0604020202090204"/>
              <a:ea typeface="Arial" panose="020B0604020202090204"/>
              <a:cs typeface="Arial" panose="020B0604020202090204"/>
            </a:endParaRPr>
          </a:p>
        </p:txBody>
      </p:sp>
      <p:sp>
        <p:nvSpPr>
          <p:cNvPr id="666" name="Stage 3 frame"/>
          <p:cNvSpPr>
            <a:spLocks noGrp="1"/>
          </p:cNvSpPr>
          <p:nvPr/>
        </p:nvSpPr>
        <p:spPr>
          <a:xfrm>
            <a:off x="7658100" y="546933"/>
            <a:ext cx="3505200" cy="1761988"/>
          </a:xfrm>
          <a:prstGeom prst="roundRect">
            <a:avLst>
              <a:gd name="adj" fmla="val 3053"/>
            </a:avLst>
          </a:prstGeom>
          <a:solidFill>
            <a:srgbClr val="FFFFFF"/>
          </a:solidFill>
          <a:ln w="11430">
            <a:solidFill>
              <a:srgbClr val="CEDDE5"/>
            </a:solidFill>
            <a:prstDash val="solid"/>
          </a:ln>
        </p:spPr>
      </p:sp>
      <p:sp>
        <p:nvSpPr>
          <p:cNvPr id="667" name="Stage 3 heading background"/>
          <p:cNvSpPr>
            <a:spLocks noGrp="1"/>
          </p:cNvSpPr>
          <p:nvPr/>
        </p:nvSpPr>
        <p:spPr>
          <a:xfrm>
            <a:off x="7667625" y="553658"/>
            <a:ext cx="3486150" cy="289181"/>
          </a:xfrm>
          <a:prstGeom prst="roundRect">
            <a:avLst>
              <a:gd name="adj" fmla="val 16279"/>
            </a:avLst>
          </a:prstGeom>
          <a:solidFill>
            <a:srgbClr val="EDF4F8"/>
          </a:solidFill>
          <a:ln w="0">
            <a:noFill/>
            <a:prstDash val="solid"/>
          </a:ln>
        </p:spPr>
      </p:sp>
      <p:sp>
        <p:nvSpPr>
          <p:cNvPr id="668" name="Stage 3 number"/>
          <p:cNvSpPr>
            <a:spLocks noGrp="1"/>
          </p:cNvSpPr>
          <p:nvPr/>
        </p:nvSpPr>
        <p:spPr>
          <a:xfrm>
            <a:off x="7781925" y="595998"/>
            <a:ext cx="228600" cy="211226"/>
          </a:xfrm>
          <a:prstGeom prst="rect">
            <a:avLst/>
          </a:prstGeom>
          <a:noFill/>
          <a:ln w="0">
            <a:noFill/>
            <a:prstDash val="solid"/>
          </a:ln>
        </p:spPr>
        <p:txBody>
          <a:bodyPr wrap="none" lIns="0" tIns="0" rIns="0" bIns="0" anchor="ctr">
            <a:noAutofit/>
          </a:bodyPr>
          <a:lstStyle>
            <a:defPPr algn="ctr">
              <a:defRPr sz="1385" b="1">
                <a:solidFill>
                  <a:srgbClr val="476E89"/>
                </a:solidFill>
                <a:latin typeface="Arial" panose="020B0604020202090204"/>
                <a:ea typeface="Arial" panose="020B0604020202090204"/>
                <a:cs typeface="Arial" panose="020B0604020202090204"/>
              </a:defRPr>
            </a:defPPr>
            <a:lvl1pPr algn="ctr">
              <a:buNone/>
              <a:defRPr sz="1385" b="1">
                <a:solidFill>
                  <a:srgbClr val="476E89"/>
                </a:solidFill>
                <a:latin typeface="Arial" panose="020B0604020202090204"/>
                <a:ea typeface="Arial" panose="020B0604020202090204"/>
                <a:cs typeface="Arial" panose="020B0604020202090204"/>
              </a:defRPr>
            </a:lvl1pPr>
            <a:lvl2pPr algn="ctr">
              <a:buNone/>
              <a:defRPr sz="1385" b="1">
                <a:solidFill>
                  <a:srgbClr val="476E89"/>
                </a:solidFill>
                <a:latin typeface="Arial" panose="020B0604020202090204"/>
                <a:ea typeface="Arial" panose="020B0604020202090204"/>
                <a:cs typeface="Arial" panose="020B0604020202090204"/>
              </a:defRPr>
            </a:lvl2pPr>
            <a:lvl3pPr algn="ctr">
              <a:buNone/>
              <a:defRPr sz="1385" b="1">
                <a:solidFill>
                  <a:srgbClr val="476E89"/>
                </a:solidFill>
                <a:latin typeface="Arial" panose="020B0604020202090204"/>
                <a:ea typeface="Arial" panose="020B0604020202090204"/>
                <a:cs typeface="Arial" panose="020B0604020202090204"/>
              </a:defRPr>
            </a:lvl3pPr>
            <a:lvl4pPr algn="ctr">
              <a:buNone/>
              <a:defRPr sz="1385" b="1">
                <a:solidFill>
                  <a:srgbClr val="476E89"/>
                </a:solidFill>
                <a:latin typeface="Arial" panose="020B0604020202090204"/>
                <a:ea typeface="Arial" panose="020B0604020202090204"/>
                <a:cs typeface="Arial" panose="020B0604020202090204"/>
              </a:defRPr>
            </a:lvl4pPr>
            <a:lvl5pPr algn="ctr">
              <a:buNone/>
              <a:defRPr sz="1385" b="1">
                <a:solidFill>
                  <a:srgbClr val="476E89"/>
                </a:solidFill>
                <a:latin typeface="Arial" panose="020B0604020202090204"/>
                <a:ea typeface="Arial" panose="020B0604020202090204"/>
                <a:cs typeface="Arial" panose="020B0604020202090204"/>
              </a:defRPr>
            </a:lvl5pPr>
            <a:lvl6pPr algn="ctr">
              <a:buNone/>
              <a:defRPr sz="1385" b="1">
                <a:solidFill>
                  <a:srgbClr val="476E89"/>
                </a:solidFill>
                <a:latin typeface="Arial" panose="020B0604020202090204"/>
                <a:ea typeface="Arial" panose="020B0604020202090204"/>
                <a:cs typeface="Arial" panose="020B0604020202090204"/>
              </a:defRPr>
            </a:lvl6pPr>
            <a:lvl7pPr algn="ctr">
              <a:buNone/>
              <a:defRPr sz="1385" b="1">
                <a:solidFill>
                  <a:srgbClr val="476E89"/>
                </a:solidFill>
                <a:latin typeface="Arial" panose="020B0604020202090204"/>
                <a:ea typeface="Arial" panose="020B0604020202090204"/>
                <a:cs typeface="Arial" panose="020B0604020202090204"/>
              </a:defRPr>
            </a:lvl7pPr>
            <a:lvl8pPr algn="ctr">
              <a:buNone/>
              <a:defRPr sz="1385" b="1">
                <a:solidFill>
                  <a:srgbClr val="476E89"/>
                </a:solidFill>
                <a:latin typeface="Arial" panose="020B0604020202090204"/>
                <a:ea typeface="Arial" panose="020B0604020202090204"/>
                <a:cs typeface="Arial" panose="020B0604020202090204"/>
              </a:defRPr>
            </a:lvl8pPr>
            <a:lvl9pPr algn="ctr">
              <a:buNone/>
              <a:defRPr sz="1385" b="1">
                <a:solidFill>
                  <a:srgbClr val="476E89"/>
                </a:solidFill>
                <a:latin typeface="Arial" panose="020B0604020202090204"/>
                <a:ea typeface="Arial" panose="020B0604020202090204"/>
                <a:cs typeface="Arial" panose="020B0604020202090204"/>
              </a:defRPr>
            </a:lvl9pPr>
          </a:lstStyle>
          <a:p>
            <a:pPr algn="ctr">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3</a:t>
            </a:r>
            <a:endParaRPr sz="1800" b="1">
              <a:solidFill>
                <a:srgbClr val="476E89"/>
              </a:solidFill>
              <a:latin typeface="Arial" panose="020B0604020202090204"/>
              <a:ea typeface="Arial" panose="020B0604020202090204"/>
              <a:cs typeface="Arial" panose="020B0604020202090204"/>
            </a:endParaRPr>
          </a:p>
        </p:txBody>
      </p:sp>
      <p:sp>
        <p:nvSpPr>
          <p:cNvPr id="669" name="Stage 3 title"/>
          <p:cNvSpPr>
            <a:spLocks noGrp="1"/>
          </p:cNvSpPr>
          <p:nvPr/>
        </p:nvSpPr>
        <p:spPr>
          <a:xfrm>
            <a:off x="8105775" y="595998"/>
            <a:ext cx="2943225" cy="211226"/>
          </a:xfrm>
          <a:prstGeom prst="rect">
            <a:avLst/>
          </a:prstGeom>
          <a:noFill/>
          <a:ln w="0">
            <a:noFill/>
            <a:prstDash val="solid"/>
          </a:ln>
        </p:spPr>
        <p:txBody>
          <a:bodyPr wrap="none" lIns="0" tIns="0" rIns="0" bIns="0" anchor="ctr">
            <a:noAutofit/>
          </a:bodyPr>
          <a:lstStyle>
            <a:defPPr algn="l">
              <a:defRPr sz="1385" b="1">
                <a:solidFill>
                  <a:srgbClr val="476E89"/>
                </a:solidFill>
                <a:latin typeface="Arial" panose="020B0604020202090204"/>
                <a:ea typeface="Arial" panose="020B0604020202090204"/>
                <a:cs typeface="Arial" panose="020B0604020202090204"/>
              </a:defRPr>
            </a:defPPr>
            <a:lvl1pPr algn="l">
              <a:buNone/>
              <a:defRPr sz="1385" b="1">
                <a:solidFill>
                  <a:srgbClr val="476E89"/>
                </a:solidFill>
                <a:latin typeface="Arial" panose="020B0604020202090204"/>
                <a:ea typeface="Arial" panose="020B0604020202090204"/>
                <a:cs typeface="Arial" panose="020B0604020202090204"/>
              </a:defRPr>
            </a:lvl1pPr>
            <a:lvl2pPr algn="l">
              <a:buNone/>
              <a:defRPr sz="1385" b="1">
                <a:solidFill>
                  <a:srgbClr val="476E89"/>
                </a:solidFill>
                <a:latin typeface="Arial" panose="020B0604020202090204"/>
                <a:ea typeface="Arial" panose="020B0604020202090204"/>
                <a:cs typeface="Arial" panose="020B0604020202090204"/>
              </a:defRPr>
            </a:lvl2pPr>
            <a:lvl3pPr algn="l">
              <a:buNone/>
              <a:defRPr sz="1385" b="1">
                <a:solidFill>
                  <a:srgbClr val="476E89"/>
                </a:solidFill>
                <a:latin typeface="Arial" panose="020B0604020202090204"/>
                <a:ea typeface="Arial" panose="020B0604020202090204"/>
                <a:cs typeface="Arial" panose="020B0604020202090204"/>
              </a:defRPr>
            </a:lvl3pPr>
            <a:lvl4pPr algn="l">
              <a:buNone/>
              <a:defRPr sz="1385" b="1">
                <a:solidFill>
                  <a:srgbClr val="476E89"/>
                </a:solidFill>
                <a:latin typeface="Arial" panose="020B0604020202090204"/>
                <a:ea typeface="Arial" panose="020B0604020202090204"/>
                <a:cs typeface="Arial" panose="020B0604020202090204"/>
              </a:defRPr>
            </a:lvl4pPr>
            <a:lvl5pPr algn="l">
              <a:buNone/>
              <a:defRPr sz="1385" b="1">
                <a:solidFill>
                  <a:srgbClr val="476E89"/>
                </a:solidFill>
                <a:latin typeface="Arial" panose="020B0604020202090204"/>
                <a:ea typeface="Arial" panose="020B0604020202090204"/>
                <a:cs typeface="Arial" panose="020B0604020202090204"/>
              </a:defRPr>
            </a:lvl5pPr>
            <a:lvl6pPr algn="l">
              <a:buNone/>
              <a:defRPr sz="1385" b="1">
                <a:solidFill>
                  <a:srgbClr val="476E89"/>
                </a:solidFill>
                <a:latin typeface="Arial" panose="020B0604020202090204"/>
                <a:ea typeface="Arial" panose="020B0604020202090204"/>
                <a:cs typeface="Arial" panose="020B0604020202090204"/>
              </a:defRPr>
            </a:lvl6pPr>
            <a:lvl7pPr algn="l">
              <a:buNone/>
              <a:defRPr sz="1385" b="1">
                <a:solidFill>
                  <a:srgbClr val="476E89"/>
                </a:solidFill>
                <a:latin typeface="Arial" panose="020B0604020202090204"/>
                <a:ea typeface="Arial" panose="020B0604020202090204"/>
                <a:cs typeface="Arial" panose="020B0604020202090204"/>
              </a:defRPr>
            </a:lvl7pPr>
            <a:lvl8pPr algn="l">
              <a:buNone/>
              <a:defRPr sz="1385" b="1">
                <a:solidFill>
                  <a:srgbClr val="476E89"/>
                </a:solidFill>
                <a:latin typeface="Arial" panose="020B0604020202090204"/>
                <a:ea typeface="Arial" panose="020B0604020202090204"/>
                <a:cs typeface="Arial" panose="020B0604020202090204"/>
              </a:defRPr>
            </a:lvl8pPr>
            <a:lvl9pPr algn="l">
              <a:buNone/>
              <a:defRPr sz="1385" b="1">
                <a:solidFill>
                  <a:srgbClr val="476E89"/>
                </a:solidFill>
                <a:latin typeface="Arial" panose="020B0604020202090204"/>
                <a:ea typeface="Arial" panose="020B0604020202090204"/>
                <a:cs typeface="Arial" panose="020B0604020202090204"/>
              </a:defRPr>
            </a:lvl9pPr>
          </a:lstStyle>
          <a:p>
            <a:pPr algn="l">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Interaction evidence</a:t>
            </a:r>
            <a:endParaRPr sz="1800" b="1">
              <a:solidFill>
                <a:srgbClr val="476E89"/>
              </a:solidFill>
              <a:latin typeface="Arial" panose="020B0604020202090204"/>
              <a:ea typeface="Arial" panose="020B0604020202090204"/>
              <a:cs typeface="Arial" panose="020B0604020202090204"/>
            </a:endParaRPr>
          </a:p>
        </p:txBody>
      </p:sp>
      <p:sp>
        <p:nvSpPr>
          <p:cNvPr id="670" name="Stage 4 frame"/>
          <p:cNvSpPr>
            <a:spLocks noGrp="1"/>
          </p:cNvSpPr>
          <p:nvPr/>
        </p:nvSpPr>
        <p:spPr>
          <a:xfrm>
            <a:off x="11391900" y="546933"/>
            <a:ext cx="3505200" cy="1761988"/>
          </a:xfrm>
          <a:prstGeom prst="roundRect">
            <a:avLst>
              <a:gd name="adj" fmla="val 3053"/>
            </a:avLst>
          </a:prstGeom>
          <a:solidFill>
            <a:srgbClr val="FFFFFF"/>
          </a:solidFill>
          <a:ln w="11430">
            <a:solidFill>
              <a:srgbClr val="CEDDE5"/>
            </a:solidFill>
            <a:prstDash val="solid"/>
          </a:ln>
        </p:spPr>
      </p:sp>
      <p:sp>
        <p:nvSpPr>
          <p:cNvPr id="671" name="Stage 4 heading background"/>
          <p:cNvSpPr>
            <a:spLocks noGrp="1"/>
          </p:cNvSpPr>
          <p:nvPr/>
        </p:nvSpPr>
        <p:spPr>
          <a:xfrm>
            <a:off x="11401425" y="553658"/>
            <a:ext cx="3486150" cy="289181"/>
          </a:xfrm>
          <a:prstGeom prst="roundRect">
            <a:avLst>
              <a:gd name="adj" fmla="val 16279"/>
            </a:avLst>
          </a:prstGeom>
          <a:solidFill>
            <a:srgbClr val="F8F3E9"/>
          </a:solidFill>
          <a:ln w="0">
            <a:noFill/>
            <a:prstDash val="solid"/>
          </a:ln>
        </p:spPr>
      </p:sp>
      <p:sp>
        <p:nvSpPr>
          <p:cNvPr id="672" name="Stage 4 number"/>
          <p:cNvSpPr>
            <a:spLocks noGrp="1"/>
          </p:cNvSpPr>
          <p:nvPr/>
        </p:nvSpPr>
        <p:spPr>
          <a:xfrm>
            <a:off x="11515725" y="595998"/>
            <a:ext cx="228600" cy="211226"/>
          </a:xfrm>
          <a:prstGeom prst="rect">
            <a:avLst/>
          </a:prstGeom>
          <a:noFill/>
          <a:ln w="0">
            <a:noFill/>
            <a:prstDash val="solid"/>
          </a:ln>
        </p:spPr>
        <p:txBody>
          <a:bodyPr wrap="none" lIns="0" tIns="0" rIns="0" bIns="0" anchor="ctr">
            <a:noAutofit/>
          </a:bodyPr>
          <a:lstStyle>
            <a:defPPr algn="ctr">
              <a:defRPr sz="1385" b="1">
                <a:solidFill>
                  <a:srgbClr val="AA8453"/>
                </a:solidFill>
                <a:latin typeface="Arial" panose="020B0604020202090204"/>
                <a:ea typeface="Arial" panose="020B0604020202090204"/>
                <a:cs typeface="Arial" panose="020B0604020202090204"/>
              </a:defRPr>
            </a:defPPr>
            <a:lvl1pPr algn="ctr">
              <a:buNone/>
              <a:defRPr sz="1385" b="1">
                <a:solidFill>
                  <a:srgbClr val="AA8453"/>
                </a:solidFill>
                <a:latin typeface="Arial" panose="020B0604020202090204"/>
                <a:ea typeface="Arial" panose="020B0604020202090204"/>
                <a:cs typeface="Arial" panose="020B0604020202090204"/>
              </a:defRPr>
            </a:lvl1pPr>
            <a:lvl2pPr algn="ctr">
              <a:buNone/>
              <a:defRPr sz="1385" b="1">
                <a:solidFill>
                  <a:srgbClr val="AA8453"/>
                </a:solidFill>
                <a:latin typeface="Arial" panose="020B0604020202090204"/>
                <a:ea typeface="Arial" panose="020B0604020202090204"/>
                <a:cs typeface="Arial" panose="020B0604020202090204"/>
              </a:defRPr>
            </a:lvl2pPr>
            <a:lvl3pPr algn="ctr">
              <a:buNone/>
              <a:defRPr sz="1385" b="1">
                <a:solidFill>
                  <a:srgbClr val="AA8453"/>
                </a:solidFill>
                <a:latin typeface="Arial" panose="020B0604020202090204"/>
                <a:ea typeface="Arial" panose="020B0604020202090204"/>
                <a:cs typeface="Arial" panose="020B0604020202090204"/>
              </a:defRPr>
            </a:lvl3pPr>
            <a:lvl4pPr algn="ctr">
              <a:buNone/>
              <a:defRPr sz="1385" b="1">
                <a:solidFill>
                  <a:srgbClr val="AA8453"/>
                </a:solidFill>
                <a:latin typeface="Arial" panose="020B0604020202090204"/>
                <a:ea typeface="Arial" panose="020B0604020202090204"/>
                <a:cs typeface="Arial" panose="020B0604020202090204"/>
              </a:defRPr>
            </a:lvl4pPr>
            <a:lvl5pPr algn="ctr">
              <a:buNone/>
              <a:defRPr sz="1385" b="1">
                <a:solidFill>
                  <a:srgbClr val="AA8453"/>
                </a:solidFill>
                <a:latin typeface="Arial" panose="020B0604020202090204"/>
                <a:ea typeface="Arial" panose="020B0604020202090204"/>
                <a:cs typeface="Arial" panose="020B0604020202090204"/>
              </a:defRPr>
            </a:lvl5pPr>
            <a:lvl6pPr algn="ctr">
              <a:buNone/>
              <a:defRPr sz="1385" b="1">
                <a:solidFill>
                  <a:srgbClr val="AA8453"/>
                </a:solidFill>
                <a:latin typeface="Arial" panose="020B0604020202090204"/>
                <a:ea typeface="Arial" panose="020B0604020202090204"/>
                <a:cs typeface="Arial" panose="020B0604020202090204"/>
              </a:defRPr>
            </a:lvl6pPr>
            <a:lvl7pPr algn="ctr">
              <a:buNone/>
              <a:defRPr sz="1385" b="1">
                <a:solidFill>
                  <a:srgbClr val="AA8453"/>
                </a:solidFill>
                <a:latin typeface="Arial" panose="020B0604020202090204"/>
                <a:ea typeface="Arial" panose="020B0604020202090204"/>
                <a:cs typeface="Arial" panose="020B0604020202090204"/>
              </a:defRPr>
            </a:lvl7pPr>
            <a:lvl8pPr algn="ctr">
              <a:buNone/>
              <a:defRPr sz="1385" b="1">
                <a:solidFill>
                  <a:srgbClr val="AA8453"/>
                </a:solidFill>
                <a:latin typeface="Arial" panose="020B0604020202090204"/>
                <a:ea typeface="Arial" panose="020B0604020202090204"/>
                <a:cs typeface="Arial" panose="020B0604020202090204"/>
              </a:defRPr>
            </a:lvl8pPr>
            <a:lvl9pPr algn="ctr">
              <a:buNone/>
              <a:defRPr sz="1385" b="1">
                <a:solidFill>
                  <a:srgbClr val="AA8453"/>
                </a:solidFill>
                <a:latin typeface="Arial" panose="020B0604020202090204"/>
                <a:ea typeface="Arial" panose="020B0604020202090204"/>
                <a:cs typeface="Arial" panose="020B0604020202090204"/>
              </a:defRPr>
            </a:lvl9pPr>
          </a:lstStyle>
          <a:p>
            <a:pPr algn="ctr">
              <a:buNone/>
              <a:defRPr sz="1385" b="1">
                <a:solidFill>
                  <a:srgbClr val="AA8453"/>
                </a:solidFill>
                <a:latin typeface="Arial" panose="020B0604020202090204"/>
                <a:ea typeface="Arial" panose="020B0604020202090204"/>
                <a:cs typeface="Arial" panose="020B0604020202090204"/>
              </a:defRPr>
            </a:pPr>
            <a:r>
              <a:rPr sz="1800" b="1">
                <a:solidFill>
                  <a:srgbClr val="AA8453"/>
                </a:solidFill>
                <a:latin typeface="Arial" panose="020B0604020202090204"/>
                <a:ea typeface="Arial" panose="020B0604020202090204"/>
                <a:cs typeface="Arial" panose="020B0604020202090204"/>
              </a:rPr>
              <a:t>4</a:t>
            </a:r>
            <a:endParaRPr sz="1800" b="1">
              <a:solidFill>
                <a:srgbClr val="AA8453"/>
              </a:solidFill>
              <a:latin typeface="Arial" panose="020B0604020202090204"/>
              <a:ea typeface="Arial" panose="020B0604020202090204"/>
              <a:cs typeface="Arial" panose="020B0604020202090204"/>
            </a:endParaRPr>
          </a:p>
        </p:txBody>
      </p:sp>
      <p:sp>
        <p:nvSpPr>
          <p:cNvPr id="673" name="Stage 4 title"/>
          <p:cNvSpPr>
            <a:spLocks noGrp="1"/>
          </p:cNvSpPr>
          <p:nvPr/>
        </p:nvSpPr>
        <p:spPr>
          <a:xfrm>
            <a:off x="11839575" y="595998"/>
            <a:ext cx="2943225" cy="211226"/>
          </a:xfrm>
          <a:prstGeom prst="rect">
            <a:avLst/>
          </a:prstGeom>
          <a:noFill/>
          <a:ln w="0">
            <a:noFill/>
            <a:prstDash val="solid"/>
          </a:ln>
        </p:spPr>
        <p:txBody>
          <a:bodyPr wrap="none" lIns="0" tIns="0" rIns="0" bIns="0" anchor="ctr">
            <a:noAutofit/>
          </a:bodyPr>
          <a:lstStyle>
            <a:defPPr algn="l">
              <a:defRPr sz="1385" b="1">
                <a:solidFill>
                  <a:srgbClr val="AA8453"/>
                </a:solidFill>
                <a:latin typeface="Arial" panose="020B0604020202090204"/>
                <a:ea typeface="Arial" panose="020B0604020202090204"/>
                <a:cs typeface="Arial" panose="020B0604020202090204"/>
              </a:defRPr>
            </a:defPPr>
            <a:lvl1pPr algn="l">
              <a:buNone/>
              <a:defRPr sz="1385" b="1">
                <a:solidFill>
                  <a:srgbClr val="AA8453"/>
                </a:solidFill>
                <a:latin typeface="Arial" panose="020B0604020202090204"/>
                <a:ea typeface="Arial" panose="020B0604020202090204"/>
                <a:cs typeface="Arial" panose="020B0604020202090204"/>
              </a:defRPr>
            </a:lvl1pPr>
            <a:lvl2pPr algn="l">
              <a:buNone/>
              <a:defRPr sz="1385" b="1">
                <a:solidFill>
                  <a:srgbClr val="AA8453"/>
                </a:solidFill>
                <a:latin typeface="Arial" panose="020B0604020202090204"/>
                <a:ea typeface="Arial" panose="020B0604020202090204"/>
                <a:cs typeface="Arial" panose="020B0604020202090204"/>
              </a:defRPr>
            </a:lvl2pPr>
            <a:lvl3pPr algn="l">
              <a:buNone/>
              <a:defRPr sz="1385" b="1">
                <a:solidFill>
                  <a:srgbClr val="AA8453"/>
                </a:solidFill>
                <a:latin typeface="Arial" panose="020B0604020202090204"/>
                <a:ea typeface="Arial" panose="020B0604020202090204"/>
                <a:cs typeface="Arial" panose="020B0604020202090204"/>
              </a:defRPr>
            </a:lvl3pPr>
            <a:lvl4pPr algn="l">
              <a:buNone/>
              <a:defRPr sz="1385" b="1">
                <a:solidFill>
                  <a:srgbClr val="AA8453"/>
                </a:solidFill>
                <a:latin typeface="Arial" panose="020B0604020202090204"/>
                <a:ea typeface="Arial" panose="020B0604020202090204"/>
                <a:cs typeface="Arial" panose="020B0604020202090204"/>
              </a:defRPr>
            </a:lvl4pPr>
            <a:lvl5pPr algn="l">
              <a:buNone/>
              <a:defRPr sz="1385" b="1">
                <a:solidFill>
                  <a:srgbClr val="AA8453"/>
                </a:solidFill>
                <a:latin typeface="Arial" panose="020B0604020202090204"/>
                <a:ea typeface="Arial" panose="020B0604020202090204"/>
                <a:cs typeface="Arial" panose="020B0604020202090204"/>
              </a:defRPr>
            </a:lvl5pPr>
            <a:lvl6pPr algn="l">
              <a:buNone/>
              <a:defRPr sz="1385" b="1">
                <a:solidFill>
                  <a:srgbClr val="AA8453"/>
                </a:solidFill>
                <a:latin typeface="Arial" panose="020B0604020202090204"/>
                <a:ea typeface="Arial" panose="020B0604020202090204"/>
                <a:cs typeface="Arial" panose="020B0604020202090204"/>
              </a:defRPr>
            </a:lvl6pPr>
            <a:lvl7pPr algn="l">
              <a:buNone/>
              <a:defRPr sz="1385" b="1">
                <a:solidFill>
                  <a:srgbClr val="AA8453"/>
                </a:solidFill>
                <a:latin typeface="Arial" panose="020B0604020202090204"/>
                <a:ea typeface="Arial" panose="020B0604020202090204"/>
                <a:cs typeface="Arial" panose="020B0604020202090204"/>
              </a:defRPr>
            </a:lvl7pPr>
            <a:lvl8pPr algn="l">
              <a:buNone/>
              <a:defRPr sz="1385" b="1">
                <a:solidFill>
                  <a:srgbClr val="AA8453"/>
                </a:solidFill>
                <a:latin typeface="Arial" panose="020B0604020202090204"/>
                <a:ea typeface="Arial" panose="020B0604020202090204"/>
                <a:cs typeface="Arial" panose="020B0604020202090204"/>
              </a:defRPr>
            </a:lvl8pPr>
            <a:lvl9pPr algn="l">
              <a:buNone/>
              <a:defRPr sz="1385" b="1">
                <a:solidFill>
                  <a:srgbClr val="AA8453"/>
                </a:solidFill>
                <a:latin typeface="Arial" panose="020B0604020202090204"/>
                <a:ea typeface="Arial" panose="020B0604020202090204"/>
                <a:cs typeface="Arial" panose="020B0604020202090204"/>
              </a:defRPr>
            </a:lvl9pPr>
          </a:lstStyle>
          <a:p>
            <a:pPr algn="l">
              <a:buNone/>
              <a:defRPr sz="1385" b="1">
                <a:solidFill>
                  <a:srgbClr val="AA8453"/>
                </a:solidFill>
                <a:latin typeface="Arial" panose="020B0604020202090204"/>
                <a:ea typeface="Arial" panose="020B0604020202090204"/>
                <a:cs typeface="Arial" panose="020B0604020202090204"/>
              </a:defRPr>
            </a:pPr>
            <a:r>
              <a:rPr sz="1800" b="1">
                <a:solidFill>
                  <a:srgbClr val="AA8453"/>
                </a:solidFill>
                <a:latin typeface="Arial" panose="020B0604020202090204"/>
                <a:ea typeface="Arial" panose="020B0604020202090204"/>
                <a:cs typeface="Arial" panose="020B0604020202090204"/>
              </a:rPr>
              <a:t>Segment refinement</a:t>
            </a:r>
            <a:endParaRPr sz="1800" b="1">
              <a:solidFill>
                <a:srgbClr val="AA8453"/>
              </a:solidFill>
              <a:latin typeface="Arial" panose="020B0604020202090204"/>
              <a:ea typeface="Arial" panose="020B0604020202090204"/>
              <a:cs typeface="Arial" panose="020B0604020202090204"/>
            </a:endParaRPr>
          </a:p>
        </p:txBody>
      </p:sp>
      <p:sp>
        <p:nvSpPr>
          <p:cNvPr id="674" name="Evidence stage connection 0"/>
          <p:cNvSpPr>
            <a:spLocks noGrp="1"/>
          </p:cNvSpPr>
          <p:nvPr/>
        </p:nvSpPr>
        <p:spPr>
          <a:xfrm>
            <a:off x="3733800" y="1407751"/>
            <a:ext cx="142875" cy="0"/>
          </a:xfrm>
          <a:custGeom>
            <a:avLst/>
            <a:gdLst/>
            <a:ahLst/>
            <a:cxnLst/>
            <a:pathLst>
              <a:path w="142875" h="95">
                <a:moveTo>
                  <a:pt x="0" y="0"/>
                </a:moveTo>
                <a:lnTo>
                  <a:pt x="142875" y="0"/>
                </a:lnTo>
              </a:path>
            </a:pathLst>
          </a:custGeom>
          <a:noFill/>
          <a:ln w="19050">
            <a:solidFill>
              <a:srgbClr val="8EA4B1"/>
            </a:solidFill>
            <a:prstDash val="solid"/>
          </a:ln>
        </p:spPr>
      </p:sp>
      <p:sp>
        <p:nvSpPr>
          <p:cNvPr id="675" name="Evidence stage connection 0 tip"/>
          <p:cNvSpPr>
            <a:spLocks noGrp="1"/>
          </p:cNvSpPr>
          <p:nvPr/>
        </p:nvSpPr>
        <p:spPr>
          <a:xfrm>
            <a:off x="3819525" y="1387576"/>
            <a:ext cx="57150" cy="40351"/>
          </a:xfrm>
          <a:custGeom>
            <a:avLst/>
            <a:gdLst/>
            <a:ahLst/>
            <a:cxnLst/>
            <a:pathLst>
              <a:path w="57150" h="57150">
                <a:moveTo>
                  <a:pt x="57150" y="28575"/>
                </a:moveTo>
                <a:lnTo>
                  <a:pt x="0" y="57150"/>
                </a:lnTo>
                <a:lnTo>
                  <a:pt x="0" y="0"/>
                </a:lnTo>
                <a:close/>
              </a:path>
            </a:pathLst>
          </a:custGeom>
          <a:solidFill>
            <a:srgbClr val="8EA4B1"/>
          </a:solidFill>
          <a:ln w="0">
            <a:noFill/>
            <a:prstDash val="solid"/>
          </a:ln>
        </p:spPr>
      </p:sp>
      <p:sp>
        <p:nvSpPr>
          <p:cNvPr id="676" name="Evidence stage connection 1"/>
          <p:cNvSpPr>
            <a:spLocks noGrp="1"/>
          </p:cNvSpPr>
          <p:nvPr/>
        </p:nvSpPr>
        <p:spPr>
          <a:xfrm>
            <a:off x="7467600" y="1407751"/>
            <a:ext cx="142875" cy="0"/>
          </a:xfrm>
          <a:custGeom>
            <a:avLst/>
            <a:gdLst/>
            <a:ahLst/>
            <a:cxnLst/>
            <a:pathLst>
              <a:path w="142875" h="95">
                <a:moveTo>
                  <a:pt x="0" y="0"/>
                </a:moveTo>
                <a:lnTo>
                  <a:pt x="142875" y="0"/>
                </a:lnTo>
              </a:path>
            </a:pathLst>
          </a:custGeom>
          <a:noFill/>
          <a:ln w="19050">
            <a:solidFill>
              <a:srgbClr val="8EA4B1"/>
            </a:solidFill>
            <a:prstDash val="solid"/>
          </a:ln>
        </p:spPr>
      </p:sp>
      <p:sp>
        <p:nvSpPr>
          <p:cNvPr id="677" name="Evidence stage connection 1 tip"/>
          <p:cNvSpPr>
            <a:spLocks noGrp="1"/>
          </p:cNvSpPr>
          <p:nvPr/>
        </p:nvSpPr>
        <p:spPr>
          <a:xfrm>
            <a:off x="7553325" y="1387576"/>
            <a:ext cx="57150" cy="40351"/>
          </a:xfrm>
          <a:custGeom>
            <a:avLst/>
            <a:gdLst/>
            <a:ahLst/>
            <a:cxnLst/>
            <a:pathLst>
              <a:path w="57150" h="57150">
                <a:moveTo>
                  <a:pt x="57150" y="28575"/>
                </a:moveTo>
                <a:lnTo>
                  <a:pt x="0" y="57150"/>
                </a:lnTo>
                <a:lnTo>
                  <a:pt x="0" y="0"/>
                </a:lnTo>
                <a:close/>
              </a:path>
            </a:pathLst>
          </a:custGeom>
          <a:solidFill>
            <a:srgbClr val="8EA4B1"/>
          </a:solidFill>
          <a:ln w="0">
            <a:noFill/>
            <a:prstDash val="solid"/>
          </a:ln>
        </p:spPr>
      </p:sp>
      <p:sp>
        <p:nvSpPr>
          <p:cNvPr id="678" name="Evidence stage connection 2"/>
          <p:cNvSpPr>
            <a:spLocks noGrp="1"/>
          </p:cNvSpPr>
          <p:nvPr/>
        </p:nvSpPr>
        <p:spPr>
          <a:xfrm>
            <a:off x="11201400" y="1407751"/>
            <a:ext cx="142875" cy="0"/>
          </a:xfrm>
          <a:custGeom>
            <a:avLst/>
            <a:gdLst/>
            <a:ahLst/>
            <a:cxnLst/>
            <a:pathLst>
              <a:path w="142875" h="95">
                <a:moveTo>
                  <a:pt x="0" y="0"/>
                </a:moveTo>
                <a:lnTo>
                  <a:pt x="142875" y="0"/>
                </a:lnTo>
              </a:path>
            </a:pathLst>
          </a:custGeom>
          <a:noFill/>
          <a:ln w="19050">
            <a:solidFill>
              <a:srgbClr val="8EA4B1"/>
            </a:solidFill>
            <a:prstDash val="solid"/>
          </a:ln>
        </p:spPr>
      </p:sp>
      <p:sp>
        <p:nvSpPr>
          <p:cNvPr id="679" name="Evidence stage connection 2 tip"/>
          <p:cNvSpPr>
            <a:spLocks noGrp="1"/>
          </p:cNvSpPr>
          <p:nvPr/>
        </p:nvSpPr>
        <p:spPr>
          <a:xfrm>
            <a:off x="11287125" y="1387576"/>
            <a:ext cx="57150" cy="40351"/>
          </a:xfrm>
          <a:custGeom>
            <a:avLst/>
            <a:gdLst/>
            <a:ahLst/>
            <a:cxnLst/>
            <a:pathLst>
              <a:path w="57150" h="57150">
                <a:moveTo>
                  <a:pt x="57150" y="28575"/>
                </a:moveTo>
                <a:lnTo>
                  <a:pt x="0" y="57150"/>
                </a:lnTo>
                <a:lnTo>
                  <a:pt x="0" y="0"/>
                </a:lnTo>
                <a:close/>
              </a:path>
            </a:pathLst>
          </a:custGeom>
          <a:solidFill>
            <a:srgbClr val="8EA4B1"/>
          </a:solidFill>
          <a:ln w="0">
            <a:noFill/>
            <a:prstDash val="solid"/>
          </a:ln>
        </p:spPr>
      </p:sp>
      <p:pic>
        <p:nvPicPr>
          <p:cNvPr id="680" name="图片 679"/>
          <p:cNvPicPr>
            <a:picLocks noChangeAspect="1"/>
          </p:cNvPicPr>
          <p:nvPr/>
        </p:nvPicPr>
        <p:blipFill>
          <a:blip r:embed="rId1"/>
          <a:srcRect l="740" r="740"/>
          <a:stretch>
            <a:fillRect/>
          </a:stretch>
        </p:blipFill>
        <p:spPr>
          <a:xfrm>
            <a:off x="437519" y="936991"/>
            <a:ext cx="591813" cy="322807"/>
          </a:xfrm>
          <a:prstGeom prst="rect">
            <a:avLst/>
          </a:prstGeom>
        </p:spPr>
      </p:pic>
      <p:sp>
        <p:nvSpPr>
          <p:cNvPr id="681" name="Dataset name 0"/>
          <p:cNvSpPr>
            <a:spLocks noGrp="1"/>
          </p:cNvSpPr>
          <p:nvPr/>
        </p:nvSpPr>
        <p:spPr>
          <a:xfrm>
            <a:off x="314325" y="1273248"/>
            <a:ext cx="876300" cy="121053"/>
          </a:xfrm>
          <a:prstGeom prst="rect">
            <a:avLst/>
          </a:prstGeom>
          <a:noFill/>
          <a:ln w="0">
            <a:noFill/>
            <a:prstDash val="solid"/>
          </a:ln>
        </p:spPr>
        <p:txBody>
          <a:bodyPr wrap="none" lIns="0" tIns="0" rIns="0" bIns="0" anchor="ctr">
            <a:noAutofit/>
          </a:bodyPr>
          <a:lstStyle>
            <a:defPPr algn="ctr">
              <a:defRPr sz="790" b="0">
                <a:solidFill>
                  <a:srgbClr val="657E8B"/>
                </a:solidFill>
                <a:latin typeface="Arial" panose="020B0604020202090204"/>
                <a:ea typeface="Arial" panose="020B0604020202090204"/>
                <a:cs typeface="Arial" panose="020B0604020202090204"/>
              </a:defRPr>
            </a:defPPr>
            <a:lvl1pPr algn="ctr">
              <a:buNone/>
              <a:defRPr sz="790" b="0">
                <a:solidFill>
                  <a:srgbClr val="657E8B"/>
                </a:solidFill>
                <a:latin typeface="Arial" panose="020B0604020202090204"/>
                <a:ea typeface="Arial" panose="020B0604020202090204"/>
                <a:cs typeface="Arial" panose="020B0604020202090204"/>
              </a:defRPr>
            </a:lvl1pPr>
            <a:lvl2pPr algn="ctr">
              <a:buNone/>
              <a:defRPr sz="790" b="0">
                <a:solidFill>
                  <a:srgbClr val="657E8B"/>
                </a:solidFill>
                <a:latin typeface="Arial" panose="020B0604020202090204"/>
                <a:ea typeface="Arial" panose="020B0604020202090204"/>
                <a:cs typeface="Arial" panose="020B0604020202090204"/>
              </a:defRPr>
            </a:lvl2pPr>
            <a:lvl3pPr algn="ctr">
              <a:buNone/>
              <a:defRPr sz="790" b="0">
                <a:solidFill>
                  <a:srgbClr val="657E8B"/>
                </a:solidFill>
                <a:latin typeface="Arial" panose="020B0604020202090204"/>
                <a:ea typeface="Arial" panose="020B0604020202090204"/>
                <a:cs typeface="Arial" panose="020B0604020202090204"/>
              </a:defRPr>
            </a:lvl3pPr>
            <a:lvl4pPr algn="ctr">
              <a:buNone/>
              <a:defRPr sz="790" b="0">
                <a:solidFill>
                  <a:srgbClr val="657E8B"/>
                </a:solidFill>
                <a:latin typeface="Arial" panose="020B0604020202090204"/>
                <a:ea typeface="Arial" panose="020B0604020202090204"/>
                <a:cs typeface="Arial" panose="020B0604020202090204"/>
              </a:defRPr>
            </a:lvl4pPr>
            <a:lvl5pPr algn="ctr">
              <a:buNone/>
              <a:defRPr sz="790" b="0">
                <a:solidFill>
                  <a:srgbClr val="657E8B"/>
                </a:solidFill>
                <a:latin typeface="Arial" panose="020B0604020202090204"/>
                <a:ea typeface="Arial" panose="020B0604020202090204"/>
                <a:cs typeface="Arial" panose="020B0604020202090204"/>
              </a:defRPr>
            </a:lvl5pPr>
            <a:lvl6pPr algn="ctr">
              <a:buNone/>
              <a:defRPr sz="790" b="0">
                <a:solidFill>
                  <a:srgbClr val="657E8B"/>
                </a:solidFill>
                <a:latin typeface="Arial" panose="020B0604020202090204"/>
                <a:ea typeface="Arial" panose="020B0604020202090204"/>
                <a:cs typeface="Arial" panose="020B0604020202090204"/>
              </a:defRPr>
            </a:lvl6pPr>
            <a:lvl7pPr algn="ctr">
              <a:buNone/>
              <a:defRPr sz="790" b="0">
                <a:solidFill>
                  <a:srgbClr val="657E8B"/>
                </a:solidFill>
                <a:latin typeface="Arial" panose="020B0604020202090204"/>
                <a:ea typeface="Arial" panose="020B0604020202090204"/>
                <a:cs typeface="Arial" panose="020B0604020202090204"/>
              </a:defRPr>
            </a:lvl7pPr>
            <a:lvl8pPr algn="ctr">
              <a:buNone/>
              <a:defRPr sz="790" b="0">
                <a:solidFill>
                  <a:srgbClr val="657E8B"/>
                </a:solidFill>
                <a:latin typeface="Arial" panose="020B0604020202090204"/>
                <a:ea typeface="Arial" panose="020B0604020202090204"/>
                <a:cs typeface="Arial" panose="020B0604020202090204"/>
              </a:defRPr>
            </a:lvl8pPr>
            <a:lvl9pPr algn="ctr">
              <a:buNone/>
              <a:defRPr sz="790" b="0">
                <a:solidFill>
                  <a:srgbClr val="657E8B"/>
                </a:solidFill>
                <a:latin typeface="Arial" panose="020B0604020202090204"/>
                <a:ea typeface="Arial" panose="020B0604020202090204"/>
                <a:cs typeface="Arial" panose="020B0604020202090204"/>
              </a:defRPr>
            </a:lvl9pPr>
          </a:lstStyle>
          <a:p>
            <a:pPr algn="ctr">
              <a:buNone/>
              <a:defRPr sz="790" b="0">
                <a:solidFill>
                  <a:srgbClr val="657E8B"/>
                </a:solidFill>
                <a:latin typeface="Arial" panose="020B0604020202090204"/>
                <a:ea typeface="Arial" panose="020B0604020202090204"/>
                <a:cs typeface="Arial" panose="020B0604020202090204"/>
              </a:defRPr>
            </a:pPr>
            <a:r>
              <a:rPr sz="1090" b="0">
                <a:solidFill>
                  <a:srgbClr val="657E8B"/>
                </a:solidFill>
                <a:latin typeface="Arial" panose="020B0604020202090204"/>
                <a:ea typeface="Arial" panose="020B0604020202090204"/>
                <a:cs typeface="Arial" panose="020B0604020202090204"/>
              </a:rPr>
              <a:t>DROID</a:t>
            </a:r>
            <a:endParaRPr sz="1090" b="0">
              <a:solidFill>
                <a:srgbClr val="657E8B"/>
              </a:solidFill>
              <a:latin typeface="Arial" panose="020B0604020202090204"/>
              <a:ea typeface="Arial" panose="020B0604020202090204"/>
              <a:cs typeface="Arial" panose="020B0604020202090204"/>
            </a:endParaRPr>
          </a:p>
        </p:txBody>
      </p:sp>
      <p:pic>
        <p:nvPicPr>
          <p:cNvPr id="682" name="图片 681"/>
          <p:cNvPicPr>
            <a:picLocks noChangeAspect="1"/>
          </p:cNvPicPr>
          <p:nvPr/>
        </p:nvPicPr>
        <p:blipFill>
          <a:blip r:embed="rId2"/>
          <a:srcRect l="740" r="740"/>
          <a:stretch>
            <a:fillRect/>
          </a:stretch>
        </p:blipFill>
        <p:spPr>
          <a:xfrm>
            <a:off x="1370969" y="936991"/>
            <a:ext cx="591813" cy="322807"/>
          </a:xfrm>
          <a:prstGeom prst="rect">
            <a:avLst/>
          </a:prstGeom>
        </p:spPr>
      </p:pic>
      <p:sp>
        <p:nvSpPr>
          <p:cNvPr id="683" name="Dataset name 1"/>
          <p:cNvSpPr>
            <a:spLocks noGrp="1"/>
          </p:cNvSpPr>
          <p:nvPr/>
        </p:nvSpPr>
        <p:spPr>
          <a:xfrm>
            <a:off x="1247775" y="1273248"/>
            <a:ext cx="876300" cy="121053"/>
          </a:xfrm>
          <a:prstGeom prst="rect">
            <a:avLst/>
          </a:prstGeom>
          <a:noFill/>
          <a:ln w="0">
            <a:noFill/>
            <a:prstDash val="solid"/>
          </a:ln>
        </p:spPr>
        <p:txBody>
          <a:bodyPr wrap="none" lIns="0" tIns="0" rIns="0" bIns="0" anchor="ctr">
            <a:noAutofit/>
          </a:bodyPr>
          <a:lstStyle>
            <a:defPPr algn="ctr">
              <a:defRPr sz="790" b="0">
                <a:solidFill>
                  <a:srgbClr val="657E8B"/>
                </a:solidFill>
                <a:latin typeface="Arial" panose="020B0604020202090204"/>
                <a:ea typeface="Arial" panose="020B0604020202090204"/>
                <a:cs typeface="Arial" panose="020B0604020202090204"/>
              </a:defRPr>
            </a:defPPr>
            <a:lvl1pPr algn="ctr">
              <a:buNone/>
              <a:defRPr sz="790" b="0">
                <a:solidFill>
                  <a:srgbClr val="657E8B"/>
                </a:solidFill>
                <a:latin typeface="Arial" panose="020B0604020202090204"/>
                <a:ea typeface="Arial" panose="020B0604020202090204"/>
                <a:cs typeface="Arial" panose="020B0604020202090204"/>
              </a:defRPr>
            </a:lvl1pPr>
            <a:lvl2pPr algn="ctr">
              <a:buNone/>
              <a:defRPr sz="790" b="0">
                <a:solidFill>
                  <a:srgbClr val="657E8B"/>
                </a:solidFill>
                <a:latin typeface="Arial" panose="020B0604020202090204"/>
                <a:ea typeface="Arial" panose="020B0604020202090204"/>
                <a:cs typeface="Arial" panose="020B0604020202090204"/>
              </a:defRPr>
            </a:lvl2pPr>
            <a:lvl3pPr algn="ctr">
              <a:buNone/>
              <a:defRPr sz="790" b="0">
                <a:solidFill>
                  <a:srgbClr val="657E8B"/>
                </a:solidFill>
                <a:latin typeface="Arial" panose="020B0604020202090204"/>
                <a:ea typeface="Arial" panose="020B0604020202090204"/>
                <a:cs typeface="Arial" panose="020B0604020202090204"/>
              </a:defRPr>
            </a:lvl3pPr>
            <a:lvl4pPr algn="ctr">
              <a:buNone/>
              <a:defRPr sz="790" b="0">
                <a:solidFill>
                  <a:srgbClr val="657E8B"/>
                </a:solidFill>
                <a:latin typeface="Arial" panose="020B0604020202090204"/>
                <a:ea typeface="Arial" panose="020B0604020202090204"/>
                <a:cs typeface="Arial" panose="020B0604020202090204"/>
              </a:defRPr>
            </a:lvl4pPr>
            <a:lvl5pPr algn="ctr">
              <a:buNone/>
              <a:defRPr sz="790" b="0">
                <a:solidFill>
                  <a:srgbClr val="657E8B"/>
                </a:solidFill>
                <a:latin typeface="Arial" panose="020B0604020202090204"/>
                <a:ea typeface="Arial" panose="020B0604020202090204"/>
                <a:cs typeface="Arial" panose="020B0604020202090204"/>
              </a:defRPr>
            </a:lvl5pPr>
            <a:lvl6pPr algn="ctr">
              <a:buNone/>
              <a:defRPr sz="790" b="0">
                <a:solidFill>
                  <a:srgbClr val="657E8B"/>
                </a:solidFill>
                <a:latin typeface="Arial" panose="020B0604020202090204"/>
                <a:ea typeface="Arial" panose="020B0604020202090204"/>
                <a:cs typeface="Arial" panose="020B0604020202090204"/>
              </a:defRPr>
            </a:lvl6pPr>
            <a:lvl7pPr algn="ctr">
              <a:buNone/>
              <a:defRPr sz="790" b="0">
                <a:solidFill>
                  <a:srgbClr val="657E8B"/>
                </a:solidFill>
                <a:latin typeface="Arial" panose="020B0604020202090204"/>
                <a:ea typeface="Arial" panose="020B0604020202090204"/>
                <a:cs typeface="Arial" panose="020B0604020202090204"/>
              </a:defRPr>
            </a:lvl7pPr>
            <a:lvl8pPr algn="ctr">
              <a:buNone/>
              <a:defRPr sz="790" b="0">
                <a:solidFill>
                  <a:srgbClr val="657E8B"/>
                </a:solidFill>
                <a:latin typeface="Arial" panose="020B0604020202090204"/>
                <a:ea typeface="Arial" panose="020B0604020202090204"/>
                <a:cs typeface="Arial" panose="020B0604020202090204"/>
              </a:defRPr>
            </a:lvl8pPr>
            <a:lvl9pPr algn="ctr">
              <a:buNone/>
              <a:defRPr sz="790" b="0">
                <a:solidFill>
                  <a:srgbClr val="657E8B"/>
                </a:solidFill>
                <a:latin typeface="Arial" panose="020B0604020202090204"/>
                <a:ea typeface="Arial" panose="020B0604020202090204"/>
                <a:cs typeface="Arial" panose="020B0604020202090204"/>
              </a:defRPr>
            </a:lvl9pPr>
          </a:lstStyle>
          <a:p>
            <a:pPr algn="ctr">
              <a:buNone/>
              <a:defRPr sz="790" b="0">
                <a:solidFill>
                  <a:srgbClr val="657E8B"/>
                </a:solidFill>
                <a:latin typeface="Arial" panose="020B0604020202090204"/>
                <a:ea typeface="Arial" panose="020B0604020202090204"/>
                <a:cs typeface="Arial" panose="020B0604020202090204"/>
              </a:defRPr>
            </a:pPr>
            <a:r>
              <a:rPr sz="1090" b="0">
                <a:solidFill>
                  <a:srgbClr val="657E8B"/>
                </a:solidFill>
                <a:latin typeface="Arial" panose="020B0604020202090204"/>
                <a:ea typeface="Arial" panose="020B0604020202090204"/>
                <a:cs typeface="Arial" panose="020B0604020202090204"/>
              </a:rPr>
              <a:t>RH20T</a:t>
            </a:r>
            <a:endParaRPr sz="1090" b="0">
              <a:solidFill>
                <a:srgbClr val="657E8B"/>
              </a:solidFill>
              <a:latin typeface="Arial" panose="020B0604020202090204"/>
              <a:ea typeface="Arial" panose="020B0604020202090204"/>
              <a:cs typeface="Arial" panose="020B0604020202090204"/>
            </a:endParaRPr>
          </a:p>
        </p:txBody>
      </p:sp>
      <p:pic>
        <p:nvPicPr>
          <p:cNvPr id="684" name="图片 683"/>
          <p:cNvPicPr>
            <a:picLocks noChangeAspect="1"/>
          </p:cNvPicPr>
          <p:nvPr/>
        </p:nvPicPr>
        <p:blipFill>
          <a:blip r:embed="rId3"/>
          <a:srcRect l="312" r="312"/>
          <a:stretch>
            <a:fillRect/>
          </a:stretch>
        </p:blipFill>
        <p:spPr>
          <a:xfrm>
            <a:off x="437519" y="1481728"/>
            <a:ext cx="591813" cy="322807"/>
          </a:xfrm>
          <a:prstGeom prst="rect">
            <a:avLst/>
          </a:prstGeom>
        </p:spPr>
      </p:pic>
      <p:sp>
        <p:nvSpPr>
          <p:cNvPr id="685" name="Dataset name 2"/>
          <p:cNvSpPr>
            <a:spLocks noGrp="1"/>
          </p:cNvSpPr>
          <p:nvPr/>
        </p:nvSpPr>
        <p:spPr>
          <a:xfrm>
            <a:off x="314325" y="1817985"/>
            <a:ext cx="876300" cy="121053"/>
          </a:xfrm>
          <a:prstGeom prst="rect">
            <a:avLst/>
          </a:prstGeom>
          <a:noFill/>
          <a:ln w="0">
            <a:noFill/>
            <a:prstDash val="solid"/>
          </a:ln>
        </p:spPr>
        <p:txBody>
          <a:bodyPr wrap="none" lIns="0" tIns="0" rIns="0" bIns="0" anchor="ctr">
            <a:noAutofit/>
          </a:bodyPr>
          <a:lstStyle>
            <a:defPPr algn="ctr">
              <a:defRPr sz="790" b="0">
                <a:solidFill>
                  <a:srgbClr val="657E8B"/>
                </a:solidFill>
                <a:latin typeface="Arial" panose="020B0604020202090204"/>
                <a:ea typeface="Arial" panose="020B0604020202090204"/>
                <a:cs typeface="Arial" panose="020B0604020202090204"/>
              </a:defRPr>
            </a:defPPr>
            <a:lvl1pPr algn="ctr">
              <a:buNone/>
              <a:defRPr sz="790" b="0">
                <a:solidFill>
                  <a:srgbClr val="657E8B"/>
                </a:solidFill>
                <a:latin typeface="Arial" panose="020B0604020202090204"/>
                <a:ea typeface="Arial" panose="020B0604020202090204"/>
                <a:cs typeface="Arial" panose="020B0604020202090204"/>
              </a:defRPr>
            </a:lvl1pPr>
            <a:lvl2pPr algn="ctr">
              <a:buNone/>
              <a:defRPr sz="790" b="0">
                <a:solidFill>
                  <a:srgbClr val="657E8B"/>
                </a:solidFill>
                <a:latin typeface="Arial" panose="020B0604020202090204"/>
                <a:ea typeface="Arial" panose="020B0604020202090204"/>
                <a:cs typeface="Arial" panose="020B0604020202090204"/>
              </a:defRPr>
            </a:lvl2pPr>
            <a:lvl3pPr algn="ctr">
              <a:buNone/>
              <a:defRPr sz="790" b="0">
                <a:solidFill>
                  <a:srgbClr val="657E8B"/>
                </a:solidFill>
                <a:latin typeface="Arial" panose="020B0604020202090204"/>
                <a:ea typeface="Arial" panose="020B0604020202090204"/>
                <a:cs typeface="Arial" panose="020B0604020202090204"/>
              </a:defRPr>
            </a:lvl3pPr>
            <a:lvl4pPr algn="ctr">
              <a:buNone/>
              <a:defRPr sz="790" b="0">
                <a:solidFill>
                  <a:srgbClr val="657E8B"/>
                </a:solidFill>
                <a:latin typeface="Arial" panose="020B0604020202090204"/>
                <a:ea typeface="Arial" panose="020B0604020202090204"/>
                <a:cs typeface="Arial" panose="020B0604020202090204"/>
              </a:defRPr>
            </a:lvl4pPr>
            <a:lvl5pPr algn="ctr">
              <a:buNone/>
              <a:defRPr sz="790" b="0">
                <a:solidFill>
                  <a:srgbClr val="657E8B"/>
                </a:solidFill>
                <a:latin typeface="Arial" panose="020B0604020202090204"/>
                <a:ea typeface="Arial" panose="020B0604020202090204"/>
                <a:cs typeface="Arial" panose="020B0604020202090204"/>
              </a:defRPr>
            </a:lvl5pPr>
            <a:lvl6pPr algn="ctr">
              <a:buNone/>
              <a:defRPr sz="790" b="0">
                <a:solidFill>
                  <a:srgbClr val="657E8B"/>
                </a:solidFill>
                <a:latin typeface="Arial" panose="020B0604020202090204"/>
                <a:ea typeface="Arial" panose="020B0604020202090204"/>
                <a:cs typeface="Arial" panose="020B0604020202090204"/>
              </a:defRPr>
            </a:lvl6pPr>
            <a:lvl7pPr algn="ctr">
              <a:buNone/>
              <a:defRPr sz="790" b="0">
                <a:solidFill>
                  <a:srgbClr val="657E8B"/>
                </a:solidFill>
                <a:latin typeface="Arial" panose="020B0604020202090204"/>
                <a:ea typeface="Arial" panose="020B0604020202090204"/>
                <a:cs typeface="Arial" panose="020B0604020202090204"/>
              </a:defRPr>
            </a:lvl7pPr>
            <a:lvl8pPr algn="ctr">
              <a:buNone/>
              <a:defRPr sz="790" b="0">
                <a:solidFill>
                  <a:srgbClr val="657E8B"/>
                </a:solidFill>
                <a:latin typeface="Arial" panose="020B0604020202090204"/>
                <a:ea typeface="Arial" panose="020B0604020202090204"/>
                <a:cs typeface="Arial" panose="020B0604020202090204"/>
              </a:defRPr>
            </a:lvl8pPr>
            <a:lvl9pPr algn="ctr">
              <a:buNone/>
              <a:defRPr sz="790" b="0">
                <a:solidFill>
                  <a:srgbClr val="657E8B"/>
                </a:solidFill>
                <a:latin typeface="Arial" panose="020B0604020202090204"/>
                <a:ea typeface="Arial" panose="020B0604020202090204"/>
                <a:cs typeface="Arial" panose="020B0604020202090204"/>
              </a:defRPr>
            </a:lvl9pPr>
          </a:lstStyle>
          <a:p>
            <a:pPr algn="ctr">
              <a:buNone/>
              <a:defRPr sz="790" b="0">
                <a:solidFill>
                  <a:srgbClr val="657E8B"/>
                </a:solidFill>
                <a:latin typeface="Arial" panose="020B0604020202090204"/>
                <a:ea typeface="Arial" panose="020B0604020202090204"/>
                <a:cs typeface="Arial" panose="020B0604020202090204"/>
              </a:defRPr>
            </a:pPr>
            <a:r>
              <a:rPr sz="1090" b="0">
                <a:solidFill>
                  <a:srgbClr val="657E8B"/>
                </a:solidFill>
                <a:latin typeface="Arial" panose="020B0604020202090204"/>
                <a:ea typeface="Arial" panose="020B0604020202090204"/>
                <a:cs typeface="Arial" panose="020B0604020202090204"/>
              </a:rPr>
              <a:t>AgiBot-World</a:t>
            </a:r>
            <a:endParaRPr sz="1090" b="0">
              <a:solidFill>
                <a:srgbClr val="657E8B"/>
              </a:solidFill>
              <a:latin typeface="Arial" panose="020B0604020202090204"/>
              <a:ea typeface="Arial" panose="020B0604020202090204"/>
              <a:cs typeface="Arial" panose="020B0604020202090204"/>
            </a:endParaRPr>
          </a:p>
        </p:txBody>
      </p:sp>
      <p:pic>
        <p:nvPicPr>
          <p:cNvPr id="686" name="图片 685"/>
          <p:cNvPicPr>
            <a:picLocks noChangeAspect="1"/>
          </p:cNvPicPr>
          <p:nvPr/>
        </p:nvPicPr>
        <p:blipFill>
          <a:blip r:embed="rId4"/>
          <a:srcRect l="312" r="312"/>
          <a:stretch>
            <a:fillRect/>
          </a:stretch>
        </p:blipFill>
        <p:spPr>
          <a:xfrm>
            <a:off x="1370969" y="1481728"/>
            <a:ext cx="591813" cy="322807"/>
          </a:xfrm>
          <a:prstGeom prst="rect">
            <a:avLst/>
          </a:prstGeom>
        </p:spPr>
      </p:pic>
      <p:sp>
        <p:nvSpPr>
          <p:cNvPr id="687" name="Dataset name 3"/>
          <p:cNvSpPr>
            <a:spLocks noGrp="1"/>
          </p:cNvSpPr>
          <p:nvPr/>
        </p:nvSpPr>
        <p:spPr>
          <a:xfrm>
            <a:off x="1247775" y="1817985"/>
            <a:ext cx="876300" cy="121053"/>
          </a:xfrm>
          <a:prstGeom prst="rect">
            <a:avLst/>
          </a:prstGeom>
          <a:noFill/>
          <a:ln w="0">
            <a:noFill/>
            <a:prstDash val="solid"/>
          </a:ln>
        </p:spPr>
        <p:txBody>
          <a:bodyPr wrap="none" lIns="0" tIns="0" rIns="0" bIns="0" anchor="ctr">
            <a:noAutofit/>
          </a:bodyPr>
          <a:lstStyle>
            <a:defPPr algn="ctr">
              <a:defRPr sz="790" b="0">
                <a:solidFill>
                  <a:srgbClr val="657E8B"/>
                </a:solidFill>
                <a:latin typeface="Arial" panose="020B0604020202090204"/>
                <a:ea typeface="Arial" panose="020B0604020202090204"/>
                <a:cs typeface="Arial" panose="020B0604020202090204"/>
              </a:defRPr>
            </a:defPPr>
            <a:lvl1pPr algn="ctr">
              <a:buNone/>
              <a:defRPr sz="790" b="0">
                <a:solidFill>
                  <a:srgbClr val="657E8B"/>
                </a:solidFill>
                <a:latin typeface="Arial" panose="020B0604020202090204"/>
                <a:ea typeface="Arial" panose="020B0604020202090204"/>
                <a:cs typeface="Arial" panose="020B0604020202090204"/>
              </a:defRPr>
            </a:lvl1pPr>
            <a:lvl2pPr algn="ctr">
              <a:buNone/>
              <a:defRPr sz="790" b="0">
                <a:solidFill>
                  <a:srgbClr val="657E8B"/>
                </a:solidFill>
                <a:latin typeface="Arial" panose="020B0604020202090204"/>
                <a:ea typeface="Arial" panose="020B0604020202090204"/>
                <a:cs typeface="Arial" panose="020B0604020202090204"/>
              </a:defRPr>
            </a:lvl2pPr>
            <a:lvl3pPr algn="ctr">
              <a:buNone/>
              <a:defRPr sz="790" b="0">
                <a:solidFill>
                  <a:srgbClr val="657E8B"/>
                </a:solidFill>
                <a:latin typeface="Arial" panose="020B0604020202090204"/>
                <a:ea typeface="Arial" panose="020B0604020202090204"/>
                <a:cs typeface="Arial" panose="020B0604020202090204"/>
              </a:defRPr>
            </a:lvl3pPr>
            <a:lvl4pPr algn="ctr">
              <a:buNone/>
              <a:defRPr sz="790" b="0">
                <a:solidFill>
                  <a:srgbClr val="657E8B"/>
                </a:solidFill>
                <a:latin typeface="Arial" panose="020B0604020202090204"/>
                <a:ea typeface="Arial" panose="020B0604020202090204"/>
                <a:cs typeface="Arial" panose="020B0604020202090204"/>
              </a:defRPr>
            </a:lvl4pPr>
            <a:lvl5pPr algn="ctr">
              <a:buNone/>
              <a:defRPr sz="790" b="0">
                <a:solidFill>
                  <a:srgbClr val="657E8B"/>
                </a:solidFill>
                <a:latin typeface="Arial" panose="020B0604020202090204"/>
                <a:ea typeface="Arial" panose="020B0604020202090204"/>
                <a:cs typeface="Arial" panose="020B0604020202090204"/>
              </a:defRPr>
            </a:lvl5pPr>
            <a:lvl6pPr algn="ctr">
              <a:buNone/>
              <a:defRPr sz="790" b="0">
                <a:solidFill>
                  <a:srgbClr val="657E8B"/>
                </a:solidFill>
                <a:latin typeface="Arial" panose="020B0604020202090204"/>
                <a:ea typeface="Arial" panose="020B0604020202090204"/>
                <a:cs typeface="Arial" panose="020B0604020202090204"/>
              </a:defRPr>
            </a:lvl6pPr>
            <a:lvl7pPr algn="ctr">
              <a:buNone/>
              <a:defRPr sz="790" b="0">
                <a:solidFill>
                  <a:srgbClr val="657E8B"/>
                </a:solidFill>
                <a:latin typeface="Arial" panose="020B0604020202090204"/>
                <a:ea typeface="Arial" panose="020B0604020202090204"/>
                <a:cs typeface="Arial" panose="020B0604020202090204"/>
              </a:defRPr>
            </a:lvl7pPr>
            <a:lvl8pPr algn="ctr">
              <a:buNone/>
              <a:defRPr sz="790" b="0">
                <a:solidFill>
                  <a:srgbClr val="657E8B"/>
                </a:solidFill>
                <a:latin typeface="Arial" panose="020B0604020202090204"/>
                <a:ea typeface="Arial" panose="020B0604020202090204"/>
                <a:cs typeface="Arial" panose="020B0604020202090204"/>
              </a:defRPr>
            </a:lvl8pPr>
            <a:lvl9pPr algn="ctr">
              <a:buNone/>
              <a:defRPr sz="790" b="0">
                <a:solidFill>
                  <a:srgbClr val="657E8B"/>
                </a:solidFill>
                <a:latin typeface="Arial" panose="020B0604020202090204"/>
                <a:ea typeface="Arial" panose="020B0604020202090204"/>
                <a:cs typeface="Arial" panose="020B0604020202090204"/>
              </a:defRPr>
            </a:lvl9pPr>
          </a:lstStyle>
          <a:p>
            <a:pPr algn="ctr">
              <a:buNone/>
              <a:defRPr sz="790" b="0">
                <a:solidFill>
                  <a:srgbClr val="657E8B"/>
                </a:solidFill>
                <a:latin typeface="Arial" panose="020B0604020202090204"/>
                <a:ea typeface="Arial" panose="020B0604020202090204"/>
                <a:cs typeface="Arial" panose="020B0604020202090204"/>
              </a:defRPr>
            </a:pPr>
            <a:r>
              <a:rPr sz="1090" b="0">
                <a:solidFill>
                  <a:srgbClr val="657E8B"/>
                </a:solidFill>
                <a:latin typeface="Arial" panose="020B0604020202090204"/>
                <a:ea typeface="Arial" panose="020B0604020202090204"/>
                <a:cs typeface="Arial" panose="020B0604020202090204"/>
              </a:rPr>
              <a:t>MolmoAct</a:t>
            </a:r>
            <a:endParaRPr sz="1090" b="0">
              <a:solidFill>
                <a:srgbClr val="657E8B"/>
              </a:solidFill>
              <a:latin typeface="Arial" panose="020B0604020202090204"/>
              <a:ea typeface="Arial" panose="020B0604020202090204"/>
              <a:cs typeface="Arial" panose="020B0604020202090204"/>
            </a:endParaRPr>
          </a:p>
        </p:txBody>
      </p:sp>
      <p:pic>
        <p:nvPicPr>
          <p:cNvPr id="688" name="图片 68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9498" y="1367400"/>
            <a:ext cx="181579" cy="181579"/>
          </a:xfrm>
          <a:prstGeom prst="rect">
            <a:avLst/>
          </a:prstGeom>
        </p:spPr>
      </p:pic>
      <p:pic>
        <p:nvPicPr>
          <p:cNvPr id="689" name="图片 688"/>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2672023" y="1004242"/>
            <a:ext cx="161403" cy="161403"/>
          </a:xfrm>
          <a:prstGeom prst="rect">
            <a:avLst/>
          </a:prstGeom>
        </p:spPr>
      </p:pic>
      <p:sp>
        <p:nvSpPr>
          <p:cNvPr id="690" name="Quality check 0"/>
          <p:cNvSpPr>
            <a:spLocks noGrp="1"/>
          </p:cNvSpPr>
          <p:nvPr/>
        </p:nvSpPr>
        <p:spPr>
          <a:xfrm>
            <a:off x="2905125" y="1017693"/>
            <a:ext cx="647700" cy="141228"/>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Text</a:t>
            </a:r>
            <a:endParaRPr sz="1400" b="0">
              <a:solidFill>
                <a:srgbClr val="29414E"/>
              </a:solidFill>
              <a:latin typeface="Arial" panose="020B0604020202090204"/>
              <a:ea typeface="Arial" panose="020B0604020202090204"/>
              <a:cs typeface="Arial" panose="020B0604020202090204"/>
            </a:endParaRPr>
          </a:p>
        </p:txBody>
      </p:sp>
      <p:sp>
        <p:nvSpPr>
          <p:cNvPr id="691" name="Retained Text"/>
          <p:cNvSpPr>
            <a:spLocks noGrp="1"/>
          </p:cNvSpPr>
          <p:nvPr/>
        </p:nvSpPr>
        <p:spPr>
          <a:xfrm>
            <a:off x="2466975" y="1044593"/>
            <a:ext cx="104775" cy="65010"/>
          </a:xfrm>
          <a:custGeom>
            <a:avLst/>
            <a:gdLst/>
            <a:ahLst/>
            <a:cxnLst/>
            <a:pathLst>
              <a:path w="104775" h="92202">
                <a:moveTo>
                  <a:pt x="0" y="52388"/>
                </a:moveTo>
                <a:lnTo>
                  <a:pt x="36671" y="92202"/>
                </a:lnTo>
                <a:lnTo>
                  <a:pt x="104775" y="0"/>
                </a:lnTo>
              </a:path>
            </a:pathLst>
          </a:custGeom>
          <a:noFill/>
          <a:ln w="21908">
            <a:solidFill>
              <a:srgbClr val="438274"/>
            </a:solidFill>
            <a:prstDash val="solid"/>
          </a:ln>
        </p:spPr>
      </p:sp>
      <p:pic>
        <p:nvPicPr>
          <p:cNvPr id="692" name="图片 691"/>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2672023" y="1293424"/>
            <a:ext cx="161403" cy="161403"/>
          </a:xfrm>
          <a:prstGeom prst="rect">
            <a:avLst/>
          </a:prstGeom>
        </p:spPr>
      </p:pic>
      <p:sp>
        <p:nvSpPr>
          <p:cNvPr id="693" name="Quality check 1"/>
          <p:cNvSpPr>
            <a:spLocks noGrp="1"/>
          </p:cNvSpPr>
          <p:nvPr/>
        </p:nvSpPr>
        <p:spPr>
          <a:xfrm>
            <a:off x="2905125" y="1306874"/>
            <a:ext cx="647700" cy="141228"/>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Images</a:t>
            </a:r>
            <a:endParaRPr sz="1400" b="0">
              <a:solidFill>
                <a:srgbClr val="29414E"/>
              </a:solidFill>
              <a:latin typeface="Arial" panose="020B0604020202090204"/>
              <a:ea typeface="Arial" panose="020B0604020202090204"/>
              <a:cs typeface="Arial" panose="020B0604020202090204"/>
            </a:endParaRPr>
          </a:p>
        </p:txBody>
      </p:sp>
      <p:sp>
        <p:nvSpPr>
          <p:cNvPr id="694" name="Retained Images"/>
          <p:cNvSpPr>
            <a:spLocks noGrp="1"/>
          </p:cNvSpPr>
          <p:nvPr/>
        </p:nvSpPr>
        <p:spPr>
          <a:xfrm>
            <a:off x="2466975" y="1333774"/>
            <a:ext cx="104775" cy="65010"/>
          </a:xfrm>
          <a:custGeom>
            <a:avLst/>
            <a:gdLst/>
            <a:ahLst/>
            <a:cxnLst/>
            <a:pathLst>
              <a:path w="104775" h="92202">
                <a:moveTo>
                  <a:pt x="0" y="52388"/>
                </a:moveTo>
                <a:lnTo>
                  <a:pt x="36671" y="92202"/>
                </a:lnTo>
                <a:lnTo>
                  <a:pt x="104775" y="0"/>
                </a:lnTo>
              </a:path>
            </a:pathLst>
          </a:custGeom>
          <a:noFill/>
          <a:ln w="21908">
            <a:solidFill>
              <a:srgbClr val="438274"/>
            </a:solidFill>
            <a:prstDash val="solid"/>
          </a:ln>
        </p:spPr>
      </p:sp>
      <p:pic>
        <p:nvPicPr>
          <p:cNvPr id="695" name="图片 694"/>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2672023" y="1582605"/>
            <a:ext cx="161403" cy="161403"/>
          </a:xfrm>
          <a:prstGeom prst="rect">
            <a:avLst/>
          </a:prstGeom>
        </p:spPr>
      </p:pic>
      <p:sp>
        <p:nvSpPr>
          <p:cNvPr id="696" name="Quality check 2"/>
          <p:cNvSpPr>
            <a:spLocks noGrp="1"/>
          </p:cNvSpPr>
          <p:nvPr/>
        </p:nvSpPr>
        <p:spPr>
          <a:xfrm>
            <a:off x="2905125" y="1596055"/>
            <a:ext cx="647700" cy="141228"/>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Actions</a:t>
            </a:r>
            <a:endParaRPr sz="1400" b="0">
              <a:solidFill>
                <a:srgbClr val="29414E"/>
              </a:solidFill>
              <a:latin typeface="Arial" panose="020B0604020202090204"/>
              <a:ea typeface="Arial" panose="020B0604020202090204"/>
              <a:cs typeface="Arial" panose="020B0604020202090204"/>
            </a:endParaRPr>
          </a:p>
        </p:txBody>
      </p:sp>
      <p:sp>
        <p:nvSpPr>
          <p:cNvPr id="697" name="Retained Actions"/>
          <p:cNvSpPr>
            <a:spLocks noGrp="1"/>
          </p:cNvSpPr>
          <p:nvPr/>
        </p:nvSpPr>
        <p:spPr>
          <a:xfrm>
            <a:off x="2466975" y="1622956"/>
            <a:ext cx="104775" cy="65010"/>
          </a:xfrm>
          <a:custGeom>
            <a:avLst/>
            <a:gdLst/>
            <a:ahLst/>
            <a:cxnLst/>
            <a:pathLst>
              <a:path w="104775" h="92202">
                <a:moveTo>
                  <a:pt x="0" y="52388"/>
                </a:moveTo>
                <a:lnTo>
                  <a:pt x="36671" y="92202"/>
                </a:lnTo>
                <a:lnTo>
                  <a:pt x="104775" y="0"/>
                </a:lnTo>
              </a:path>
            </a:pathLst>
          </a:custGeom>
          <a:noFill/>
          <a:ln w="21908">
            <a:solidFill>
              <a:srgbClr val="438274"/>
            </a:solidFill>
            <a:prstDash val="solid"/>
          </a:ln>
        </p:spPr>
      </p:sp>
      <p:sp>
        <p:nvSpPr>
          <p:cNvPr id="698" name="Canonical schema divider"/>
          <p:cNvSpPr>
            <a:spLocks noGrp="1"/>
          </p:cNvSpPr>
          <p:nvPr/>
        </p:nvSpPr>
        <p:spPr>
          <a:xfrm>
            <a:off x="314325" y="2006289"/>
            <a:ext cx="3257550" cy="0"/>
          </a:xfrm>
          <a:custGeom>
            <a:avLst/>
            <a:gdLst/>
            <a:ahLst/>
            <a:cxnLst/>
            <a:pathLst>
              <a:path w="3257550" h="95">
                <a:moveTo>
                  <a:pt x="0" y="0"/>
                </a:moveTo>
                <a:lnTo>
                  <a:pt x="3257550" y="0"/>
                </a:lnTo>
              </a:path>
            </a:pathLst>
          </a:custGeom>
          <a:noFill/>
          <a:ln w="9525">
            <a:solidFill>
              <a:srgbClr val="CEDDE5"/>
            </a:solidFill>
            <a:prstDash val="solid"/>
          </a:ln>
        </p:spPr>
      </p:sp>
      <p:pic>
        <p:nvPicPr>
          <p:cNvPr id="699" name="图片 698"/>
          <p:cNvPicPr>
            <a:picLocks noChangeAspect="1"/>
          </p:cNvPicPr>
          <p:nvPr/>
        </p:nvPicPr>
        <p:blipFill>
          <a:blip r:embed="rId5">
            <a:extLst>
              <a:ext uri="{96DAC541-7B7A-43D3-8B79-37D633B846F1}">
                <asvg:svgBlip xmlns:asvg="http://schemas.microsoft.com/office/drawing/2016/SVG/main" r:embed="rId10"/>
              </a:ext>
            </a:extLst>
          </a:blip>
          <a:stretch>
            <a:fillRect/>
          </a:stretch>
        </p:blipFill>
        <p:spPr>
          <a:xfrm>
            <a:off x="373698" y="2066815"/>
            <a:ext cx="147953" cy="147953"/>
          </a:xfrm>
          <a:prstGeom prst="rect">
            <a:avLst/>
          </a:prstGeom>
        </p:spPr>
      </p:pic>
      <p:sp>
        <p:nvSpPr>
          <p:cNvPr id="700" name="Canonical representation"/>
          <p:cNvSpPr>
            <a:spLocks noGrp="1"/>
          </p:cNvSpPr>
          <p:nvPr/>
        </p:nvSpPr>
        <p:spPr>
          <a:xfrm>
            <a:off x="638175" y="2046640"/>
            <a:ext cx="2257425" cy="147953"/>
          </a:xfrm>
          <a:prstGeom prst="rect">
            <a:avLst/>
          </a:prstGeom>
          <a:noFill/>
          <a:ln w="0">
            <a:noFill/>
            <a:prstDash val="solid"/>
          </a:ln>
        </p:spPr>
        <p:txBody>
          <a:bodyPr wrap="none" lIns="0" tIns="0" rIns="0" bIns="0" anchor="ctr">
            <a:noAutofit/>
          </a:bodyPr>
          <a:lstStyle>
            <a:defPPr algn="l">
              <a:defRPr sz="945" b="1">
                <a:solidFill>
                  <a:srgbClr val="476E89"/>
                </a:solidFill>
                <a:latin typeface="Arial" panose="020B0604020202090204"/>
                <a:ea typeface="Arial" panose="020B0604020202090204"/>
                <a:cs typeface="Arial" panose="020B0604020202090204"/>
              </a:defRPr>
            </a:defPPr>
            <a:lvl1pPr algn="l">
              <a:buNone/>
              <a:defRPr sz="945" b="1">
                <a:solidFill>
                  <a:srgbClr val="476E89"/>
                </a:solidFill>
                <a:latin typeface="Arial" panose="020B0604020202090204"/>
                <a:ea typeface="Arial" panose="020B0604020202090204"/>
                <a:cs typeface="Arial" panose="020B0604020202090204"/>
              </a:defRPr>
            </a:lvl1pPr>
            <a:lvl2pPr algn="l">
              <a:buNone/>
              <a:defRPr sz="945" b="1">
                <a:solidFill>
                  <a:srgbClr val="476E89"/>
                </a:solidFill>
                <a:latin typeface="Arial" panose="020B0604020202090204"/>
                <a:ea typeface="Arial" panose="020B0604020202090204"/>
                <a:cs typeface="Arial" panose="020B0604020202090204"/>
              </a:defRPr>
            </a:lvl2pPr>
            <a:lvl3pPr algn="l">
              <a:buNone/>
              <a:defRPr sz="945" b="1">
                <a:solidFill>
                  <a:srgbClr val="476E89"/>
                </a:solidFill>
                <a:latin typeface="Arial" panose="020B0604020202090204"/>
                <a:ea typeface="Arial" panose="020B0604020202090204"/>
                <a:cs typeface="Arial" panose="020B0604020202090204"/>
              </a:defRPr>
            </a:lvl3pPr>
            <a:lvl4pPr algn="l">
              <a:buNone/>
              <a:defRPr sz="945" b="1">
                <a:solidFill>
                  <a:srgbClr val="476E89"/>
                </a:solidFill>
                <a:latin typeface="Arial" panose="020B0604020202090204"/>
                <a:ea typeface="Arial" panose="020B0604020202090204"/>
                <a:cs typeface="Arial" panose="020B0604020202090204"/>
              </a:defRPr>
            </a:lvl4pPr>
            <a:lvl5pPr algn="l">
              <a:buNone/>
              <a:defRPr sz="945" b="1">
                <a:solidFill>
                  <a:srgbClr val="476E89"/>
                </a:solidFill>
                <a:latin typeface="Arial" panose="020B0604020202090204"/>
                <a:ea typeface="Arial" panose="020B0604020202090204"/>
                <a:cs typeface="Arial" panose="020B0604020202090204"/>
              </a:defRPr>
            </a:lvl5pPr>
            <a:lvl6pPr algn="l">
              <a:buNone/>
              <a:defRPr sz="945" b="1">
                <a:solidFill>
                  <a:srgbClr val="476E89"/>
                </a:solidFill>
                <a:latin typeface="Arial" panose="020B0604020202090204"/>
                <a:ea typeface="Arial" panose="020B0604020202090204"/>
                <a:cs typeface="Arial" panose="020B0604020202090204"/>
              </a:defRPr>
            </a:lvl6pPr>
            <a:lvl7pPr algn="l">
              <a:buNone/>
              <a:defRPr sz="945" b="1">
                <a:solidFill>
                  <a:srgbClr val="476E89"/>
                </a:solidFill>
                <a:latin typeface="Arial" panose="020B0604020202090204"/>
                <a:ea typeface="Arial" panose="020B0604020202090204"/>
                <a:cs typeface="Arial" panose="020B0604020202090204"/>
              </a:defRPr>
            </a:lvl7pPr>
            <a:lvl8pPr algn="l">
              <a:buNone/>
              <a:defRPr sz="945" b="1">
                <a:solidFill>
                  <a:srgbClr val="476E89"/>
                </a:solidFill>
                <a:latin typeface="Arial" panose="020B0604020202090204"/>
                <a:ea typeface="Arial" panose="020B0604020202090204"/>
                <a:cs typeface="Arial" panose="020B0604020202090204"/>
              </a:defRPr>
            </a:lvl8pPr>
            <a:lvl9pPr algn="l">
              <a:buNone/>
              <a:defRPr sz="945" b="1">
                <a:solidFill>
                  <a:srgbClr val="476E89"/>
                </a:solidFill>
                <a:latin typeface="Arial" panose="020B0604020202090204"/>
                <a:ea typeface="Arial" panose="020B0604020202090204"/>
                <a:cs typeface="Arial" panose="020B0604020202090204"/>
              </a:defRPr>
            </a:lvl9pPr>
          </a:lstStyle>
          <a:p>
            <a:pPr algn="l">
              <a:buNone/>
              <a:defRPr sz="945" b="1">
                <a:solidFill>
                  <a:srgbClr val="476E89"/>
                </a:solidFill>
                <a:latin typeface="Arial" panose="020B0604020202090204"/>
                <a:ea typeface="Arial" panose="020B0604020202090204"/>
                <a:cs typeface="Arial" panose="020B0604020202090204"/>
              </a:defRPr>
            </a:pPr>
            <a:r>
              <a:rPr sz="1400" b="1">
                <a:solidFill>
                  <a:srgbClr val="476E89"/>
                </a:solidFill>
                <a:latin typeface="Arial" panose="020B0604020202090204"/>
                <a:ea typeface="Arial" panose="020B0604020202090204"/>
                <a:cs typeface="Arial" panose="020B0604020202090204"/>
              </a:rPr>
              <a:t>RGB + 32-D state / action</a:t>
            </a:r>
            <a:endParaRPr sz="1400" b="1">
              <a:solidFill>
                <a:srgbClr val="476E89"/>
              </a:solidFill>
              <a:latin typeface="Arial" panose="020B0604020202090204"/>
              <a:ea typeface="Arial" panose="020B0604020202090204"/>
              <a:cs typeface="Arial" panose="020B0604020202090204"/>
            </a:endParaRPr>
          </a:p>
        </p:txBody>
      </p:sp>
      <p:sp>
        <p:nvSpPr>
          <p:cNvPr id="710" name="Boundary signal label 0"/>
          <p:cNvSpPr>
            <a:spLocks noGrp="1"/>
          </p:cNvSpPr>
          <p:nvPr/>
        </p:nvSpPr>
        <p:spPr>
          <a:xfrm>
            <a:off x="4057650" y="1017693"/>
            <a:ext cx="714375" cy="147953"/>
          </a:xfrm>
          <a:prstGeom prst="rect">
            <a:avLst/>
          </a:prstGeom>
          <a:noFill/>
          <a:ln w="0">
            <a:noFill/>
            <a:prstDash val="solid"/>
          </a:ln>
        </p:spPr>
        <p:txBody>
          <a:bodyPr wrap="none" lIns="0" tIns="0" rIns="0" bIns="0" anchor="ctr">
            <a:noAutofit/>
          </a:bodyPr>
          <a:lstStyle>
            <a:defPPr algn="l">
              <a:defRPr sz="945" b="0">
                <a:solidFill>
                  <a:srgbClr val="657E8B"/>
                </a:solidFill>
                <a:latin typeface="Arial" panose="020B0604020202090204"/>
                <a:ea typeface="Arial" panose="020B0604020202090204"/>
                <a:cs typeface="Arial" panose="020B0604020202090204"/>
              </a:defRPr>
            </a:defPPr>
            <a:lvl1pPr algn="l">
              <a:buNone/>
              <a:defRPr sz="945" b="0">
                <a:solidFill>
                  <a:srgbClr val="657E8B"/>
                </a:solidFill>
                <a:latin typeface="Arial" panose="020B0604020202090204"/>
                <a:ea typeface="Arial" panose="020B0604020202090204"/>
                <a:cs typeface="Arial" panose="020B0604020202090204"/>
              </a:defRPr>
            </a:lvl1pPr>
            <a:lvl2pPr algn="l">
              <a:buNone/>
              <a:defRPr sz="945" b="0">
                <a:solidFill>
                  <a:srgbClr val="657E8B"/>
                </a:solidFill>
                <a:latin typeface="Arial" panose="020B0604020202090204"/>
                <a:ea typeface="Arial" panose="020B0604020202090204"/>
                <a:cs typeface="Arial" panose="020B0604020202090204"/>
              </a:defRPr>
            </a:lvl2pPr>
            <a:lvl3pPr algn="l">
              <a:buNone/>
              <a:defRPr sz="945" b="0">
                <a:solidFill>
                  <a:srgbClr val="657E8B"/>
                </a:solidFill>
                <a:latin typeface="Arial" panose="020B0604020202090204"/>
                <a:ea typeface="Arial" panose="020B0604020202090204"/>
                <a:cs typeface="Arial" panose="020B0604020202090204"/>
              </a:defRPr>
            </a:lvl3pPr>
            <a:lvl4pPr algn="l">
              <a:buNone/>
              <a:defRPr sz="945" b="0">
                <a:solidFill>
                  <a:srgbClr val="657E8B"/>
                </a:solidFill>
                <a:latin typeface="Arial" panose="020B0604020202090204"/>
                <a:ea typeface="Arial" panose="020B0604020202090204"/>
                <a:cs typeface="Arial" panose="020B0604020202090204"/>
              </a:defRPr>
            </a:lvl4pPr>
            <a:lvl5pPr algn="l">
              <a:buNone/>
              <a:defRPr sz="945" b="0">
                <a:solidFill>
                  <a:srgbClr val="657E8B"/>
                </a:solidFill>
                <a:latin typeface="Arial" panose="020B0604020202090204"/>
                <a:ea typeface="Arial" panose="020B0604020202090204"/>
                <a:cs typeface="Arial" panose="020B0604020202090204"/>
              </a:defRPr>
            </a:lvl5pPr>
            <a:lvl6pPr algn="l">
              <a:buNone/>
              <a:defRPr sz="945" b="0">
                <a:solidFill>
                  <a:srgbClr val="657E8B"/>
                </a:solidFill>
                <a:latin typeface="Arial" panose="020B0604020202090204"/>
                <a:ea typeface="Arial" panose="020B0604020202090204"/>
                <a:cs typeface="Arial" panose="020B0604020202090204"/>
              </a:defRPr>
            </a:lvl6pPr>
            <a:lvl7pPr algn="l">
              <a:buNone/>
              <a:defRPr sz="945" b="0">
                <a:solidFill>
                  <a:srgbClr val="657E8B"/>
                </a:solidFill>
                <a:latin typeface="Arial" panose="020B0604020202090204"/>
                <a:ea typeface="Arial" panose="020B0604020202090204"/>
                <a:cs typeface="Arial" panose="020B0604020202090204"/>
              </a:defRPr>
            </a:lvl7pPr>
            <a:lvl8pPr algn="l">
              <a:buNone/>
              <a:defRPr sz="945" b="0">
                <a:solidFill>
                  <a:srgbClr val="657E8B"/>
                </a:solidFill>
                <a:latin typeface="Arial" panose="020B0604020202090204"/>
                <a:ea typeface="Arial" panose="020B0604020202090204"/>
                <a:cs typeface="Arial" panose="020B0604020202090204"/>
              </a:defRPr>
            </a:lvl8pPr>
            <a:lvl9pPr algn="l">
              <a:buNone/>
              <a:defRPr sz="945" b="0">
                <a:solidFill>
                  <a:srgbClr val="657E8B"/>
                </a:solidFill>
                <a:latin typeface="Arial" panose="020B0604020202090204"/>
                <a:ea typeface="Arial" panose="020B0604020202090204"/>
                <a:cs typeface="Arial" panose="020B0604020202090204"/>
              </a:defRPr>
            </a:lvl9pPr>
          </a:lstStyle>
          <a:p>
            <a:pPr algn="l">
              <a:buNone/>
              <a:defRPr sz="945" b="0">
                <a:solidFill>
                  <a:srgbClr val="657E8B"/>
                </a:solidFill>
                <a:latin typeface="Arial" panose="020B0604020202090204"/>
                <a:ea typeface="Arial" panose="020B0604020202090204"/>
                <a:cs typeface="Arial" panose="020B0604020202090204"/>
              </a:defRPr>
            </a:pPr>
            <a:r>
              <a:rPr sz="1600" b="0">
                <a:solidFill>
                  <a:srgbClr val="657E8B"/>
                </a:solidFill>
                <a:latin typeface="Arial" panose="020B0604020202090204"/>
                <a:ea typeface="Arial" panose="020B0604020202090204"/>
                <a:cs typeface="Arial" panose="020B0604020202090204"/>
              </a:rPr>
              <a:t>Action</a:t>
            </a:r>
            <a:endParaRPr sz="1600" b="0">
              <a:solidFill>
                <a:srgbClr val="657E8B"/>
              </a:solidFill>
              <a:latin typeface="Arial" panose="020B0604020202090204"/>
              <a:ea typeface="Arial" panose="020B0604020202090204"/>
              <a:cs typeface="Arial" panose="020B0604020202090204"/>
            </a:endParaRPr>
          </a:p>
        </p:txBody>
      </p:sp>
      <p:sp>
        <p:nvSpPr>
          <p:cNvPr id="711" name="Signal baseline 0"/>
          <p:cNvSpPr>
            <a:spLocks noGrp="1"/>
          </p:cNvSpPr>
          <p:nvPr/>
        </p:nvSpPr>
        <p:spPr>
          <a:xfrm>
            <a:off x="4838700" y="1158921"/>
            <a:ext cx="2419350" cy="0"/>
          </a:xfrm>
          <a:custGeom>
            <a:avLst/>
            <a:gdLst/>
            <a:ahLst/>
            <a:cxnLst/>
            <a:pathLst>
              <a:path w="2419350" h="95">
                <a:moveTo>
                  <a:pt x="0" y="0"/>
                </a:moveTo>
                <a:lnTo>
                  <a:pt x="2419350" y="0"/>
                </a:lnTo>
              </a:path>
            </a:pathLst>
          </a:custGeom>
          <a:noFill/>
          <a:ln w="9525">
            <a:solidFill>
              <a:srgbClr val="DCE5EA"/>
            </a:solidFill>
            <a:prstDash val="solid"/>
          </a:ln>
        </p:spPr>
      </p:sp>
      <p:sp>
        <p:nvSpPr>
          <p:cNvPr id="712" name="Schematic Action signal"/>
          <p:cNvSpPr>
            <a:spLocks noGrp="1"/>
          </p:cNvSpPr>
          <p:nvPr/>
        </p:nvSpPr>
        <p:spPr>
          <a:xfrm>
            <a:off x="4838700" y="1016348"/>
            <a:ext cx="2419350" cy="101326"/>
          </a:xfrm>
          <a:custGeom>
            <a:avLst/>
            <a:gdLst/>
            <a:ahLst/>
            <a:cxnLst/>
            <a:pathLst>
              <a:path w="2419350" h="143256">
                <a:moveTo>
                  <a:pt x="0" y="143256"/>
                </a:moveTo>
                <a:lnTo>
                  <a:pt x="193548" y="115824"/>
                </a:lnTo>
                <a:lnTo>
                  <a:pt x="387096" y="140208"/>
                </a:lnTo>
                <a:lnTo>
                  <a:pt x="556450" y="0"/>
                </a:lnTo>
                <a:lnTo>
                  <a:pt x="677418" y="131064"/>
                </a:lnTo>
                <a:lnTo>
                  <a:pt x="919353" y="137160"/>
                </a:lnTo>
                <a:lnTo>
                  <a:pt x="1088707" y="15240"/>
                </a:lnTo>
                <a:lnTo>
                  <a:pt x="1185482" y="134112"/>
                </a:lnTo>
                <a:lnTo>
                  <a:pt x="1403223" y="143256"/>
                </a:lnTo>
                <a:lnTo>
                  <a:pt x="1548384" y="45720"/>
                </a:lnTo>
                <a:lnTo>
                  <a:pt x="1620965" y="112776"/>
                </a:lnTo>
                <a:lnTo>
                  <a:pt x="1717739" y="3048"/>
                </a:lnTo>
                <a:lnTo>
                  <a:pt x="1838706" y="137160"/>
                </a:lnTo>
                <a:lnTo>
                  <a:pt x="2153221" y="131064"/>
                </a:lnTo>
                <a:lnTo>
                  <a:pt x="2419350" y="137160"/>
                </a:lnTo>
              </a:path>
            </a:pathLst>
          </a:custGeom>
          <a:noFill/>
          <a:ln w="19050">
            <a:solidFill>
              <a:srgbClr val="476E89"/>
            </a:solidFill>
            <a:prstDash val="solid"/>
          </a:ln>
        </p:spPr>
      </p:sp>
      <p:sp>
        <p:nvSpPr>
          <p:cNvPr id="713" name="Boundary signal label 1"/>
          <p:cNvSpPr>
            <a:spLocks noGrp="1"/>
          </p:cNvSpPr>
          <p:nvPr/>
        </p:nvSpPr>
        <p:spPr>
          <a:xfrm>
            <a:off x="4057650" y="1300149"/>
            <a:ext cx="714375" cy="147953"/>
          </a:xfrm>
          <a:prstGeom prst="rect">
            <a:avLst/>
          </a:prstGeom>
          <a:noFill/>
          <a:ln w="0">
            <a:noFill/>
            <a:prstDash val="solid"/>
          </a:ln>
        </p:spPr>
        <p:txBody>
          <a:bodyPr wrap="none" lIns="0" tIns="0" rIns="0" bIns="0" anchor="ctr">
            <a:noAutofit/>
          </a:bodyPr>
          <a:lstStyle>
            <a:defPPr algn="l">
              <a:defRPr sz="945" b="0">
                <a:solidFill>
                  <a:srgbClr val="657E8B"/>
                </a:solidFill>
                <a:latin typeface="Arial" panose="020B0604020202090204"/>
                <a:ea typeface="Arial" panose="020B0604020202090204"/>
                <a:cs typeface="Arial" panose="020B0604020202090204"/>
              </a:defRPr>
            </a:defPPr>
            <a:lvl1pPr algn="l">
              <a:buNone/>
              <a:defRPr sz="945" b="0">
                <a:solidFill>
                  <a:srgbClr val="657E8B"/>
                </a:solidFill>
                <a:latin typeface="Arial" panose="020B0604020202090204"/>
                <a:ea typeface="Arial" panose="020B0604020202090204"/>
                <a:cs typeface="Arial" panose="020B0604020202090204"/>
              </a:defRPr>
            </a:lvl1pPr>
            <a:lvl2pPr algn="l">
              <a:buNone/>
              <a:defRPr sz="945" b="0">
                <a:solidFill>
                  <a:srgbClr val="657E8B"/>
                </a:solidFill>
                <a:latin typeface="Arial" panose="020B0604020202090204"/>
                <a:ea typeface="Arial" panose="020B0604020202090204"/>
                <a:cs typeface="Arial" panose="020B0604020202090204"/>
              </a:defRPr>
            </a:lvl2pPr>
            <a:lvl3pPr algn="l">
              <a:buNone/>
              <a:defRPr sz="945" b="0">
                <a:solidFill>
                  <a:srgbClr val="657E8B"/>
                </a:solidFill>
                <a:latin typeface="Arial" panose="020B0604020202090204"/>
                <a:ea typeface="Arial" panose="020B0604020202090204"/>
                <a:cs typeface="Arial" panose="020B0604020202090204"/>
              </a:defRPr>
            </a:lvl3pPr>
            <a:lvl4pPr algn="l">
              <a:buNone/>
              <a:defRPr sz="945" b="0">
                <a:solidFill>
                  <a:srgbClr val="657E8B"/>
                </a:solidFill>
                <a:latin typeface="Arial" panose="020B0604020202090204"/>
                <a:ea typeface="Arial" panose="020B0604020202090204"/>
                <a:cs typeface="Arial" panose="020B0604020202090204"/>
              </a:defRPr>
            </a:lvl4pPr>
            <a:lvl5pPr algn="l">
              <a:buNone/>
              <a:defRPr sz="945" b="0">
                <a:solidFill>
                  <a:srgbClr val="657E8B"/>
                </a:solidFill>
                <a:latin typeface="Arial" panose="020B0604020202090204"/>
                <a:ea typeface="Arial" panose="020B0604020202090204"/>
                <a:cs typeface="Arial" panose="020B0604020202090204"/>
              </a:defRPr>
            </a:lvl5pPr>
            <a:lvl6pPr algn="l">
              <a:buNone/>
              <a:defRPr sz="945" b="0">
                <a:solidFill>
                  <a:srgbClr val="657E8B"/>
                </a:solidFill>
                <a:latin typeface="Arial" panose="020B0604020202090204"/>
                <a:ea typeface="Arial" panose="020B0604020202090204"/>
                <a:cs typeface="Arial" panose="020B0604020202090204"/>
              </a:defRPr>
            </a:lvl6pPr>
            <a:lvl7pPr algn="l">
              <a:buNone/>
              <a:defRPr sz="945" b="0">
                <a:solidFill>
                  <a:srgbClr val="657E8B"/>
                </a:solidFill>
                <a:latin typeface="Arial" panose="020B0604020202090204"/>
                <a:ea typeface="Arial" panose="020B0604020202090204"/>
                <a:cs typeface="Arial" panose="020B0604020202090204"/>
              </a:defRPr>
            </a:lvl7pPr>
            <a:lvl8pPr algn="l">
              <a:buNone/>
              <a:defRPr sz="945" b="0">
                <a:solidFill>
                  <a:srgbClr val="657E8B"/>
                </a:solidFill>
                <a:latin typeface="Arial" panose="020B0604020202090204"/>
                <a:ea typeface="Arial" panose="020B0604020202090204"/>
                <a:cs typeface="Arial" panose="020B0604020202090204"/>
              </a:defRPr>
            </a:lvl8pPr>
            <a:lvl9pPr algn="l">
              <a:buNone/>
              <a:defRPr sz="945" b="0">
                <a:solidFill>
                  <a:srgbClr val="657E8B"/>
                </a:solidFill>
                <a:latin typeface="Arial" panose="020B0604020202090204"/>
                <a:ea typeface="Arial" panose="020B0604020202090204"/>
                <a:cs typeface="Arial" panose="020B0604020202090204"/>
              </a:defRPr>
            </a:lvl9pPr>
          </a:lstStyle>
          <a:p>
            <a:pPr algn="l">
              <a:buNone/>
              <a:defRPr sz="945" b="0">
                <a:solidFill>
                  <a:srgbClr val="657E8B"/>
                </a:solidFill>
                <a:latin typeface="Arial" panose="020B0604020202090204"/>
                <a:ea typeface="Arial" panose="020B0604020202090204"/>
                <a:cs typeface="Arial" panose="020B0604020202090204"/>
              </a:defRPr>
            </a:pPr>
            <a:r>
              <a:rPr sz="1600" b="0">
                <a:solidFill>
                  <a:srgbClr val="657E8B"/>
                </a:solidFill>
                <a:latin typeface="Arial" panose="020B0604020202090204"/>
                <a:ea typeface="Arial" panose="020B0604020202090204"/>
                <a:cs typeface="Arial" panose="020B0604020202090204"/>
              </a:rPr>
              <a:t>Gripper</a:t>
            </a:r>
            <a:endParaRPr sz="1600" b="0">
              <a:solidFill>
                <a:srgbClr val="657E8B"/>
              </a:solidFill>
              <a:latin typeface="Arial" panose="020B0604020202090204"/>
              <a:ea typeface="Arial" panose="020B0604020202090204"/>
              <a:cs typeface="Arial" panose="020B0604020202090204"/>
            </a:endParaRPr>
          </a:p>
        </p:txBody>
      </p:sp>
      <p:sp>
        <p:nvSpPr>
          <p:cNvPr id="714" name="Signal baseline 1"/>
          <p:cNvSpPr>
            <a:spLocks noGrp="1"/>
          </p:cNvSpPr>
          <p:nvPr/>
        </p:nvSpPr>
        <p:spPr>
          <a:xfrm>
            <a:off x="4838700" y="1441377"/>
            <a:ext cx="2419350" cy="0"/>
          </a:xfrm>
          <a:custGeom>
            <a:avLst/>
            <a:gdLst/>
            <a:ahLst/>
            <a:cxnLst/>
            <a:pathLst>
              <a:path w="2419350" h="95">
                <a:moveTo>
                  <a:pt x="0" y="0"/>
                </a:moveTo>
                <a:lnTo>
                  <a:pt x="2419350" y="0"/>
                </a:lnTo>
              </a:path>
            </a:pathLst>
          </a:custGeom>
          <a:noFill/>
          <a:ln w="9525">
            <a:solidFill>
              <a:srgbClr val="DCE5EA"/>
            </a:solidFill>
            <a:prstDash val="solid"/>
          </a:ln>
        </p:spPr>
      </p:sp>
      <p:sp>
        <p:nvSpPr>
          <p:cNvPr id="715" name="Schematic Gripper signal"/>
          <p:cNvSpPr>
            <a:spLocks noGrp="1"/>
          </p:cNvSpPr>
          <p:nvPr/>
        </p:nvSpPr>
        <p:spPr>
          <a:xfrm>
            <a:off x="4838700" y="1318082"/>
            <a:ext cx="2419350" cy="116121"/>
          </a:xfrm>
          <a:custGeom>
            <a:avLst/>
            <a:gdLst/>
            <a:ahLst/>
            <a:cxnLst/>
            <a:pathLst>
              <a:path w="2419350" h="164592">
                <a:moveTo>
                  <a:pt x="0" y="164592"/>
                </a:moveTo>
                <a:lnTo>
                  <a:pt x="483870" y="164592"/>
                </a:lnTo>
                <a:lnTo>
                  <a:pt x="483870" y="0"/>
                </a:lnTo>
                <a:lnTo>
                  <a:pt x="1161288" y="0"/>
                </a:lnTo>
                <a:lnTo>
                  <a:pt x="1161288" y="155448"/>
                </a:lnTo>
                <a:lnTo>
                  <a:pt x="1693545" y="155448"/>
                </a:lnTo>
                <a:lnTo>
                  <a:pt x="1693545" y="18288"/>
                </a:lnTo>
                <a:lnTo>
                  <a:pt x="2419350" y="18288"/>
                </a:lnTo>
              </a:path>
            </a:pathLst>
          </a:custGeom>
          <a:noFill/>
          <a:ln w="19050">
            <a:solidFill>
              <a:srgbClr val="AA8453"/>
            </a:solidFill>
            <a:prstDash val="solid"/>
          </a:ln>
        </p:spPr>
      </p:sp>
      <p:sp>
        <p:nvSpPr>
          <p:cNvPr id="716" name="Boundary signal label 2"/>
          <p:cNvSpPr>
            <a:spLocks noGrp="1"/>
          </p:cNvSpPr>
          <p:nvPr/>
        </p:nvSpPr>
        <p:spPr>
          <a:xfrm>
            <a:off x="4057650" y="1582605"/>
            <a:ext cx="714375" cy="147953"/>
          </a:xfrm>
          <a:prstGeom prst="rect">
            <a:avLst/>
          </a:prstGeom>
          <a:noFill/>
          <a:ln w="0">
            <a:noFill/>
            <a:prstDash val="solid"/>
          </a:ln>
        </p:spPr>
        <p:txBody>
          <a:bodyPr wrap="none" lIns="0" tIns="0" rIns="0" bIns="0" anchor="ctr">
            <a:noAutofit/>
          </a:bodyPr>
          <a:lstStyle>
            <a:defPPr algn="l">
              <a:defRPr sz="945" b="0">
                <a:solidFill>
                  <a:srgbClr val="657E8B"/>
                </a:solidFill>
                <a:latin typeface="Arial" panose="020B0604020202090204"/>
                <a:ea typeface="Arial" panose="020B0604020202090204"/>
                <a:cs typeface="Arial" panose="020B0604020202090204"/>
              </a:defRPr>
            </a:defPPr>
            <a:lvl1pPr algn="l">
              <a:buNone/>
              <a:defRPr sz="945" b="0">
                <a:solidFill>
                  <a:srgbClr val="657E8B"/>
                </a:solidFill>
                <a:latin typeface="Arial" panose="020B0604020202090204"/>
                <a:ea typeface="Arial" panose="020B0604020202090204"/>
                <a:cs typeface="Arial" panose="020B0604020202090204"/>
              </a:defRPr>
            </a:lvl1pPr>
            <a:lvl2pPr algn="l">
              <a:buNone/>
              <a:defRPr sz="945" b="0">
                <a:solidFill>
                  <a:srgbClr val="657E8B"/>
                </a:solidFill>
                <a:latin typeface="Arial" panose="020B0604020202090204"/>
                <a:ea typeface="Arial" panose="020B0604020202090204"/>
                <a:cs typeface="Arial" panose="020B0604020202090204"/>
              </a:defRPr>
            </a:lvl2pPr>
            <a:lvl3pPr algn="l">
              <a:buNone/>
              <a:defRPr sz="945" b="0">
                <a:solidFill>
                  <a:srgbClr val="657E8B"/>
                </a:solidFill>
                <a:latin typeface="Arial" panose="020B0604020202090204"/>
                <a:ea typeface="Arial" panose="020B0604020202090204"/>
                <a:cs typeface="Arial" panose="020B0604020202090204"/>
              </a:defRPr>
            </a:lvl3pPr>
            <a:lvl4pPr algn="l">
              <a:buNone/>
              <a:defRPr sz="945" b="0">
                <a:solidFill>
                  <a:srgbClr val="657E8B"/>
                </a:solidFill>
                <a:latin typeface="Arial" panose="020B0604020202090204"/>
                <a:ea typeface="Arial" panose="020B0604020202090204"/>
                <a:cs typeface="Arial" panose="020B0604020202090204"/>
              </a:defRPr>
            </a:lvl4pPr>
            <a:lvl5pPr algn="l">
              <a:buNone/>
              <a:defRPr sz="945" b="0">
                <a:solidFill>
                  <a:srgbClr val="657E8B"/>
                </a:solidFill>
                <a:latin typeface="Arial" panose="020B0604020202090204"/>
                <a:ea typeface="Arial" panose="020B0604020202090204"/>
                <a:cs typeface="Arial" panose="020B0604020202090204"/>
              </a:defRPr>
            </a:lvl5pPr>
            <a:lvl6pPr algn="l">
              <a:buNone/>
              <a:defRPr sz="945" b="0">
                <a:solidFill>
                  <a:srgbClr val="657E8B"/>
                </a:solidFill>
                <a:latin typeface="Arial" panose="020B0604020202090204"/>
                <a:ea typeface="Arial" panose="020B0604020202090204"/>
                <a:cs typeface="Arial" panose="020B0604020202090204"/>
              </a:defRPr>
            </a:lvl6pPr>
            <a:lvl7pPr algn="l">
              <a:buNone/>
              <a:defRPr sz="945" b="0">
                <a:solidFill>
                  <a:srgbClr val="657E8B"/>
                </a:solidFill>
                <a:latin typeface="Arial" panose="020B0604020202090204"/>
                <a:ea typeface="Arial" panose="020B0604020202090204"/>
                <a:cs typeface="Arial" panose="020B0604020202090204"/>
              </a:defRPr>
            </a:lvl7pPr>
            <a:lvl8pPr algn="l">
              <a:buNone/>
              <a:defRPr sz="945" b="0">
                <a:solidFill>
                  <a:srgbClr val="657E8B"/>
                </a:solidFill>
                <a:latin typeface="Arial" panose="020B0604020202090204"/>
                <a:ea typeface="Arial" panose="020B0604020202090204"/>
                <a:cs typeface="Arial" panose="020B0604020202090204"/>
              </a:defRPr>
            </a:lvl8pPr>
            <a:lvl9pPr algn="l">
              <a:buNone/>
              <a:defRPr sz="945" b="0">
                <a:solidFill>
                  <a:srgbClr val="657E8B"/>
                </a:solidFill>
                <a:latin typeface="Arial" panose="020B0604020202090204"/>
                <a:ea typeface="Arial" panose="020B0604020202090204"/>
                <a:cs typeface="Arial" panose="020B0604020202090204"/>
              </a:defRPr>
            </a:lvl9pPr>
          </a:lstStyle>
          <a:p>
            <a:pPr algn="l">
              <a:buNone/>
              <a:defRPr sz="945" b="0">
                <a:solidFill>
                  <a:srgbClr val="657E8B"/>
                </a:solidFill>
                <a:latin typeface="Arial" panose="020B0604020202090204"/>
                <a:ea typeface="Arial" panose="020B0604020202090204"/>
                <a:cs typeface="Arial" panose="020B0604020202090204"/>
              </a:defRPr>
            </a:pPr>
            <a:r>
              <a:rPr sz="1600" b="0">
                <a:solidFill>
                  <a:srgbClr val="657E8B"/>
                </a:solidFill>
                <a:latin typeface="Arial" panose="020B0604020202090204"/>
                <a:ea typeface="Arial" panose="020B0604020202090204"/>
                <a:cs typeface="Arial" panose="020B0604020202090204"/>
              </a:rPr>
              <a:t>Vision</a:t>
            </a:r>
            <a:endParaRPr sz="1600" b="0">
              <a:solidFill>
                <a:srgbClr val="657E8B"/>
              </a:solidFill>
              <a:latin typeface="Arial" panose="020B0604020202090204"/>
              <a:ea typeface="Arial" panose="020B0604020202090204"/>
              <a:cs typeface="Arial" panose="020B0604020202090204"/>
            </a:endParaRPr>
          </a:p>
        </p:txBody>
      </p:sp>
      <p:sp>
        <p:nvSpPr>
          <p:cNvPr id="717" name="Signal baseline 2"/>
          <p:cNvSpPr>
            <a:spLocks noGrp="1"/>
          </p:cNvSpPr>
          <p:nvPr/>
        </p:nvSpPr>
        <p:spPr>
          <a:xfrm>
            <a:off x="4838700" y="1723833"/>
            <a:ext cx="2419350" cy="0"/>
          </a:xfrm>
          <a:custGeom>
            <a:avLst/>
            <a:gdLst/>
            <a:ahLst/>
            <a:cxnLst/>
            <a:pathLst>
              <a:path w="2419350" h="95">
                <a:moveTo>
                  <a:pt x="0" y="0"/>
                </a:moveTo>
                <a:lnTo>
                  <a:pt x="2419350" y="0"/>
                </a:lnTo>
              </a:path>
            </a:pathLst>
          </a:custGeom>
          <a:noFill/>
          <a:ln w="9525">
            <a:solidFill>
              <a:srgbClr val="DCE5EA"/>
            </a:solidFill>
            <a:prstDash val="solid"/>
          </a:ln>
        </p:spPr>
      </p:sp>
      <p:sp>
        <p:nvSpPr>
          <p:cNvPr id="718" name="Schematic Vision signal"/>
          <p:cNvSpPr>
            <a:spLocks noGrp="1"/>
          </p:cNvSpPr>
          <p:nvPr/>
        </p:nvSpPr>
        <p:spPr>
          <a:xfrm>
            <a:off x="4838700" y="1592020"/>
            <a:ext cx="2419350" cy="107602"/>
          </a:xfrm>
          <a:custGeom>
            <a:avLst/>
            <a:gdLst/>
            <a:ahLst/>
            <a:cxnLst/>
            <a:pathLst>
              <a:path w="2419350" h="152400">
                <a:moveTo>
                  <a:pt x="0" y="152400"/>
                </a:moveTo>
                <a:lnTo>
                  <a:pt x="314515" y="131064"/>
                </a:lnTo>
                <a:lnTo>
                  <a:pt x="532257" y="15240"/>
                </a:lnTo>
                <a:lnTo>
                  <a:pt x="725805" y="146304"/>
                </a:lnTo>
                <a:lnTo>
                  <a:pt x="1016127" y="152400"/>
                </a:lnTo>
                <a:lnTo>
                  <a:pt x="1137095" y="0"/>
                </a:lnTo>
                <a:lnTo>
                  <a:pt x="1282256" y="149352"/>
                </a:lnTo>
                <a:lnTo>
                  <a:pt x="1572578" y="131064"/>
                </a:lnTo>
                <a:lnTo>
                  <a:pt x="1717739" y="6096"/>
                </a:lnTo>
                <a:lnTo>
                  <a:pt x="1935480" y="143256"/>
                </a:lnTo>
                <a:lnTo>
                  <a:pt x="2177415" y="137160"/>
                </a:lnTo>
                <a:lnTo>
                  <a:pt x="2419350" y="146304"/>
                </a:lnTo>
              </a:path>
            </a:pathLst>
          </a:custGeom>
          <a:noFill/>
          <a:ln w="19050">
            <a:solidFill>
              <a:srgbClr val="438274"/>
            </a:solidFill>
            <a:prstDash val="solid"/>
          </a:ln>
        </p:spPr>
      </p:sp>
      <p:sp>
        <p:nvSpPr>
          <p:cNvPr id="719" name="Candidate boundary"/>
          <p:cNvSpPr>
            <a:spLocks noGrp="1"/>
          </p:cNvSpPr>
          <p:nvPr/>
        </p:nvSpPr>
        <p:spPr>
          <a:xfrm>
            <a:off x="5394960" y="943716"/>
            <a:ext cx="0" cy="807017"/>
          </a:xfrm>
          <a:custGeom>
            <a:avLst/>
            <a:gdLst/>
            <a:ahLst/>
            <a:cxnLst/>
            <a:pathLst>
              <a:path w="95" h="1143000">
                <a:moveTo>
                  <a:pt x="0" y="0"/>
                </a:moveTo>
                <a:lnTo>
                  <a:pt x="0" y="1143000"/>
                </a:lnTo>
              </a:path>
            </a:pathLst>
          </a:custGeom>
          <a:noFill/>
          <a:ln w="9525">
            <a:solidFill>
              <a:srgbClr val="9AAEBA"/>
            </a:solidFill>
            <a:prstDash val="dash"/>
          </a:ln>
        </p:spPr>
      </p:sp>
      <p:sp>
        <p:nvSpPr>
          <p:cNvPr id="720" name="Candidate boundary"/>
          <p:cNvSpPr>
            <a:spLocks noGrp="1"/>
          </p:cNvSpPr>
          <p:nvPr/>
        </p:nvSpPr>
        <p:spPr>
          <a:xfrm>
            <a:off x="5975985" y="943716"/>
            <a:ext cx="0" cy="807017"/>
          </a:xfrm>
          <a:custGeom>
            <a:avLst/>
            <a:gdLst/>
            <a:ahLst/>
            <a:cxnLst/>
            <a:pathLst>
              <a:path w="95" h="1143000">
                <a:moveTo>
                  <a:pt x="0" y="0"/>
                </a:moveTo>
                <a:lnTo>
                  <a:pt x="0" y="1143000"/>
                </a:lnTo>
              </a:path>
            </a:pathLst>
          </a:custGeom>
          <a:noFill/>
          <a:ln w="9525">
            <a:solidFill>
              <a:srgbClr val="9AAEBA"/>
            </a:solidFill>
            <a:prstDash val="dash"/>
          </a:ln>
        </p:spPr>
      </p:sp>
      <p:sp>
        <p:nvSpPr>
          <p:cNvPr id="721" name="Candidate boundary"/>
          <p:cNvSpPr>
            <a:spLocks noGrp="1"/>
          </p:cNvSpPr>
          <p:nvPr/>
        </p:nvSpPr>
        <p:spPr>
          <a:xfrm>
            <a:off x="6556375" y="943716"/>
            <a:ext cx="0" cy="807017"/>
          </a:xfrm>
          <a:custGeom>
            <a:avLst/>
            <a:gdLst/>
            <a:ahLst/>
            <a:cxnLst/>
            <a:pathLst>
              <a:path w="95" h="1143000">
                <a:moveTo>
                  <a:pt x="0" y="0"/>
                </a:moveTo>
                <a:lnTo>
                  <a:pt x="0" y="1143000"/>
                </a:lnTo>
              </a:path>
            </a:pathLst>
          </a:custGeom>
          <a:noFill/>
          <a:ln w="9525">
            <a:solidFill>
              <a:srgbClr val="9AAEBA"/>
            </a:solidFill>
            <a:prstDash val="dash"/>
          </a:ln>
        </p:spPr>
      </p:sp>
      <p:sp>
        <p:nvSpPr>
          <p:cNvPr id="722" name="Action evidence channels"/>
          <p:cNvSpPr>
            <a:spLocks noGrp="1"/>
          </p:cNvSpPr>
          <p:nvPr/>
        </p:nvSpPr>
        <p:spPr>
          <a:xfrm>
            <a:off x="4800600" y="1777634"/>
            <a:ext cx="2476500" cy="134503"/>
          </a:xfrm>
          <a:prstGeom prst="rect">
            <a:avLst/>
          </a:prstGeom>
          <a:noFill/>
          <a:ln w="0">
            <a:noFill/>
            <a:prstDash val="solid"/>
          </a:ln>
        </p:spPr>
        <p:txBody>
          <a:bodyPr wrap="none" lIns="0" tIns="0" rIns="0" bIns="0" anchor="ctr">
            <a:noAutofit/>
          </a:bodyPr>
          <a:lstStyle>
            <a:defPPr algn="l">
              <a:defRPr sz="820" b="0">
                <a:solidFill>
                  <a:srgbClr val="657E8B"/>
                </a:solidFill>
                <a:latin typeface="Arial" panose="020B0604020202090204"/>
                <a:ea typeface="Arial" panose="020B0604020202090204"/>
                <a:cs typeface="Arial" panose="020B0604020202090204"/>
              </a:defRPr>
            </a:defPPr>
            <a:lvl1pPr algn="l">
              <a:buNone/>
              <a:defRPr sz="820" b="0">
                <a:solidFill>
                  <a:srgbClr val="657E8B"/>
                </a:solidFill>
                <a:latin typeface="Arial" panose="020B0604020202090204"/>
                <a:ea typeface="Arial" panose="020B0604020202090204"/>
                <a:cs typeface="Arial" panose="020B0604020202090204"/>
              </a:defRPr>
            </a:lvl1pPr>
            <a:lvl2pPr algn="l">
              <a:buNone/>
              <a:defRPr sz="820" b="0">
                <a:solidFill>
                  <a:srgbClr val="657E8B"/>
                </a:solidFill>
                <a:latin typeface="Arial" panose="020B0604020202090204"/>
                <a:ea typeface="Arial" panose="020B0604020202090204"/>
                <a:cs typeface="Arial" panose="020B0604020202090204"/>
              </a:defRPr>
            </a:lvl2pPr>
            <a:lvl3pPr algn="l">
              <a:buNone/>
              <a:defRPr sz="820" b="0">
                <a:solidFill>
                  <a:srgbClr val="657E8B"/>
                </a:solidFill>
                <a:latin typeface="Arial" panose="020B0604020202090204"/>
                <a:ea typeface="Arial" panose="020B0604020202090204"/>
                <a:cs typeface="Arial" panose="020B0604020202090204"/>
              </a:defRPr>
            </a:lvl3pPr>
            <a:lvl4pPr algn="l">
              <a:buNone/>
              <a:defRPr sz="820" b="0">
                <a:solidFill>
                  <a:srgbClr val="657E8B"/>
                </a:solidFill>
                <a:latin typeface="Arial" panose="020B0604020202090204"/>
                <a:ea typeface="Arial" panose="020B0604020202090204"/>
                <a:cs typeface="Arial" panose="020B0604020202090204"/>
              </a:defRPr>
            </a:lvl4pPr>
            <a:lvl5pPr algn="l">
              <a:buNone/>
              <a:defRPr sz="820" b="0">
                <a:solidFill>
                  <a:srgbClr val="657E8B"/>
                </a:solidFill>
                <a:latin typeface="Arial" panose="020B0604020202090204"/>
                <a:ea typeface="Arial" panose="020B0604020202090204"/>
                <a:cs typeface="Arial" panose="020B0604020202090204"/>
              </a:defRPr>
            </a:lvl5pPr>
            <a:lvl6pPr algn="l">
              <a:buNone/>
              <a:defRPr sz="820" b="0">
                <a:solidFill>
                  <a:srgbClr val="657E8B"/>
                </a:solidFill>
                <a:latin typeface="Arial" panose="020B0604020202090204"/>
                <a:ea typeface="Arial" panose="020B0604020202090204"/>
                <a:cs typeface="Arial" panose="020B0604020202090204"/>
              </a:defRPr>
            </a:lvl6pPr>
            <a:lvl7pPr algn="l">
              <a:buNone/>
              <a:defRPr sz="820" b="0">
                <a:solidFill>
                  <a:srgbClr val="657E8B"/>
                </a:solidFill>
                <a:latin typeface="Arial" panose="020B0604020202090204"/>
                <a:ea typeface="Arial" panose="020B0604020202090204"/>
                <a:cs typeface="Arial" panose="020B0604020202090204"/>
              </a:defRPr>
            </a:lvl7pPr>
            <a:lvl8pPr algn="l">
              <a:buNone/>
              <a:defRPr sz="820" b="0">
                <a:solidFill>
                  <a:srgbClr val="657E8B"/>
                </a:solidFill>
                <a:latin typeface="Arial" panose="020B0604020202090204"/>
                <a:ea typeface="Arial" panose="020B0604020202090204"/>
                <a:cs typeface="Arial" panose="020B0604020202090204"/>
              </a:defRPr>
            </a:lvl8pPr>
            <a:lvl9pPr algn="l">
              <a:buNone/>
              <a:defRPr sz="820" b="0">
                <a:solidFill>
                  <a:srgbClr val="657E8B"/>
                </a:solidFill>
                <a:latin typeface="Arial" panose="020B0604020202090204"/>
                <a:ea typeface="Arial" panose="020B0604020202090204"/>
                <a:cs typeface="Arial" panose="020B0604020202090204"/>
              </a:defRPr>
            </a:lvl9pPr>
          </a:lstStyle>
          <a:p>
            <a:pPr algn="l">
              <a:buNone/>
              <a:defRPr sz="820"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Action change + curvature</a:t>
            </a:r>
            <a:endParaRPr sz="1400" b="0">
              <a:solidFill>
                <a:srgbClr val="657E8B"/>
              </a:solidFill>
              <a:latin typeface="Arial" panose="020B0604020202090204"/>
              <a:ea typeface="Arial" panose="020B0604020202090204"/>
              <a:cs typeface="Arial" panose="020B0604020202090204"/>
            </a:endParaRPr>
          </a:p>
        </p:txBody>
      </p:sp>
      <p:sp>
        <p:nvSpPr>
          <p:cNvPr id="723" name="Temporal smoothing flow"/>
          <p:cNvSpPr>
            <a:spLocks noGrp="1"/>
          </p:cNvSpPr>
          <p:nvPr/>
        </p:nvSpPr>
        <p:spPr>
          <a:xfrm>
            <a:off x="5638800" y="1918862"/>
            <a:ext cx="0" cy="80702"/>
          </a:xfrm>
          <a:custGeom>
            <a:avLst/>
            <a:gdLst/>
            <a:ahLst/>
            <a:cxnLst/>
            <a:pathLst>
              <a:path w="95" h="114300">
                <a:moveTo>
                  <a:pt x="0" y="0"/>
                </a:moveTo>
                <a:lnTo>
                  <a:pt x="0" y="114300"/>
                </a:lnTo>
              </a:path>
            </a:pathLst>
          </a:custGeom>
          <a:noFill/>
          <a:ln w="15240">
            <a:solidFill>
              <a:srgbClr val="8EA4B1"/>
            </a:solidFill>
            <a:prstDash val="solid"/>
          </a:ln>
        </p:spPr>
      </p:sp>
      <p:sp>
        <p:nvSpPr>
          <p:cNvPr id="724" name="Temporal smoothing flow tip"/>
          <p:cNvSpPr>
            <a:spLocks noGrp="1"/>
          </p:cNvSpPr>
          <p:nvPr/>
        </p:nvSpPr>
        <p:spPr>
          <a:xfrm>
            <a:off x="5615305" y="1965938"/>
            <a:ext cx="47625" cy="33626"/>
          </a:xfrm>
          <a:custGeom>
            <a:avLst/>
            <a:gdLst/>
            <a:ahLst/>
            <a:cxnLst/>
            <a:pathLst>
              <a:path w="47625" h="47625">
                <a:moveTo>
                  <a:pt x="23813" y="47625"/>
                </a:moveTo>
                <a:lnTo>
                  <a:pt x="0" y="0"/>
                </a:lnTo>
                <a:lnTo>
                  <a:pt x="47625" y="0"/>
                </a:lnTo>
                <a:close/>
              </a:path>
            </a:pathLst>
          </a:custGeom>
          <a:solidFill>
            <a:srgbClr val="8EA4B1"/>
          </a:solidFill>
          <a:ln w="0">
            <a:noFill/>
            <a:prstDash val="solid"/>
          </a:ln>
        </p:spPr>
      </p:sp>
      <p:sp>
        <p:nvSpPr>
          <p:cNvPr id="725" name="Consolidated local action segments 0"/>
          <p:cNvSpPr>
            <a:spLocks noGrp="1"/>
          </p:cNvSpPr>
          <p:nvPr/>
        </p:nvSpPr>
        <p:spPr>
          <a:xfrm>
            <a:off x="4076700" y="2039915"/>
            <a:ext cx="746760" cy="107602"/>
          </a:xfrm>
          <a:prstGeom prst="rect">
            <a:avLst/>
          </a:prstGeom>
          <a:solidFill>
            <a:srgbClr val="476E89"/>
          </a:solidFill>
          <a:ln w="0">
            <a:noFill/>
            <a:prstDash val="solid"/>
          </a:ln>
        </p:spPr>
      </p:sp>
      <p:sp>
        <p:nvSpPr>
          <p:cNvPr id="726" name="Consolidated local action segments 1"/>
          <p:cNvSpPr>
            <a:spLocks noGrp="1"/>
          </p:cNvSpPr>
          <p:nvPr/>
        </p:nvSpPr>
        <p:spPr>
          <a:xfrm>
            <a:off x="4842510" y="2039915"/>
            <a:ext cx="746760" cy="107602"/>
          </a:xfrm>
          <a:prstGeom prst="rect">
            <a:avLst/>
          </a:prstGeom>
          <a:solidFill>
            <a:srgbClr val="438274"/>
          </a:solidFill>
          <a:ln w="0">
            <a:noFill/>
            <a:prstDash val="solid"/>
          </a:ln>
        </p:spPr>
      </p:sp>
      <p:sp>
        <p:nvSpPr>
          <p:cNvPr id="727" name="Consolidated local action segments 2"/>
          <p:cNvSpPr>
            <a:spLocks noGrp="1"/>
          </p:cNvSpPr>
          <p:nvPr/>
        </p:nvSpPr>
        <p:spPr>
          <a:xfrm>
            <a:off x="5608320" y="2039915"/>
            <a:ext cx="746760" cy="107602"/>
          </a:xfrm>
          <a:prstGeom prst="rect">
            <a:avLst/>
          </a:prstGeom>
          <a:solidFill>
            <a:srgbClr val="AA8453"/>
          </a:solidFill>
          <a:ln w="0">
            <a:noFill/>
            <a:prstDash val="solid"/>
          </a:ln>
        </p:spPr>
      </p:sp>
      <p:sp>
        <p:nvSpPr>
          <p:cNvPr id="728" name="Consolidated local action segments 3"/>
          <p:cNvSpPr>
            <a:spLocks noGrp="1"/>
          </p:cNvSpPr>
          <p:nvPr/>
        </p:nvSpPr>
        <p:spPr>
          <a:xfrm>
            <a:off x="6374130" y="2039915"/>
            <a:ext cx="874395" cy="107602"/>
          </a:xfrm>
          <a:prstGeom prst="rect">
            <a:avLst/>
          </a:prstGeom>
          <a:solidFill>
            <a:srgbClr val="80669C"/>
          </a:solidFill>
          <a:ln w="0">
            <a:noFill/>
            <a:prstDash val="solid"/>
          </a:ln>
        </p:spPr>
      </p:sp>
      <p:sp>
        <p:nvSpPr>
          <p:cNvPr id="729" name="Boundary consolidation"/>
          <p:cNvSpPr>
            <a:spLocks noGrp="1"/>
          </p:cNvSpPr>
          <p:nvPr/>
        </p:nvSpPr>
        <p:spPr>
          <a:xfrm>
            <a:off x="4057650" y="2162448"/>
            <a:ext cx="3238500" cy="124816"/>
          </a:xfrm>
          <a:prstGeom prst="rect">
            <a:avLst/>
          </a:prstGeom>
          <a:noFill/>
          <a:ln w="0">
            <a:noFill/>
            <a:prstDash val="solid"/>
          </a:ln>
        </p:spPr>
        <p:txBody>
          <a:bodyPr wrap="none" lIns="0" tIns="0" rIns="0" bIns="0" anchor="ctr">
            <a:noAutofit/>
          </a:bodyPr>
          <a:lstStyle>
            <a:defPPr algn="ctr">
              <a:defRPr sz="820" b="0">
                <a:solidFill>
                  <a:srgbClr val="657E8B"/>
                </a:solidFill>
                <a:latin typeface="Arial" panose="020B0604020202090204"/>
                <a:ea typeface="Arial" panose="020B0604020202090204"/>
                <a:cs typeface="Arial" panose="020B0604020202090204"/>
              </a:defRPr>
            </a:defPPr>
            <a:lvl1pPr algn="ctr">
              <a:buNone/>
              <a:defRPr sz="820" b="0">
                <a:solidFill>
                  <a:srgbClr val="657E8B"/>
                </a:solidFill>
                <a:latin typeface="Arial" panose="020B0604020202090204"/>
                <a:ea typeface="Arial" panose="020B0604020202090204"/>
                <a:cs typeface="Arial" panose="020B0604020202090204"/>
              </a:defRPr>
            </a:lvl1pPr>
            <a:lvl2pPr algn="ctr">
              <a:buNone/>
              <a:defRPr sz="820" b="0">
                <a:solidFill>
                  <a:srgbClr val="657E8B"/>
                </a:solidFill>
                <a:latin typeface="Arial" panose="020B0604020202090204"/>
                <a:ea typeface="Arial" panose="020B0604020202090204"/>
                <a:cs typeface="Arial" panose="020B0604020202090204"/>
              </a:defRPr>
            </a:lvl2pPr>
            <a:lvl3pPr algn="ctr">
              <a:buNone/>
              <a:defRPr sz="820" b="0">
                <a:solidFill>
                  <a:srgbClr val="657E8B"/>
                </a:solidFill>
                <a:latin typeface="Arial" panose="020B0604020202090204"/>
                <a:ea typeface="Arial" panose="020B0604020202090204"/>
                <a:cs typeface="Arial" panose="020B0604020202090204"/>
              </a:defRPr>
            </a:lvl3pPr>
            <a:lvl4pPr algn="ctr">
              <a:buNone/>
              <a:defRPr sz="820" b="0">
                <a:solidFill>
                  <a:srgbClr val="657E8B"/>
                </a:solidFill>
                <a:latin typeface="Arial" panose="020B0604020202090204"/>
                <a:ea typeface="Arial" panose="020B0604020202090204"/>
                <a:cs typeface="Arial" panose="020B0604020202090204"/>
              </a:defRPr>
            </a:lvl4pPr>
            <a:lvl5pPr algn="ctr">
              <a:buNone/>
              <a:defRPr sz="820" b="0">
                <a:solidFill>
                  <a:srgbClr val="657E8B"/>
                </a:solidFill>
                <a:latin typeface="Arial" panose="020B0604020202090204"/>
                <a:ea typeface="Arial" panose="020B0604020202090204"/>
                <a:cs typeface="Arial" panose="020B0604020202090204"/>
              </a:defRPr>
            </a:lvl5pPr>
            <a:lvl6pPr algn="ctr">
              <a:buNone/>
              <a:defRPr sz="820" b="0">
                <a:solidFill>
                  <a:srgbClr val="657E8B"/>
                </a:solidFill>
                <a:latin typeface="Arial" panose="020B0604020202090204"/>
                <a:ea typeface="Arial" panose="020B0604020202090204"/>
                <a:cs typeface="Arial" panose="020B0604020202090204"/>
              </a:defRPr>
            </a:lvl6pPr>
            <a:lvl7pPr algn="ctr">
              <a:buNone/>
              <a:defRPr sz="820" b="0">
                <a:solidFill>
                  <a:srgbClr val="657E8B"/>
                </a:solidFill>
                <a:latin typeface="Arial" panose="020B0604020202090204"/>
                <a:ea typeface="Arial" panose="020B0604020202090204"/>
                <a:cs typeface="Arial" panose="020B0604020202090204"/>
              </a:defRPr>
            </a:lvl7pPr>
            <a:lvl8pPr algn="ctr">
              <a:buNone/>
              <a:defRPr sz="820" b="0">
                <a:solidFill>
                  <a:srgbClr val="657E8B"/>
                </a:solidFill>
                <a:latin typeface="Arial" panose="020B0604020202090204"/>
                <a:ea typeface="Arial" panose="020B0604020202090204"/>
                <a:cs typeface="Arial" panose="020B0604020202090204"/>
              </a:defRPr>
            </a:lvl8pPr>
            <a:lvl9pPr algn="ctr">
              <a:buNone/>
              <a:defRPr sz="820" b="0">
                <a:solidFill>
                  <a:srgbClr val="657E8B"/>
                </a:solidFill>
                <a:latin typeface="Arial" panose="020B0604020202090204"/>
                <a:ea typeface="Arial" panose="020B0604020202090204"/>
                <a:cs typeface="Arial" panose="020B0604020202090204"/>
              </a:defRPr>
            </a:lvl9pPr>
          </a:lstStyle>
          <a:p>
            <a:pPr algn="ctr">
              <a:buNone/>
              <a:defRPr sz="820"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Smooth + merge short segments</a:t>
            </a:r>
            <a:endParaRPr sz="1400" b="0">
              <a:solidFill>
                <a:srgbClr val="657E8B"/>
              </a:solidFill>
              <a:latin typeface="Arial" panose="020B0604020202090204"/>
              <a:ea typeface="Arial" panose="020B0604020202090204"/>
              <a:cs typeface="Arial" panose="020B0604020202090204"/>
            </a:endParaRPr>
          </a:p>
        </p:txBody>
      </p:sp>
      <p:pic>
        <p:nvPicPr>
          <p:cNvPr id="731" name="图片 730"/>
          <p:cNvPicPr>
            <a:picLocks noChangeAspect="1"/>
          </p:cNvPicPr>
          <p:nvPr/>
        </p:nvPicPr>
        <p:blipFill>
          <a:blip r:embed="rId11"/>
          <a:srcRect b="21768"/>
          <a:stretch>
            <a:fillRect/>
          </a:stretch>
        </p:blipFill>
        <p:spPr>
          <a:xfrm>
            <a:off x="8021038" y="1158921"/>
            <a:ext cx="1102924" cy="659064"/>
          </a:xfrm>
          <a:prstGeom prst="rect">
            <a:avLst/>
          </a:prstGeom>
        </p:spPr>
      </p:pic>
      <p:pic>
        <p:nvPicPr>
          <p:cNvPr id="732" name="图片 731"/>
          <p:cNvPicPr>
            <a:picLocks noChangeAspect="1"/>
          </p:cNvPicPr>
          <p:nvPr/>
        </p:nvPicPr>
        <p:blipFill>
          <a:blip r:embed="rId11"/>
          <a:srcRect b="21768"/>
          <a:stretch>
            <a:fillRect/>
          </a:stretch>
        </p:blipFill>
        <p:spPr>
          <a:xfrm>
            <a:off x="9697438" y="1158921"/>
            <a:ext cx="1102924" cy="659064"/>
          </a:xfrm>
          <a:prstGeom prst="rect">
            <a:avLst/>
          </a:prstGeom>
        </p:spPr>
      </p:pic>
      <p:sp>
        <p:nvSpPr>
          <p:cNvPr id="733" name="Detection model"/>
          <p:cNvSpPr>
            <a:spLocks noGrp="1"/>
          </p:cNvSpPr>
          <p:nvPr/>
        </p:nvSpPr>
        <p:spPr>
          <a:xfrm>
            <a:off x="7791450" y="941181"/>
            <a:ext cx="1562100" cy="144018"/>
          </a:xfrm>
          <a:prstGeom prst="rect">
            <a:avLst/>
          </a:prstGeom>
          <a:noFill/>
          <a:ln w="0">
            <a:noFill/>
            <a:prstDash val="solid"/>
          </a:ln>
        </p:spPr>
        <p:txBody>
          <a:bodyPr wrap="none" lIns="0" tIns="0" rIns="0" bIns="0" anchor="ctr">
            <a:noAutofit/>
          </a:bodyPr>
          <a:lstStyle>
            <a:defPPr algn="ctr">
              <a:defRPr sz="945" b="1">
                <a:solidFill>
                  <a:srgbClr val="476E89"/>
                </a:solidFill>
                <a:latin typeface="Arial" panose="020B0604020202090204"/>
                <a:ea typeface="Arial" panose="020B0604020202090204"/>
                <a:cs typeface="Arial" panose="020B0604020202090204"/>
              </a:defRPr>
            </a:defPPr>
            <a:lvl1pPr algn="ctr">
              <a:buNone/>
              <a:defRPr sz="945" b="1">
                <a:solidFill>
                  <a:srgbClr val="476E89"/>
                </a:solidFill>
                <a:latin typeface="Arial" panose="020B0604020202090204"/>
                <a:ea typeface="Arial" panose="020B0604020202090204"/>
                <a:cs typeface="Arial" panose="020B0604020202090204"/>
              </a:defRPr>
            </a:lvl1pPr>
            <a:lvl2pPr algn="ctr">
              <a:buNone/>
              <a:defRPr sz="945" b="1">
                <a:solidFill>
                  <a:srgbClr val="476E89"/>
                </a:solidFill>
                <a:latin typeface="Arial" panose="020B0604020202090204"/>
                <a:ea typeface="Arial" panose="020B0604020202090204"/>
                <a:cs typeface="Arial" panose="020B0604020202090204"/>
              </a:defRPr>
            </a:lvl2pPr>
            <a:lvl3pPr algn="ctr">
              <a:buNone/>
              <a:defRPr sz="945" b="1">
                <a:solidFill>
                  <a:srgbClr val="476E89"/>
                </a:solidFill>
                <a:latin typeface="Arial" panose="020B0604020202090204"/>
                <a:ea typeface="Arial" panose="020B0604020202090204"/>
                <a:cs typeface="Arial" panose="020B0604020202090204"/>
              </a:defRPr>
            </a:lvl3pPr>
            <a:lvl4pPr algn="ctr">
              <a:buNone/>
              <a:defRPr sz="945" b="1">
                <a:solidFill>
                  <a:srgbClr val="476E89"/>
                </a:solidFill>
                <a:latin typeface="Arial" panose="020B0604020202090204"/>
                <a:ea typeface="Arial" panose="020B0604020202090204"/>
                <a:cs typeface="Arial" panose="020B0604020202090204"/>
              </a:defRPr>
            </a:lvl4pPr>
            <a:lvl5pPr algn="ctr">
              <a:buNone/>
              <a:defRPr sz="945" b="1">
                <a:solidFill>
                  <a:srgbClr val="476E89"/>
                </a:solidFill>
                <a:latin typeface="Arial" panose="020B0604020202090204"/>
                <a:ea typeface="Arial" panose="020B0604020202090204"/>
                <a:cs typeface="Arial" panose="020B0604020202090204"/>
              </a:defRPr>
            </a:lvl5pPr>
            <a:lvl6pPr algn="ctr">
              <a:buNone/>
              <a:defRPr sz="945" b="1">
                <a:solidFill>
                  <a:srgbClr val="476E89"/>
                </a:solidFill>
                <a:latin typeface="Arial" panose="020B0604020202090204"/>
                <a:ea typeface="Arial" panose="020B0604020202090204"/>
                <a:cs typeface="Arial" panose="020B0604020202090204"/>
              </a:defRPr>
            </a:lvl6pPr>
            <a:lvl7pPr algn="ctr">
              <a:buNone/>
              <a:defRPr sz="945" b="1">
                <a:solidFill>
                  <a:srgbClr val="476E89"/>
                </a:solidFill>
                <a:latin typeface="Arial" panose="020B0604020202090204"/>
                <a:ea typeface="Arial" panose="020B0604020202090204"/>
                <a:cs typeface="Arial" panose="020B0604020202090204"/>
              </a:defRPr>
            </a:lvl7pPr>
            <a:lvl8pPr algn="ctr">
              <a:buNone/>
              <a:defRPr sz="945" b="1">
                <a:solidFill>
                  <a:srgbClr val="476E89"/>
                </a:solidFill>
                <a:latin typeface="Arial" panose="020B0604020202090204"/>
                <a:ea typeface="Arial" panose="020B0604020202090204"/>
                <a:cs typeface="Arial" panose="020B0604020202090204"/>
              </a:defRPr>
            </a:lvl8pPr>
            <a:lvl9pPr algn="ctr">
              <a:buNone/>
              <a:defRPr sz="945" b="1">
                <a:solidFill>
                  <a:srgbClr val="476E89"/>
                </a:solidFill>
                <a:latin typeface="Arial" panose="020B0604020202090204"/>
                <a:ea typeface="Arial" panose="020B0604020202090204"/>
                <a:cs typeface="Arial" panose="020B0604020202090204"/>
              </a:defRPr>
            </a:lvl9pPr>
          </a:lstStyle>
          <a:p>
            <a:pPr algn="ctr">
              <a:buNone/>
              <a:defRPr sz="945" b="1">
                <a:solidFill>
                  <a:srgbClr val="476E89"/>
                </a:solidFill>
                <a:latin typeface="Arial" panose="020B0604020202090204"/>
                <a:ea typeface="Arial" panose="020B0604020202090204"/>
                <a:cs typeface="Arial" panose="020B0604020202090204"/>
              </a:defRPr>
            </a:pPr>
            <a:r>
              <a:rPr sz="1400" b="1">
                <a:solidFill>
                  <a:srgbClr val="476E89"/>
                </a:solidFill>
                <a:latin typeface="Arial" panose="020B0604020202090204"/>
                <a:ea typeface="Arial" panose="020B0604020202090204"/>
                <a:cs typeface="Arial" panose="020B0604020202090204"/>
              </a:rPr>
              <a:t>GroundingDINO-B</a:t>
            </a:r>
            <a:endParaRPr sz="1400" b="1">
              <a:solidFill>
                <a:srgbClr val="476E89"/>
              </a:solidFill>
              <a:latin typeface="Arial" panose="020B0604020202090204"/>
              <a:ea typeface="Arial" panose="020B0604020202090204"/>
              <a:cs typeface="Arial" panose="020B0604020202090204"/>
            </a:endParaRPr>
          </a:p>
        </p:txBody>
      </p:sp>
      <p:sp>
        <p:nvSpPr>
          <p:cNvPr id="734" name="Segmentation model"/>
          <p:cNvSpPr>
            <a:spLocks noGrp="1"/>
          </p:cNvSpPr>
          <p:nvPr/>
        </p:nvSpPr>
        <p:spPr>
          <a:xfrm>
            <a:off x="9467850" y="941181"/>
            <a:ext cx="1562100" cy="144018"/>
          </a:xfrm>
          <a:prstGeom prst="rect">
            <a:avLst/>
          </a:prstGeom>
          <a:noFill/>
          <a:ln w="0">
            <a:noFill/>
            <a:prstDash val="solid"/>
          </a:ln>
        </p:spPr>
        <p:txBody>
          <a:bodyPr wrap="none" lIns="0" tIns="0" rIns="0" bIns="0" anchor="ctr">
            <a:noAutofit/>
          </a:bodyPr>
          <a:lstStyle>
            <a:defPPr algn="ctr">
              <a:defRPr sz="945" b="1">
                <a:solidFill>
                  <a:srgbClr val="476E89"/>
                </a:solidFill>
                <a:latin typeface="Arial" panose="020B0604020202090204"/>
                <a:ea typeface="Arial" panose="020B0604020202090204"/>
                <a:cs typeface="Arial" panose="020B0604020202090204"/>
              </a:defRPr>
            </a:defPPr>
            <a:lvl1pPr algn="ctr">
              <a:buNone/>
              <a:defRPr sz="945" b="1">
                <a:solidFill>
                  <a:srgbClr val="476E89"/>
                </a:solidFill>
                <a:latin typeface="Arial" panose="020B0604020202090204"/>
                <a:ea typeface="Arial" panose="020B0604020202090204"/>
                <a:cs typeface="Arial" panose="020B0604020202090204"/>
              </a:defRPr>
            </a:lvl1pPr>
            <a:lvl2pPr algn="ctr">
              <a:buNone/>
              <a:defRPr sz="945" b="1">
                <a:solidFill>
                  <a:srgbClr val="476E89"/>
                </a:solidFill>
                <a:latin typeface="Arial" panose="020B0604020202090204"/>
                <a:ea typeface="Arial" panose="020B0604020202090204"/>
                <a:cs typeface="Arial" panose="020B0604020202090204"/>
              </a:defRPr>
            </a:lvl2pPr>
            <a:lvl3pPr algn="ctr">
              <a:buNone/>
              <a:defRPr sz="945" b="1">
                <a:solidFill>
                  <a:srgbClr val="476E89"/>
                </a:solidFill>
                <a:latin typeface="Arial" panose="020B0604020202090204"/>
                <a:ea typeface="Arial" panose="020B0604020202090204"/>
                <a:cs typeface="Arial" panose="020B0604020202090204"/>
              </a:defRPr>
            </a:lvl3pPr>
            <a:lvl4pPr algn="ctr">
              <a:buNone/>
              <a:defRPr sz="945" b="1">
                <a:solidFill>
                  <a:srgbClr val="476E89"/>
                </a:solidFill>
                <a:latin typeface="Arial" panose="020B0604020202090204"/>
                <a:ea typeface="Arial" panose="020B0604020202090204"/>
                <a:cs typeface="Arial" panose="020B0604020202090204"/>
              </a:defRPr>
            </a:lvl4pPr>
            <a:lvl5pPr algn="ctr">
              <a:buNone/>
              <a:defRPr sz="945" b="1">
                <a:solidFill>
                  <a:srgbClr val="476E89"/>
                </a:solidFill>
                <a:latin typeface="Arial" panose="020B0604020202090204"/>
                <a:ea typeface="Arial" panose="020B0604020202090204"/>
                <a:cs typeface="Arial" panose="020B0604020202090204"/>
              </a:defRPr>
            </a:lvl5pPr>
            <a:lvl6pPr algn="ctr">
              <a:buNone/>
              <a:defRPr sz="945" b="1">
                <a:solidFill>
                  <a:srgbClr val="476E89"/>
                </a:solidFill>
                <a:latin typeface="Arial" panose="020B0604020202090204"/>
                <a:ea typeface="Arial" panose="020B0604020202090204"/>
                <a:cs typeface="Arial" panose="020B0604020202090204"/>
              </a:defRPr>
            </a:lvl6pPr>
            <a:lvl7pPr algn="ctr">
              <a:buNone/>
              <a:defRPr sz="945" b="1">
                <a:solidFill>
                  <a:srgbClr val="476E89"/>
                </a:solidFill>
                <a:latin typeface="Arial" panose="020B0604020202090204"/>
                <a:ea typeface="Arial" panose="020B0604020202090204"/>
                <a:cs typeface="Arial" panose="020B0604020202090204"/>
              </a:defRPr>
            </a:lvl7pPr>
            <a:lvl8pPr algn="ctr">
              <a:buNone/>
              <a:defRPr sz="945" b="1">
                <a:solidFill>
                  <a:srgbClr val="476E89"/>
                </a:solidFill>
                <a:latin typeface="Arial" panose="020B0604020202090204"/>
                <a:ea typeface="Arial" panose="020B0604020202090204"/>
                <a:cs typeface="Arial" panose="020B0604020202090204"/>
              </a:defRPr>
            </a:lvl8pPr>
            <a:lvl9pPr algn="ctr">
              <a:buNone/>
              <a:defRPr sz="945" b="1">
                <a:solidFill>
                  <a:srgbClr val="476E89"/>
                </a:solidFill>
                <a:latin typeface="Arial" panose="020B0604020202090204"/>
                <a:ea typeface="Arial" panose="020B0604020202090204"/>
                <a:cs typeface="Arial" panose="020B0604020202090204"/>
              </a:defRPr>
            </a:lvl9pPr>
          </a:lstStyle>
          <a:p>
            <a:pPr algn="ctr">
              <a:buNone/>
              <a:defRPr sz="945" b="1">
                <a:solidFill>
                  <a:srgbClr val="476E89"/>
                </a:solidFill>
                <a:latin typeface="Arial" panose="020B0604020202090204"/>
                <a:ea typeface="Arial" panose="020B0604020202090204"/>
                <a:cs typeface="Arial" panose="020B0604020202090204"/>
              </a:defRPr>
            </a:pPr>
            <a:r>
              <a:rPr sz="1400" b="1">
                <a:solidFill>
                  <a:srgbClr val="476E89"/>
                </a:solidFill>
                <a:latin typeface="Arial" panose="020B0604020202090204"/>
                <a:ea typeface="Arial" panose="020B0604020202090204"/>
                <a:cs typeface="Arial" panose="020B0604020202090204"/>
              </a:rPr>
              <a:t>SAM 3.1</a:t>
            </a:r>
            <a:endParaRPr sz="1400" b="1">
              <a:solidFill>
                <a:srgbClr val="476E89"/>
              </a:solidFill>
              <a:latin typeface="Arial" panose="020B0604020202090204"/>
              <a:ea typeface="Arial" panose="020B0604020202090204"/>
              <a:cs typeface="Arial" panose="020B0604020202090204"/>
            </a:endParaRPr>
          </a:p>
        </p:txBody>
      </p:sp>
      <p:sp>
        <p:nvSpPr>
          <p:cNvPr id="735" name="Knife detection box"/>
          <p:cNvSpPr>
            <a:spLocks noGrp="1"/>
          </p:cNvSpPr>
          <p:nvPr/>
        </p:nvSpPr>
        <p:spPr>
          <a:xfrm>
            <a:off x="8142091" y="1427927"/>
            <a:ext cx="316082" cy="168129"/>
          </a:xfrm>
          <a:prstGeom prst="rect">
            <a:avLst/>
          </a:prstGeom>
          <a:noFill/>
          <a:ln w="28575">
            <a:solidFill>
              <a:srgbClr val="FFFFFF"/>
            </a:solidFill>
            <a:prstDash val="solid"/>
          </a:ln>
        </p:spPr>
      </p:sp>
      <p:sp>
        <p:nvSpPr>
          <p:cNvPr id="736" name="Knife detection box blue"/>
          <p:cNvSpPr>
            <a:spLocks noGrp="1"/>
          </p:cNvSpPr>
          <p:nvPr/>
        </p:nvSpPr>
        <p:spPr>
          <a:xfrm>
            <a:off x="8142091" y="1427927"/>
            <a:ext cx="316082" cy="168129"/>
          </a:xfrm>
          <a:prstGeom prst="rect">
            <a:avLst/>
          </a:prstGeom>
          <a:noFill/>
          <a:ln w="14288">
            <a:solidFill>
              <a:srgbClr val="476E89"/>
            </a:solidFill>
            <a:prstDash val="solid"/>
          </a:ln>
        </p:spPr>
      </p:sp>
      <p:sp>
        <p:nvSpPr>
          <p:cNvPr id="737" name="Lotus-root detection box"/>
          <p:cNvSpPr>
            <a:spLocks noGrp="1"/>
          </p:cNvSpPr>
          <p:nvPr/>
        </p:nvSpPr>
        <p:spPr>
          <a:xfrm>
            <a:off x="8478348" y="1569155"/>
            <a:ext cx="114327" cy="100877"/>
          </a:xfrm>
          <a:prstGeom prst="rect">
            <a:avLst/>
          </a:prstGeom>
          <a:noFill/>
          <a:ln w="28575">
            <a:solidFill>
              <a:srgbClr val="FFFFFF"/>
            </a:solidFill>
            <a:prstDash val="solid"/>
          </a:ln>
        </p:spPr>
      </p:sp>
      <p:sp>
        <p:nvSpPr>
          <p:cNvPr id="738" name="Lotus-root detection box gold"/>
          <p:cNvSpPr>
            <a:spLocks noGrp="1"/>
          </p:cNvSpPr>
          <p:nvPr/>
        </p:nvSpPr>
        <p:spPr>
          <a:xfrm>
            <a:off x="8478348" y="1569155"/>
            <a:ext cx="114327" cy="100877"/>
          </a:xfrm>
          <a:prstGeom prst="rect">
            <a:avLst/>
          </a:prstGeom>
          <a:noFill/>
          <a:ln w="14288">
            <a:solidFill>
              <a:srgbClr val="AA8453"/>
            </a:solidFill>
            <a:prstDash val="solid"/>
          </a:ln>
        </p:spPr>
      </p:sp>
      <p:sp>
        <p:nvSpPr>
          <p:cNvPr id="739" name="Knife object label"/>
          <p:cNvSpPr>
            <a:spLocks noGrp="1"/>
          </p:cNvSpPr>
          <p:nvPr/>
        </p:nvSpPr>
        <p:spPr>
          <a:xfrm>
            <a:off x="8135366" y="1316518"/>
            <a:ext cx="342982" cy="115214"/>
          </a:xfrm>
          <a:prstGeom prst="rect">
            <a:avLst/>
          </a:prstGeom>
          <a:noFill/>
          <a:ln w="0">
            <a:noFill/>
            <a:prstDash val="solid"/>
          </a:ln>
        </p:spPr>
        <p:txBody>
          <a:bodyPr wrap="none" lIns="0" tIns="0" rIns="0" bIns="0" anchor="ctr">
            <a:noAutofit/>
          </a:bodyPr>
          <a:lstStyle>
            <a:defPPr algn="l">
              <a:defRPr sz="755" b="1">
                <a:solidFill>
                  <a:srgbClr val="FFFFFF"/>
                </a:solidFill>
                <a:latin typeface="Arial" panose="020B0604020202090204"/>
                <a:ea typeface="Arial" panose="020B0604020202090204"/>
                <a:cs typeface="Arial" panose="020B0604020202090204"/>
              </a:defRPr>
            </a:defPPr>
            <a:lvl1pPr algn="l">
              <a:buNone/>
              <a:defRPr sz="755" b="1">
                <a:solidFill>
                  <a:srgbClr val="FFFFFF"/>
                </a:solidFill>
                <a:latin typeface="Arial" panose="020B0604020202090204"/>
                <a:ea typeface="Arial" panose="020B0604020202090204"/>
                <a:cs typeface="Arial" panose="020B0604020202090204"/>
              </a:defRPr>
            </a:lvl1pPr>
            <a:lvl2pPr algn="l">
              <a:buNone/>
              <a:defRPr sz="755" b="1">
                <a:solidFill>
                  <a:srgbClr val="FFFFFF"/>
                </a:solidFill>
                <a:latin typeface="Arial" panose="020B0604020202090204"/>
                <a:ea typeface="Arial" panose="020B0604020202090204"/>
                <a:cs typeface="Arial" panose="020B0604020202090204"/>
              </a:defRPr>
            </a:lvl2pPr>
            <a:lvl3pPr algn="l">
              <a:buNone/>
              <a:defRPr sz="755" b="1">
                <a:solidFill>
                  <a:srgbClr val="FFFFFF"/>
                </a:solidFill>
                <a:latin typeface="Arial" panose="020B0604020202090204"/>
                <a:ea typeface="Arial" panose="020B0604020202090204"/>
                <a:cs typeface="Arial" panose="020B0604020202090204"/>
              </a:defRPr>
            </a:lvl3pPr>
            <a:lvl4pPr algn="l">
              <a:buNone/>
              <a:defRPr sz="755" b="1">
                <a:solidFill>
                  <a:srgbClr val="FFFFFF"/>
                </a:solidFill>
                <a:latin typeface="Arial" panose="020B0604020202090204"/>
                <a:ea typeface="Arial" panose="020B0604020202090204"/>
                <a:cs typeface="Arial" panose="020B0604020202090204"/>
              </a:defRPr>
            </a:lvl4pPr>
            <a:lvl5pPr algn="l">
              <a:buNone/>
              <a:defRPr sz="755" b="1">
                <a:solidFill>
                  <a:srgbClr val="FFFFFF"/>
                </a:solidFill>
                <a:latin typeface="Arial" panose="020B0604020202090204"/>
                <a:ea typeface="Arial" panose="020B0604020202090204"/>
                <a:cs typeface="Arial" panose="020B0604020202090204"/>
              </a:defRPr>
            </a:lvl5pPr>
            <a:lvl6pPr algn="l">
              <a:buNone/>
              <a:defRPr sz="755" b="1">
                <a:solidFill>
                  <a:srgbClr val="FFFFFF"/>
                </a:solidFill>
                <a:latin typeface="Arial" panose="020B0604020202090204"/>
                <a:ea typeface="Arial" panose="020B0604020202090204"/>
                <a:cs typeface="Arial" panose="020B0604020202090204"/>
              </a:defRPr>
            </a:lvl6pPr>
            <a:lvl7pPr algn="l">
              <a:buNone/>
              <a:defRPr sz="755" b="1">
                <a:solidFill>
                  <a:srgbClr val="FFFFFF"/>
                </a:solidFill>
                <a:latin typeface="Arial" panose="020B0604020202090204"/>
                <a:ea typeface="Arial" panose="020B0604020202090204"/>
                <a:cs typeface="Arial" panose="020B0604020202090204"/>
              </a:defRPr>
            </a:lvl7pPr>
            <a:lvl8pPr algn="l">
              <a:buNone/>
              <a:defRPr sz="755" b="1">
                <a:solidFill>
                  <a:srgbClr val="FFFFFF"/>
                </a:solidFill>
                <a:latin typeface="Arial" panose="020B0604020202090204"/>
                <a:ea typeface="Arial" panose="020B0604020202090204"/>
                <a:cs typeface="Arial" panose="020B0604020202090204"/>
              </a:defRPr>
            </a:lvl8pPr>
            <a:lvl9pPr algn="l">
              <a:buNone/>
              <a:defRPr sz="755" b="1">
                <a:solidFill>
                  <a:srgbClr val="FFFFFF"/>
                </a:solidFill>
                <a:latin typeface="Arial" panose="020B0604020202090204"/>
                <a:ea typeface="Arial" panose="020B0604020202090204"/>
                <a:cs typeface="Arial" panose="020B0604020202090204"/>
              </a:defRPr>
            </a:lvl9pPr>
          </a:lstStyle>
          <a:p>
            <a:pPr algn="l">
              <a:buNone/>
              <a:defRPr sz="755" b="1">
                <a:solidFill>
                  <a:srgbClr val="FFFFFF"/>
                </a:solidFill>
                <a:latin typeface="Arial" panose="020B0604020202090204"/>
                <a:ea typeface="Arial" panose="020B0604020202090204"/>
                <a:cs typeface="Arial" panose="020B0604020202090204"/>
              </a:defRPr>
            </a:pPr>
            <a:r>
              <a:rPr sz="1060" b="1">
                <a:solidFill>
                  <a:srgbClr val="FFFFFF"/>
                </a:solidFill>
                <a:latin typeface="Arial" panose="020B0604020202090204"/>
                <a:ea typeface="Arial" panose="020B0604020202090204"/>
                <a:cs typeface="Arial" panose="020B0604020202090204"/>
              </a:rPr>
              <a:t>knife</a:t>
            </a:r>
            <a:endParaRPr sz="1060" b="1">
              <a:solidFill>
                <a:srgbClr val="FFFFFF"/>
              </a:solidFill>
              <a:latin typeface="Arial" panose="020B0604020202090204"/>
              <a:ea typeface="Arial" panose="020B0604020202090204"/>
              <a:cs typeface="Arial" panose="020B0604020202090204"/>
            </a:endParaRPr>
          </a:p>
        </p:txBody>
      </p:sp>
      <p:sp>
        <p:nvSpPr>
          <p:cNvPr id="740" name="Illustrative knife mask"/>
          <p:cNvSpPr>
            <a:spLocks noGrp="1"/>
          </p:cNvSpPr>
          <p:nvPr/>
        </p:nvSpPr>
        <p:spPr>
          <a:xfrm>
            <a:off x="9852116" y="1421201"/>
            <a:ext cx="302631" cy="181579"/>
          </a:xfrm>
          <a:custGeom>
            <a:avLst/>
            <a:gdLst/>
            <a:ahLst/>
            <a:cxnLst/>
            <a:pathLst>
              <a:path w="428625" h="257175">
                <a:moveTo>
                  <a:pt x="0" y="180975"/>
                </a:moveTo>
                <a:lnTo>
                  <a:pt x="428625" y="0"/>
                </a:lnTo>
                <a:lnTo>
                  <a:pt x="428625" y="95250"/>
                </a:lnTo>
                <a:lnTo>
                  <a:pt x="28575" y="257175"/>
                </a:lnTo>
                <a:close/>
              </a:path>
            </a:pathLst>
          </a:custGeom>
          <a:solidFill>
            <a:srgbClr val="718F9D">
              <a:alpha val="45000"/>
            </a:srgbClr>
          </a:solidFill>
          <a:ln w="11430">
            <a:solidFill>
              <a:srgbClr val="FFFFFF"/>
            </a:solidFill>
            <a:prstDash val="solid"/>
          </a:ln>
        </p:spPr>
      </p:sp>
      <p:sp>
        <p:nvSpPr>
          <p:cNvPr id="741" name="Illustrative lotus-root mask"/>
          <p:cNvSpPr>
            <a:spLocks noGrp="1"/>
          </p:cNvSpPr>
          <p:nvPr/>
        </p:nvSpPr>
        <p:spPr>
          <a:xfrm>
            <a:off x="10121122" y="1596055"/>
            <a:ext cx="168129" cy="114327"/>
          </a:xfrm>
          <a:custGeom>
            <a:avLst/>
            <a:gdLst/>
            <a:ahLst/>
            <a:cxnLst/>
            <a:pathLst>
              <a:path w="238125" h="161925">
                <a:moveTo>
                  <a:pt x="0" y="0"/>
                </a:moveTo>
                <a:cubicBezTo>
                  <a:pt x="133350" y="9525"/>
                  <a:pt x="238125" y="114300"/>
                  <a:pt x="209550" y="161925"/>
                </a:cubicBezTo>
                <a:cubicBezTo>
                  <a:pt x="114300" y="142875"/>
                  <a:pt x="38100" y="76200"/>
                  <a:pt x="0" y="0"/>
                </a:cubicBezTo>
                <a:close/>
              </a:path>
            </a:pathLst>
          </a:custGeom>
          <a:solidFill>
            <a:srgbClr val="D5B77E">
              <a:alpha val="45000"/>
            </a:srgbClr>
          </a:solidFill>
          <a:ln w="10478">
            <a:solidFill>
              <a:srgbClr val="FFFFFF"/>
            </a:solidFill>
            <a:prstDash val="solid"/>
          </a:ln>
        </p:spPr>
      </p:sp>
      <p:pic>
        <p:nvPicPr>
          <p:cNvPr id="742" name="图片 741"/>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7874073" y="1905412"/>
            <a:ext cx="168129" cy="168129"/>
          </a:xfrm>
          <a:prstGeom prst="rect">
            <a:avLst/>
          </a:prstGeom>
        </p:spPr>
      </p:pic>
      <p:pic>
        <p:nvPicPr>
          <p:cNvPr id="743" name="图片 742"/>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9617148" y="1905412"/>
            <a:ext cx="168129" cy="168129"/>
          </a:xfrm>
          <a:prstGeom prst="rect">
            <a:avLst/>
          </a:prstGeom>
        </p:spPr>
      </p:pic>
      <p:sp>
        <p:nvSpPr>
          <p:cNvPr id="744" name="Tracking evidence label"/>
          <p:cNvSpPr>
            <a:spLocks noGrp="1"/>
          </p:cNvSpPr>
          <p:nvPr/>
        </p:nvSpPr>
        <p:spPr>
          <a:xfrm>
            <a:off x="8162925" y="1912137"/>
            <a:ext cx="1381125" cy="147953"/>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Tracks + motion</a:t>
            </a:r>
            <a:endParaRPr sz="1400" b="0">
              <a:solidFill>
                <a:srgbClr val="29414E"/>
              </a:solidFill>
              <a:latin typeface="Arial" panose="020B0604020202090204"/>
              <a:ea typeface="Arial" panose="020B0604020202090204"/>
              <a:cs typeface="Arial" panose="020B0604020202090204"/>
            </a:endParaRPr>
          </a:p>
        </p:txBody>
      </p:sp>
      <p:sp>
        <p:nvSpPr>
          <p:cNvPr id="745" name="Contact evidence label"/>
          <p:cNvSpPr>
            <a:spLocks noGrp="1"/>
          </p:cNvSpPr>
          <p:nvPr/>
        </p:nvSpPr>
        <p:spPr>
          <a:xfrm>
            <a:off x="9896475" y="1912137"/>
            <a:ext cx="1181100" cy="147953"/>
          </a:xfrm>
          <a:prstGeom prst="rect">
            <a:avLst/>
          </a:prstGeom>
          <a:noFill/>
          <a:ln w="0">
            <a:noFill/>
            <a:prstDash val="solid"/>
          </a:ln>
        </p:spPr>
        <p:txBody>
          <a:bodyPr wrap="none" lIns="0" tIns="0" rIns="0" bIns="0" anchor="ctr">
            <a:noAutofit/>
          </a:bodyPr>
          <a:lstStyle>
            <a:defPPr algn="l">
              <a:defRPr sz="855" b="0">
                <a:solidFill>
                  <a:srgbClr val="29414E"/>
                </a:solidFill>
                <a:latin typeface="Arial" panose="020B0604020202090204"/>
                <a:ea typeface="Arial" panose="020B0604020202090204"/>
                <a:cs typeface="Arial" panose="020B0604020202090204"/>
              </a:defRPr>
            </a:defPPr>
            <a:lvl1pPr algn="l">
              <a:buNone/>
              <a:defRPr sz="855" b="0">
                <a:solidFill>
                  <a:srgbClr val="29414E"/>
                </a:solidFill>
                <a:latin typeface="Arial" panose="020B0604020202090204"/>
                <a:ea typeface="Arial" panose="020B0604020202090204"/>
                <a:cs typeface="Arial" panose="020B0604020202090204"/>
              </a:defRPr>
            </a:lvl1pPr>
            <a:lvl2pPr algn="l">
              <a:buNone/>
              <a:defRPr sz="855" b="0">
                <a:solidFill>
                  <a:srgbClr val="29414E"/>
                </a:solidFill>
                <a:latin typeface="Arial" panose="020B0604020202090204"/>
                <a:ea typeface="Arial" panose="020B0604020202090204"/>
                <a:cs typeface="Arial" panose="020B0604020202090204"/>
              </a:defRPr>
            </a:lvl2pPr>
            <a:lvl3pPr algn="l">
              <a:buNone/>
              <a:defRPr sz="855" b="0">
                <a:solidFill>
                  <a:srgbClr val="29414E"/>
                </a:solidFill>
                <a:latin typeface="Arial" panose="020B0604020202090204"/>
                <a:ea typeface="Arial" panose="020B0604020202090204"/>
                <a:cs typeface="Arial" panose="020B0604020202090204"/>
              </a:defRPr>
            </a:lvl3pPr>
            <a:lvl4pPr algn="l">
              <a:buNone/>
              <a:defRPr sz="855" b="0">
                <a:solidFill>
                  <a:srgbClr val="29414E"/>
                </a:solidFill>
                <a:latin typeface="Arial" panose="020B0604020202090204"/>
                <a:ea typeface="Arial" panose="020B0604020202090204"/>
                <a:cs typeface="Arial" panose="020B0604020202090204"/>
              </a:defRPr>
            </a:lvl4pPr>
            <a:lvl5pPr algn="l">
              <a:buNone/>
              <a:defRPr sz="855" b="0">
                <a:solidFill>
                  <a:srgbClr val="29414E"/>
                </a:solidFill>
                <a:latin typeface="Arial" panose="020B0604020202090204"/>
                <a:ea typeface="Arial" panose="020B0604020202090204"/>
                <a:cs typeface="Arial" panose="020B0604020202090204"/>
              </a:defRPr>
            </a:lvl5pPr>
            <a:lvl6pPr algn="l">
              <a:buNone/>
              <a:defRPr sz="855" b="0">
                <a:solidFill>
                  <a:srgbClr val="29414E"/>
                </a:solidFill>
                <a:latin typeface="Arial" panose="020B0604020202090204"/>
                <a:ea typeface="Arial" panose="020B0604020202090204"/>
                <a:cs typeface="Arial" panose="020B0604020202090204"/>
              </a:defRPr>
            </a:lvl6pPr>
            <a:lvl7pPr algn="l">
              <a:buNone/>
              <a:defRPr sz="855" b="0">
                <a:solidFill>
                  <a:srgbClr val="29414E"/>
                </a:solidFill>
                <a:latin typeface="Arial" panose="020B0604020202090204"/>
                <a:ea typeface="Arial" panose="020B0604020202090204"/>
                <a:cs typeface="Arial" panose="020B0604020202090204"/>
              </a:defRPr>
            </a:lvl7pPr>
            <a:lvl8pPr algn="l">
              <a:buNone/>
              <a:defRPr sz="855" b="0">
                <a:solidFill>
                  <a:srgbClr val="29414E"/>
                </a:solidFill>
                <a:latin typeface="Arial" panose="020B0604020202090204"/>
                <a:ea typeface="Arial" panose="020B0604020202090204"/>
                <a:cs typeface="Arial" panose="020B0604020202090204"/>
              </a:defRPr>
            </a:lvl8pPr>
            <a:lvl9pPr algn="l">
              <a:buNone/>
              <a:defRPr sz="855" b="0">
                <a:solidFill>
                  <a:srgbClr val="29414E"/>
                </a:solidFill>
                <a:latin typeface="Arial" panose="020B0604020202090204"/>
                <a:ea typeface="Arial" panose="020B0604020202090204"/>
                <a:cs typeface="Arial" panose="020B0604020202090204"/>
              </a:defRPr>
            </a:lvl9pPr>
          </a:lstStyle>
          <a:p>
            <a:pPr algn="l">
              <a:buNone/>
              <a:defRPr sz="855" b="0">
                <a:solidFill>
                  <a:srgbClr val="29414E"/>
                </a:solidFill>
                <a:latin typeface="Arial" panose="020B0604020202090204"/>
                <a:ea typeface="Arial" panose="020B0604020202090204"/>
                <a:cs typeface="Arial" panose="020B0604020202090204"/>
              </a:defRPr>
            </a:pPr>
            <a:r>
              <a:rPr sz="1200" b="0">
                <a:solidFill>
                  <a:srgbClr val="29414E"/>
                </a:solidFill>
                <a:latin typeface="Arial" panose="020B0604020202090204"/>
                <a:ea typeface="Arial" panose="020B0604020202090204"/>
                <a:cs typeface="Arial" panose="020B0604020202090204"/>
              </a:rPr>
              <a:t>Gripper + contact</a:t>
            </a:r>
            <a:endParaRPr sz="1200" b="0">
              <a:solidFill>
                <a:srgbClr val="29414E"/>
              </a:solidFill>
              <a:latin typeface="Arial" panose="020B0604020202090204"/>
              <a:ea typeface="Arial" panose="020B0604020202090204"/>
              <a:cs typeface="Arial" panose="020B0604020202090204"/>
            </a:endParaRPr>
          </a:p>
        </p:txBody>
      </p:sp>
      <p:sp>
        <p:nvSpPr>
          <p:cNvPr id="746" name="Interaction evidence output"/>
          <p:cNvSpPr>
            <a:spLocks noGrp="1"/>
          </p:cNvSpPr>
          <p:nvPr/>
        </p:nvSpPr>
        <p:spPr>
          <a:xfrm>
            <a:off x="7791450" y="2134067"/>
            <a:ext cx="3238500" cy="134503"/>
          </a:xfrm>
          <a:prstGeom prst="rect">
            <a:avLst/>
          </a:prstGeom>
          <a:noFill/>
          <a:ln w="0">
            <a:noFill/>
            <a:prstDash val="solid"/>
          </a:ln>
        </p:spPr>
        <p:txBody>
          <a:bodyPr wrap="none" lIns="0" tIns="0" rIns="0" bIns="0" anchor="ctr">
            <a:noAutofit/>
          </a:bodyPr>
          <a:lstStyle>
            <a:defPPr algn="ctr">
              <a:defRPr sz="880" b="1">
                <a:solidFill>
                  <a:srgbClr val="438274"/>
                </a:solidFill>
                <a:latin typeface="Arial" panose="020B0604020202090204"/>
                <a:ea typeface="Arial" panose="020B0604020202090204"/>
                <a:cs typeface="Arial" panose="020B0604020202090204"/>
              </a:defRPr>
            </a:defPPr>
            <a:lvl1pPr algn="ctr">
              <a:buNone/>
              <a:defRPr sz="880" b="1">
                <a:solidFill>
                  <a:srgbClr val="438274"/>
                </a:solidFill>
                <a:latin typeface="Arial" panose="020B0604020202090204"/>
                <a:ea typeface="Arial" panose="020B0604020202090204"/>
                <a:cs typeface="Arial" panose="020B0604020202090204"/>
              </a:defRPr>
            </a:lvl1pPr>
            <a:lvl2pPr algn="ctr">
              <a:buNone/>
              <a:defRPr sz="880" b="1">
                <a:solidFill>
                  <a:srgbClr val="438274"/>
                </a:solidFill>
                <a:latin typeface="Arial" panose="020B0604020202090204"/>
                <a:ea typeface="Arial" panose="020B0604020202090204"/>
                <a:cs typeface="Arial" panose="020B0604020202090204"/>
              </a:defRPr>
            </a:lvl2pPr>
            <a:lvl3pPr algn="ctr">
              <a:buNone/>
              <a:defRPr sz="880" b="1">
                <a:solidFill>
                  <a:srgbClr val="438274"/>
                </a:solidFill>
                <a:latin typeface="Arial" panose="020B0604020202090204"/>
                <a:ea typeface="Arial" panose="020B0604020202090204"/>
                <a:cs typeface="Arial" panose="020B0604020202090204"/>
              </a:defRPr>
            </a:lvl3pPr>
            <a:lvl4pPr algn="ctr">
              <a:buNone/>
              <a:defRPr sz="880" b="1">
                <a:solidFill>
                  <a:srgbClr val="438274"/>
                </a:solidFill>
                <a:latin typeface="Arial" panose="020B0604020202090204"/>
                <a:ea typeface="Arial" panose="020B0604020202090204"/>
                <a:cs typeface="Arial" panose="020B0604020202090204"/>
              </a:defRPr>
            </a:lvl4pPr>
            <a:lvl5pPr algn="ctr">
              <a:buNone/>
              <a:defRPr sz="880" b="1">
                <a:solidFill>
                  <a:srgbClr val="438274"/>
                </a:solidFill>
                <a:latin typeface="Arial" panose="020B0604020202090204"/>
                <a:ea typeface="Arial" panose="020B0604020202090204"/>
                <a:cs typeface="Arial" panose="020B0604020202090204"/>
              </a:defRPr>
            </a:lvl5pPr>
            <a:lvl6pPr algn="ctr">
              <a:buNone/>
              <a:defRPr sz="880" b="1">
                <a:solidFill>
                  <a:srgbClr val="438274"/>
                </a:solidFill>
                <a:latin typeface="Arial" panose="020B0604020202090204"/>
                <a:ea typeface="Arial" panose="020B0604020202090204"/>
                <a:cs typeface="Arial" panose="020B0604020202090204"/>
              </a:defRPr>
            </a:lvl6pPr>
            <a:lvl7pPr algn="ctr">
              <a:buNone/>
              <a:defRPr sz="880" b="1">
                <a:solidFill>
                  <a:srgbClr val="438274"/>
                </a:solidFill>
                <a:latin typeface="Arial" panose="020B0604020202090204"/>
                <a:ea typeface="Arial" panose="020B0604020202090204"/>
                <a:cs typeface="Arial" panose="020B0604020202090204"/>
              </a:defRPr>
            </a:lvl7pPr>
            <a:lvl8pPr algn="ctr">
              <a:buNone/>
              <a:defRPr sz="880" b="1">
                <a:solidFill>
                  <a:srgbClr val="438274"/>
                </a:solidFill>
                <a:latin typeface="Arial" panose="020B0604020202090204"/>
                <a:ea typeface="Arial" panose="020B0604020202090204"/>
                <a:cs typeface="Arial" panose="020B0604020202090204"/>
              </a:defRPr>
            </a:lvl8pPr>
            <a:lvl9pPr algn="ctr">
              <a:buNone/>
              <a:defRPr sz="880" b="1">
                <a:solidFill>
                  <a:srgbClr val="438274"/>
                </a:solidFill>
                <a:latin typeface="Arial" panose="020B0604020202090204"/>
                <a:ea typeface="Arial" panose="020B0604020202090204"/>
                <a:cs typeface="Arial" panose="020B0604020202090204"/>
              </a:defRPr>
            </a:lvl9pPr>
          </a:lstStyle>
          <a:p>
            <a:pPr algn="ctr">
              <a:buNone/>
              <a:defRPr sz="880" b="1">
                <a:solidFill>
                  <a:srgbClr val="438274"/>
                </a:solidFill>
                <a:latin typeface="Arial" panose="020B0604020202090204"/>
                <a:ea typeface="Arial" panose="020B0604020202090204"/>
                <a:cs typeface="Arial" panose="020B0604020202090204"/>
              </a:defRPr>
            </a:pPr>
            <a:r>
              <a:rPr sz="1200" b="1">
                <a:solidFill>
                  <a:srgbClr val="438274"/>
                </a:solidFill>
                <a:latin typeface="Arial" panose="020B0604020202090204"/>
                <a:ea typeface="Arial" panose="020B0604020202090204"/>
                <a:cs typeface="Arial" panose="020B0604020202090204"/>
              </a:rPr>
              <a:t>Active object / target / phase</a:t>
            </a:r>
            <a:endParaRPr sz="1200" b="1">
              <a:solidFill>
                <a:srgbClr val="438274"/>
              </a:solidFill>
              <a:latin typeface="Arial" panose="020B0604020202090204"/>
              <a:ea typeface="Arial" panose="020B0604020202090204"/>
              <a:cs typeface="Arial" panose="020B0604020202090204"/>
            </a:endParaRPr>
          </a:p>
        </p:txBody>
      </p:sp>
      <p:pic>
        <p:nvPicPr>
          <p:cNvPr id="748" name="图片 747"/>
          <p:cNvPicPr>
            <a:picLocks noChangeAspect="1"/>
          </p:cNvPicPr>
          <p:nvPr/>
        </p:nvPicPr>
        <p:blipFill>
          <a:blip r:embed="rId14"/>
          <a:srcRect b="21768"/>
          <a:stretch>
            <a:fillRect/>
          </a:stretch>
        </p:blipFill>
        <p:spPr>
          <a:xfrm>
            <a:off x="11606720" y="943716"/>
            <a:ext cx="437134" cy="309357"/>
          </a:xfrm>
          <a:prstGeom prst="rect">
            <a:avLst/>
          </a:prstGeom>
        </p:spPr>
      </p:pic>
      <p:sp>
        <p:nvSpPr>
          <p:cNvPr id="749" name="Local phase label 0"/>
          <p:cNvSpPr>
            <a:spLocks noGrp="1"/>
          </p:cNvSpPr>
          <p:nvPr/>
        </p:nvSpPr>
        <p:spPr>
          <a:xfrm>
            <a:off x="11496675" y="1273248"/>
            <a:ext cx="657225" cy="121053"/>
          </a:xfrm>
          <a:prstGeom prst="rect">
            <a:avLst/>
          </a:prstGeom>
          <a:noFill/>
          <a:ln w="0">
            <a:noFill/>
            <a:prstDash val="solid"/>
          </a:ln>
        </p:spPr>
        <p:txBody>
          <a:bodyPr wrap="none" lIns="0" tIns="0" rIns="0" bIns="0" anchor="ctr">
            <a:noAutofit/>
          </a:bodyPr>
          <a:lstStyle>
            <a:defPPr algn="ctr">
              <a:defRPr sz="715" b="0">
                <a:solidFill>
                  <a:srgbClr val="657E8B"/>
                </a:solidFill>
                <a:latin typeface="Arial" panose="020B0604020202090204"/>
                <a:ea typeface="Arial" panose="020B0604020202090204"/>
                <a:cs typeface="Arial" panose="020B0604020202090204"/>
              </a:defRPr>
            </a:defPPr>
            <a:lvl1pPr algn="ctr">
              <a:buNone/>
              <a:defRPr sz="715" b="0">
                <a:solidFill>
                  <a:srgbClr val="657E8B"/>
                </a:solidFill>
                <a:latin typeface="Arial" panose="020B0604020202090204"/>
                <a:ea typeface="Arial" panose="020B0604020202090204"/>
                <a:cs typeface="Arial" panose="020B0604020202090204"/>
              </a:defRPr>
            </a:lvl1pPr>
            <a:lvl2pPr algn="ctr">
              <a:buNone/>
              <a:defRPr sz="715" b="0">
                <a:solidFill>
                  <a:srgbClr val="657E8B"/>
                </a:solidFill>
                <a:latin typeface="Arial" panose="020B0604020202090204"/>
                <a:ea typeface="Arial" panose="020B0604020202090204"/>
                <a:cs typeface="Arial" panose="020B0604020202090204"/>
              </a:defRPr>
            </a:lvl2pPr>
            <a:lvl3pPr algn="ctr">
              <a:buNone/>
              <a:defRPr sz="715" b="0">
                <a:solidFill>
                  <a:srgbClr val="657E8B"/>
                </a:solidFill>
                <a:latin typeface="Arial" panose="020B0604020202090204"/>
                <a:ea typeface="Arial" panose="020B0604020202090204"/>
                <a:cs typeface="Arial" panose="020B0604020202090204"/>
              </a:defRPr>
            </a:lvl3pPr>
            <a:lvl4pPr algn="ctr">
              <a:buNone/>
              <a:defRPr sz="715" b="0">
                <a:solidFill>
                  <a:srgbClr val="657E8B"/>
                </a:solidFill>
                <a:latin typeface="Arial" panose="020B0604020202090204"/>
                <a:ea typeface="Arial" panose="020B0604020202090204"/>
                <a:cs typeface="Arial" panose="020B0604020202090204"/>
              </a:defRPr>
            </a:lvl4pPr>
            <a:lvl5pPr algn="ctr">
              <a:buNone/>
              <a:defRPr sz="715" b="0">
                <a:solidFill>
                  <a:srgbClr val="657E8B"/>
                </a:solidFill>
                <a:latin typeface="Arial" panose="020B0604020202090204"/>
                <a:ea typeface="Arial" panose="020B0604020202090204"/>
                <a:cs typeface="Arial" panose="020B0604020202090204"/>
              </a:defRPr>
            </a:lvl5pPr>
            <a:lvl6pPr algn="ctr">
              <a:buNone/>
              <a:defRPr sz="715" b="0">
                <a:solidFill>
                  <a:srgbClr val="657E8B"/>
                </a:solidFill>
                <a:latin typeface="Arial" panose="020B0604020202090204"/>
                <a:ea typeface="Arial" panose="020B0604020202090204"/>
                <a:cs typeface="Arial" panose="020B0604020202090204"/>
              </a:defRPr>
            </a:lvl6pPr>
            <a:lvl7pPr algn="ctr">
              <a:buNone/>
              <a:defRPr sz="715" b="0">
                <a:solidFill>
                  <a:srgbClr val="657E8B"/>
                </a:solidFill>
                <a:latin typeface="Arial" panose="020B0604020202090204"/>
                <a:ea typeface="Arial" panose="020B0604020202090204"/>
                <a:cs typeface="Arial" panose="020B0604020202090204"/>
              </a:defRPr>
            </a:lvl7pPr>
            <a:lvl8pPr algn="ctr">
              <a:buNone/>
              <a:defRPr sz="715" b="0">
                <a:solidFill>
                  <a:srgbClr val="657E8B"/>
                </a:solidFill>
                <a:latin typeface="Arial" panose="020B0604020202090204"/>
                <a:ea typeface="Arial" panose="020B0604020202090204"/>
                <a:cs typeface="Arial" panose="020B0604020202090204"/>
              </a:defRPr>
            </a:lvl8pPr>
            <a:lvl9pPr algn="ctr">
              <a:buNone/>
              <a:defRPr sz="715" b="0">
                <a:solidFill>
                  <a:srgbClr val="657E8B"/>
                </a:solidFill>
                <a:latin typeface="Arial" panose="020B0604020202090204"/>
                <a:ea typeface="Arial" panose="020B0604020202090204"/>
                <a:cs typeface="Arial" panose="020B0604020202090204"/>
              </a:defRPr>
            </a:lvl9pPr>
          </a:lstStyle>
          <a:p>
            <a:pPr algn="ctr">
              <a:buNone/>
              <a:defRPr sz="715" b="0">
                <a:solidFill>
                  <a:srgbClr val="657E8B"/>
                </a:solidFill>
                <a:latin typeface="Arial" panose="020B0604020202090204"/>
                <a:ea typeface="Arial" panose="020B0604020202090204"/>
                <a:cs typeface="Arial" panose="020B0604020202090204"/>
              </a:defRPr>
            </a:pPr>
            <a:r>
              <a:rPr sz="1200" b="0">
                <a:solidFill>
                  <a:srgbClr val="657E8B"/>
                </a:solidFill>
                <a:latin typeface="Arial" panose="020B0604020202090204"/>
                <a:ea typeface="Arial" panose="020B0604020202090204"/>
                <a:cs typeface="Arial" panose="020B0604020202090204"/>
              </a:rPr>
              <a:t>Approach</a:t>
            </a:r>
            <a:endParaRPr sz="1200" b="0">
              <a:solidFill>
                <a:srgbClr val="657E8B"/>
              </a:solidFill>
              <a:latin typeface="Arial" panose="020B0604020202090204"/>
              <a:ea typeface="Arial" panose="020B0604020202090204"/>
              <a:cs typeface="Arial" panose="020B0604020202090204"/>
            </a:endParaRPr>
          </a:p>
        </p:txBody>
      </p:sp>
      <p:pic>
        <p:nvPicPr>
          <p:cNvPr id="750" name="图片 749"/>
          <p:cNvPicPr>
            <a:picLocks noChangeAspect="1"/>
          </p:cNvPicPr>
          <p:nvPr/>
        </p:nvPicPr>
        <p:blipFill>
          <a:blip r:embed="rId15"/>
          <a:srcRect b="21768"/>
          <a:stretch>
            <a:fillRect/>
          </a:stretch>
        </p:blipFill>
        <p:spPr>
          <a:xfrm>
            <a:off x="12263945" y="943716"/>
            <a:ext cx="437134" cy="309357"/>
          </a:xfrm>
          <a:prstGeom prst="rect">
            <a:avLst/>
          </a:prstGeom>
        </p:spPr>
      </p:pic>
      <p:sp>
        <p:nvSpPr>
          <p:cNvPr id="751" name="Local phase label 1"/>
          <p:cNvSpPr>
            <a:spLocks noGrp="1"/>
          </p:cNvSpPr>
          <p:nvPr/>
        </p:nvSpPr>
        <p:spPr>
          <a:xfrm>
            <a:off x="12153900" y="1273248"/>
            <a:ext cx="657225" cy="121053"/>
          </a:xfrm>
          <a:prstGeom prst="rect">
            <a:avLst/>
          </a:prstGeom>
          <a:noFill/>
          <a:ln w="0">
            <a:noFill/>
            <a:prstDash val="solid"/>
          </a:ln>
        </p:spPr>
        <p:txBody>
          <a:bodyPr wrap="none" lIns="0" tIns="0" rIns="0" bIns="0" anchor="ctr">
            <a:noAutofit/>
          </a:bodyPr>
          <a:lstStyle>
            <a:defPPr algn="ctr">
              <a:defRPr sz="715" b="0">
                <a:solidFill>
                  <a:srgbClr val="657E8B"/>
                </a:solidFill>
                <a:latin typeface="Arial" panose="020B0604020202090204"/>
                <a:ea typeface="Arial" panose="020B0604020202090204"/>
                <a:cs typeface="Arial" panose="020B0604020202090204"/>
              </a:defRPr>
            </a:defPPr>
            <a:lvl1pPr algn="ctr">
              <a:buNone/>
              <a:defRPr sz="715" b="0">
                <a:solidFill>
                  <a:srgbClr val="657E8B"/>
                </a:solidFill>
                <a:latin typeface="Arial" panose="020B0604020202090204"/>
                <a:ea typeface="Arial" panose="020B0604020202090204"/>
                <a:cs typeface="Arial" panose="020B0604020202090204"/>
              </a:defRPr>
            </a:lvl1pPr>
            <a:lvl2pPr algn="ctr">
              <a:buNone/>
              <a:defRPr sz="715" b="0">
                <a:solidFill>
                  <a:srgbClr val="657E8B"/>
                </a:solidFill>
                <a:latin typeface="Arial" panose="020B0604020202090204"/>
                <a:ea typeface="Arial" panose="020B0604020202090204"/>
                <a:cs typeface="Arial" panose="020B0604020202090204"/>
              </a:defRPr>
            </a:lvl2pPr>
            <a:lvl3pPr algn="ctr">
              <a:buNone/>
              <a:defRPr sz="715" b="0">
                <a:solidFill>
                  <a:srgbClr val="657E8B"/>
                </a:solidFill>
                <a:latin typeface="Arial" panose="020B0604020202090204"/>
                <a:ea typeface="Arial" panose="020B0604020202090204"/>
                <a:cs typeface="Arial" panose="020B0604020202090204"/>
              </a:defRPr>
            </a:lvl3pPr>
            <a:lvl4pPr algn="ctr">
              <a:buNone/>
              <a:defRPr sz="715" b="0">
                <a:solidFill>
                  <a:srgbClr val="657E8B"/>
                </a:solidFill>
                <a:latin typeface="Arial" panose="020B0604020202090204"/>
                <a:ea typeface="Arial" panose="020B0604020202090204"/>
                <a:cs typeface="Arial" panose="020B0604020202090204"/>
              </a:defRPr>
            </a:lvl4pPr>
            <a:lvl5pPr algn="ctr">
              <a:buNone/>
              <a:defRPr sz="715" b="0">
                <a:solidFill>
                  <a:srgbClr val="657E8B"/>
                </a:solidFill>
                <a:latin typeface="Arial" panose="020B0604020202090204"/>
                <a:ea typeface="Arial" panose="020B0604020202090204"/>
                <a:cs typeface="Arial" panose="020B0604020202090204"/>
              </a:defRPr>
            </a:lvl5pPr>
            <a:lvl6pPr algn="ctr">
              <a:buNone/>
              <a:defRPr sz="715" b="0">
                <a:solidFill>
                  <a:srgbClr val="657E8B"/>
                </a:solidFill>
                <a:latin typeface="Arial" panose="020B0604020202090204"/>
                <a:ea typeface="Arial" panose="020B0604020202090204"/>
                <a:cs typeface="Arial" panose="020B0604020202090204"/>
              </a:defRPr>
            </a:lvl6pPr>
            <a:lvl7pPr algn="ctr">
              <a:buNone/>
              <a:defRPr sz="715" b="0">
                <a:solidFill>
                  <a:srgbClr val="657E8B"/>
                </a:solidFill>
                <a:latin typeface="Arial" panose="020B0604020202090204"/>
                <a:ea typeface="Arial" panose="020B0604020202090204"/>
                <a:cs typeface="Arial" panose="020B0604020202090204"/>
              </a:defRPr>
            </a:lvl7pPr>
            <a:lvl8pPr algn="ctr">
              <a:buNone/>
              <a:defRPr sz="715" b="0">
                <a:solidFill>
                  <a:srgbClr val="657E8B"/>
                </a:solidFill>
                <a:latin typeface="Arial" panose="020B0604020202090204"/>
                <a:ea typeface="Arial" panose="020B0604020202090204"/>
                <a:cs typeface="Arial" panose="020B0604020202090204"/>
              </a:defRPr>
            </a:lvl8pPr>
            <a:lvl9pPr algn="ctr">
              <a:buNone/>
              <a:defRPr sz="715" b="0">
                <a:solidFill>
                  <a:srgbClr val="657E8B"/>
                </a:solidFill>
                <a:latin typeface="Arial" panose="020B0604020202090204"/>
                <a:ea typeface="Arial" panose="020B0604020202090204"/>
                <a:cs typeface="Arial" panose="020B0604020202090204"/>
              </a:defRPr>
            </a:lvl9pPr>
          </a:lstStyle>
          <a:p>
            <a:pPr algn="ctr">
              <a:buNone/>
              <a:defRPr sz="715" b="0">
                <a:solidFill>
                  <a:srgbClr val="657E8B"/>
                </a:solidFill>
                <a:latin typeface="Arial" panose="020B0604020202090204"/>
                <a:ea typeface="Arial" panose="020B0604020202090204"/>
                <a:cs typeface="Arial" panose="020B0604020202090204"/>
              </a:defRPr>
            </a:pPr>
            <a:r>
              <a:rPr sz="1200" b="0">
                <a:solidFill>
                  <a:srgbClr val="657E8B"/>
                </a:solidFill>
                <a:latin typeface="Arial" panose="020B0604020202090204"/>
                <a:ea typeface="Arial" panose="020B0604020202090204"/>
                <a:cs typeface="Arial" panose="020B0604020202090204"/>
              </a:rPr>
              <a:t>Grasp</a:t>
            </a:r>
            <a:endParaRPr sz="1200" b="0">
              <a:solidFill>
                <a:srgbClr val="657E8B"/>
              </a:solidFill>
              <a:latin typeface="Arial" panose="020B0604020202090204"/>
              <a:ea typeface="Arial" panose="020B0604020202090204"/>
              <a:cs typeface="Arial" panose="020B0604020202090204"/>
            </a:endParaRPr>
          </a:p>
        </p:txBody>
      </p:sp>
      <p:pic>
        <p:nvPicPr>
          <p:cNvPr id="752" name="图片 751"/>
          <p:cNvPicPr>
            <a:picLocks noChangeAspect="1"/>
          </p:cNvPicPr>
          <p:nvPr/>
        </p:nvPicPr>
        <p:blipFill>
          <a:blip r:embed="rId16"/>
          <a:srcRect b="21768"/>
          <a:stretch>
            <a:fillRect/>
          </a:stretch>
        </p:blipFill>
        <p:spPr>
          <a:xfrm>
            <a:off x="12921170" y="943716"/>
            <a:ext cx="437134" cy="309357"/>
          </a:xfrm>
          <a:prstGeom prst="rect">
            <a:avLst/>
          </a:prstGeom>
        </p:spPr>
      </p:pic>
      <p:sp>
        <p:nvSpPr>
          <p:cNvPr id="753" name="Local phase label 2"/>
          <p:cNvSpPr>
            <a:spLocks noGrp="1"/>
          </p:cNvSpPr>
          <p:nvPr/>
        </p:nvSpPr>
        <p:spPr>
          <a:xfrm>
            <a:off x="12811125" y="1273248"/>
            <a:ext cx="657225" cy="121053"/>
          </a:xfrm>
          <a:prstGeom prst="rect">
            <a:avLst/>
          </a:prstGeom>
          <a:noFill/>
          <a:ln w="0">
            <a:noFill/>
            <a:prstDash val="solid"/>
          </a:ln>
        </p:spPr>
        <p:txBody>
          <a:bodyPr wrap="none" lIns="0" tIns="0" rIns="0" bIns="0" anchor="ctr">
            <a:noAutofit/>
          </a:bodyPr>
          <a:lstStyle>
            <a:defPPr algn="ctr">
              <a:defRPr sz="715" b="0">
                <a:solidFill>
                  <a:srgbClr val="657E8B"/>
                </a:solidFill>
                <a:latin typeface="Arial" panose="020B0604020202090204"/>
                <a:ea typeface="Arial" panose="020B0604020202090204"/>
                <a:cs typeface="Arial" panose="020B0604020202090204"/>
              </a:defRPr>
            </a:defPPr>
            <a:lvl1pPr algn="ctr">
              <a:buNone/>
              <a:defRPr sz="715" b="0">
                <a:solidFill>
                  <a:srgbClr val="657E8B"/>
                </a:solidFill>
                <a:latin typeface="Arial" panose="020B0604020202090204"/>
                <a:ea typeface="Arial" panose="020B0604020202090204"/>
                <a:cs typeface="Arial" panose="020B0604020202090204"/>
              </a:defRPr>
            </a:lvl1pPr>
            <a:lvl2pPr algn="ctr">
              <a:buNone/>
              <a:defRPr sz="715" b="0">
                <a:solidFill>
                  <a:srgbClr val="657E8B"/>
                </a:solidFill>
                <a:latin typeface="Arial" panose="020B0604020202090204"/>
                <a:ea typeface="Arial" panose="020B0604020202090204"/>
                <a:cs typeface="Arial" panose="020B0604020202090204"/>
              </a:defRPr>
            </a:lvl2pPr>
            <a:lvl3pPr algn="ctr">
              <a:buNone/>
              <a:defRPr sz="715" b="0">
                <a:solidFill>
                  <a:srgbClr val="657E8B"/>
                </a:solidFill>
                <a:latin typeface="Arial" panose="020B0604020202090204"/>
                <a:ea typeface="Arial" panose="020B0604020202090204"/>
                <a:cs typeface="Arial" panose="020B0604020202090204"/>
              </a:defRPr>
            </a:lvl3pPr>
            <a:lvl4pPr algn="ctr">
              <a:buNone/>
              <a:defRPr sz="715" b="0">
                <a:solidFill>
                  <a:srgbClr val="657E8B"/>
                </a:solidFill>
                <a:latin typeface="Arial" panose="020B0604020202090204"/>
                <a:ea typeface="Arial" panose="020B0604020202090204"/>
                <a:cs typeface="Arial" panose="020B0604020202090204"/>
              </a:defRPr>
            </a:lvl4pPr>
            <a:lvl5pPr algn="ctr">
              <a:buNone/>
              <a:defRPr sz="715" b="0">
                <a:solidFill>
                  <a:srgbClr val="657E8B"/>
                </a:solidFill>
                <a:latin typeface="Arial" panose="020B0604020202090204"/>
                <a:ea typeface="Arial" panose="020B0604020202090204"/>
                <a:cs typeface="Arial" panose="020B0604020202090204"/>
              </a:defRPr>
            </a:lvl5pPr>
            <a:lvl6pPr algn="ctr">
              <a:buNone/>
              <a:defRPr sz="715" b="0">
                <a:solidFill>
                  <a:srgbClr val="657E8B"/>
                </a:solidFill>
                <a:latin typeface="Arial" panose="020B0604020202090204"/>
                <a:ea typeface="Arial" panose="020B0604020202090204"/>
                <a:cs typeface="Arial" panose="020B0604020202090204"/>
              </a:defRPr>
            </a:lvl6pPr>
            <a:lvl7pPr algn="ctr">
              <a:buNone/>
              <a:defRPr sz="715" b="0">
                <a:solidFill>
                  <a:srgbClr val="657E8B"/>
                </a:solidFill>
                <a:latin typeface="Arial" panose="020B0604020202090204"/>
                <a:ea typeface="Arial" panose="020B0604020202090204"/>
                <a:cs typeface="Arial" panose="020B0604020202090204"/>
              </a:defRPr>
            </a:lvl7pPr>
            <a:lvl8pPr algn="ctr">
              <a:buNone/>
              <a:defRPr sz="715" b="0">
                <a:solidFill>
                  <a:srgbClr val="657E8B"/>
                </a:solidFill>
                <a:latin typeface="Arial" panose="020B0604020202090204"/>
                <a:ea typeface="Arial" panose="020B0604020202090204"/>
                <a:cs typeface="Arial" panose="020B0604020202090204"/>
              </a:defRPr>
            </a:lvl8pPr>
            <a:lvl9pPr algn="ctr">
              <a:buNone/>
              <a:defRPr sz="715" b="0">
                <a:solidFill>
                  <a:srgbClr val="657E8B"/>
                </a:solidFill>
                <a:latin typeface="Arial" panose="020B0604020202090204"/>
                <a:ea typeface="Arial" panose="020B0604020202090204"/>
                <a:cs typeface="Arial" panose="020B0604020202090204"/>
              </a:defRPr>
            </a:lvl9pPr>
          </a:lstStyle>
          <a:p>
            <a:pPr algn="ctr">
              <a:buNone/>
              <a:defRPr sz="715" b="0">
                <a:solidFill>
                  <a:srgbClr val="657E8B"/>
                </a:solidFill>
                <a:latin typeface="Arial" panose="020B0604020202090204"/>
                <a:ea typeface="Arial" panose="020B0604020202090204"/>
                <a:cs typeface="Arial" panose="020B0604020202090204"/>
              </a:defRPr>
            </a:pPr>
            <a:r>
              <a:rPr sz="1200" b="0">
                <a:solidFill>
                  <a:srgbClr val="657E8B"/>
                </a:solidFill>
                <a:latin typeface="Arial" panose="020B0604020202090204"/>
                <a:ea typeface="Arial" panose="020B0604020202090204"/>
                <a:cs typeface="Arial" panose="020B0604020202090204"/>
              </a:rPr>
              <a:t>Transfer</a:t>
            </a:r>
            <a:endParaRPr sz="1200" b="0">
              <a:solidFill>
                <a:srgbClr val="657E8B"/>
              </a:solidFill>
              <a:latin typeface="Arial" panose="020B0604020202090204"/>
              <a:ea typeface="Arial" panose="020B0604020202090204"/>
              <a:cs typeface="Arial" panose="020B0604020202090204"/>
            </a:endParaRPr>
          </a:p>
        </p:txBody>
      </p:sp>
      <p:pic>
        <p:nvPicPr>
          <p:cNvPr id="754" name="图片 753"/>
          <p:cNvPicPr>
            <a:picLocks noChangeAspect="1"/>
          </p:cNvPicPr>
          <p:nvPr/>
        </p:nvPicPr>
        <p:blipFill>
          <a:blip r:embed="rId17"/>
          <a:srcRect b="21768"/>
          <a:stretch>
            <a:fillRect/>
          </a:stretch>
        </p:blipFill>
        <p:spPr>
          <a:xfrm>
            <a:off x="13578395" y="943716"/>
            <a:ext cx="437134" cy="309357"/>
          </a:xfrm>
          <a:prstGeom prst="rect">
            <a:avLst/>
          </a:prstGeom>
        </p:spPr>
      </p:pic>
      <p:sp>
        <p:nvSpPr>
          <p:cNvPr id="755" name="Local phase label 3"/>
          <p:cNvSpPr>
            <a:spLocks noGrp="1"/>
          </p:cNvSpPr>
          <p:nvPr/>
        </p:nvSpPr>
        <p:spPr>
          <a:xfrm>
            <a:off x="13468350" y="1273248"/>
            <a:ext cx="657225" cy="121053"/>
          </a:xfrm>
          <a:prstGeom prst="rect">
            <a:avLst/>
          </a:prstGeom>
          <a:noFill/>
          <a:ln w="0">
            <a:noFill/>
            <a:prstDash val="solid"/>
          </a:ln>
        </p:spPr>
        <p:txBody>
          <a:bodyPr wrap="none" lIns="0" tIns="0" rIns="0" bIns="0" anchor="ctr">
            <a:noAutofit/>
          </a:bodyPr>
          <a:lstStyle>
            <a:defPPr algn="ctr">
              <a:defRPr sz="715" b="0">
                <a:solidFill>
                  <a:srgbClr val="657E8B"/>
                </a:solidFill>
                <a:latin typeface="Arial" panose="020B0604020202090204"/>
                <a:ea typeface="Arial" panose="020B0604020202090204"/>
                <a:cs typeface="Arial" panose="020B0604020202090204"/>
              </a:defRPr>
            </a:defPPr>
            <a:lvl1pPr algn="ctr">
              <a:buNone/>
              <a:defRPr sz="715" b="0">
                <a:solidFill>
                  <a:srgbClr val="657E8B"/>
                </a:solidFill>
                <a:latin typeface="Arial" panose="020B0604020202090204"/>
                <a:ea typeface="Arial" panose="020B0604020202090204"/>
                <a:cs typeface="Arial" panose="020B0604020202090204"/>
              </a:defRPr>
            </a:lvl1pPr>
            <a:lvl2pPr algn="ctr">
              <a:buNone/>
              <a:defRPr sz="715" b="0">
                <a:solidFill>
                  <a:srgbClr val="657E8B"/>
                </a:solidFill>
                <a:latin typeface="Arial" panose="020B0604020202090204"/>
                <a:ea typeface="Arial" panose="020B0604020202090204"/>
                <a:cs typeface="Arial" panose="020B0604020202090204"/>
              </a:defRPr>
            </a:lvl2pPr>
            <a:lvl3pPr algn="ctr">
              <a:buNone/>
              <a:defRPr sz="715" b="0">
                <a:solidFill>
                  <a:srgbClr val="657E8B"/>
                </a:solidFill>
                <a:latin typeface="Arial" panose="020B0604020202090204"/>
                <a:ea typeface="Arial" panose="020B0604020202090204"/>
                <a:cs typeface="Arial" panose="020B0604020202090204"/>
              </a:defRPr>
            </a:lvl3pPr>
            <a:lvl4pPr algn="ctr">
              <a:buNone/>
              <a:defRPr sz="715" b="0">
                <a:solidFill>
                  <a:srgbClr val="657E8B"/>
                </a:solidFill>
                <a:latin typeface="Arial" panose="020B0604020202090204"/>
                <a:ea typeface="Arial" panose="020B0604020202090204"/>
                <a:cs typeface="Arial" panose="020B0604020202090204"/>
              </a:defRPr>
            </a:lvl4pPr>
            <a:lvl5pPr algn="ctr">
              <a:buNone/>
              <a:defRPr sz="715" b="0">
                <a:solidFill>
                  <a:srgbClr val="657E8B"/>
                </a:solidFill>
                <a:latin typeface="Arial" panose="020B0604020202090204"/>
                <a:ea typeface="Arial" panose="020B0604020202090204"/>
                <a:cs typeface="Arial" panose="020B0604020202090204"/>
              </a:defRPr>
            </a:lvl5pPr>
            <a:lvl6pPr algn="ctr">
              <a:buNone/>
              <a:defRPr sz="715" b="0">
                <a:solidFill>
                  <a:srgbClr val="657E8B"/>
                </a:solidFill>
                <a:latin typeface="Arial" panose="020B0604020202090204"/>
                <a:ea typeface="Arial" panose="020B0604020202090204"/>
                <a:cs typeface="Arial" panose="020B0604020202090204"/>
              </a:defRPr>
            </a:lvl6pPr>
            <a:lvl7pPr algn="ctr">
              <a:buNone/>
              <a:defRPr sz="715" b="0">
                <a:solidFill>
                  <a:srgbClr val="657E8B"/>
                </a:solidFill>
                <a:latin typeface="Arial" panose="020B0604020202090204"/>
                <a:ea typeface="Arial" panose="020B0604020202090204"/>
                <a:cs typeface="Arial" panose="020B0604020202090204"/>
              </a:defRPr>
            </a:lvl7pPr>
            <a:lvl8pPr algn="ctr">
              <a:buNone/>
              <a:defRPr sz="715" b="0">
                <a:solidFill>
                  <a:srgbClr val="657E8B"/>
                </a:solidFill>
                <a:latin typeface="Arial" panose="020B0604020202090204"/>
                <a:ea typeface="Arial" panose="020B0604020202090204"/>
                <a:cs typeface="Arial" panose="020B0604020202090204"/>
              </a:defRPr>
            </a:lvl8pPr>
            <a:lvl9pPr algn="ctr">
              <a:buNone/>
              <a:defRPr sz="715" b="0">
                <a:solidFill>
                  <a:srgbClr val="657E8B"/>
                </a:solidFill>
                <a:latin typeface="Arial" panose="020B0604020202090204"/>
                <a:ea typeface="Arial" panose="020B0604020202090204"/>
                <a:cs typeface="Arial" panose="020B0604020202090204"/>
              </a:defRPr>
            </a:lvl9pPr>
          </a:lstStyle>
          <a:p>
            <a:pPr algn="ctr">
              <a:buNone/>
              <a:defRPr sz="715" b="0">
                <a:solidFill>
                  <a:srgbClr val="657E8B"/>
                </a:solidFill>
                <a:latin typeface="Arial" panose="020B0604020202090204"/>
                <a:ea typeface="Arial" panose="020B0604020202090204"/>
                <a:cs typeface="Arial" panose="020B0604020202090204"/>
              </a:defRPr>
            </a:pPr>
            <a:r>
              <a:rPr sz="1200" b="0">
                <a:solidFill>
                  <a:srgbClr val="657E8B"/>
                </a:solidFill>
                <a:latin typeface="Arial" panose="020B0604020202090204"/>
                <a:ea typeface="Arial" panose="020B0604020202090204"/>
                <a:cs typeface="Arial" panose="020B0604020202090204"/>
              </a:rPr>
              <a:t>Slice</a:t>
            </a:r>
            <a:endParaRPr sz="1200" b="0">
              <a:solidFill>
                <a:srgbClr val="657E8B"/>
              </a:solidFill>
              <a:latin typeface="Arial" panose="020B0604020202090204"/>
              <a:ea typeface="Arial" panose="020B0604020202090204"/>
              <a:cs typeface="Arial" panose="020B0604020202090204"/>
            </a:endParaRPr>
          </a:p>
        </p:txBody>
      </p:sp>
      <p:pic>
        <p:nvPicPr>
          <p:cNvPr id="756" name="图片 755"/>
          <p:cNvPicPr>
            <a:picLocks noChangeAspect="1"/>
          </p:cNvPicPr>
          <p:nvPr/>
        </p:nvPicPr>
        <p:blipFill>
          <a:blip r:embed="rId18"/>
          <a:srcRect b="21768"/>
          <a:stretch>
            <a:fillRect/>
          </a:stretch>
        </p:blipFill>
        <p:spPr>
          <a:xfrm>
            <a:off x="14235620" y="943716"/>
            <a:ext cx="437134" cy="309357"/>
          </a:xfrm>
          <a:prstGeom prst="rect">
            <a:avLst/>
          </a:prstGeom>
        </p:spPr>
      </p:pic>
      <p:sp>
        <p:nvSpPr>
          <p:cNvPr id="757" name="Local phase label 4"/>
          <p:cNvSpPr>
            <a:spLocks noGrp="1"/>
          </p:cNvSpPr>
          <p:nvPr/>
        </p:nvSpPr>
        <p:spPr>
          <a:xfrm>
            <a:off x="14125575" y="1273248"/>
            <a:ext cx="657225" cy="121053"/>
          </a:xfrm>
          <a:prstGeom prst="rect">
            <a:avLst/>
          </a:prstGeom>
          <a:noFill/>
          <a:ln w="0">
            <a:noFill/>
            <a:prstDash val="solid"/>
          </a:ln>
        </p:spPr>
        <p:txBody>
          <a:bodyPr wrap="none" lIns="0" tIns="0" rIns="0" bIns="0" anchor="ctr">
            <a:noAutofit/>
          </a:bodyPr>
          <a:lstStyle>
            <a:defPPr algn="ctr">
              <a:defRPr sz="715" b="0">
                <a:solidFill>
                  <a:srgbClr val="657E8B"/>
                </a:solidFill>
                <a:latin typeface="Arial" panose="020B0604020202090204"/>
                <a:ea typeface="Arial" panose="020B0604020202090204"/>
                <a:cs typeface="Arial" panose="020B0604020202090204"/>
              </a:defRPr>
            </a:defPPr>
            <a:lvl1pPr algn="ctr">
              <a:buNone/>
              <a:defRPr sz="715" b="0">
                <a:solidFill>
                  <a:srgbClr val="657E8B"/>
                </a:solidFill>
                <a:latin typeface="Arial" panose="020B0604020202090204"/>
                <a:ea typeface="Arial" panose="020B0604020202090204"/>
                <a:cs typeface="Arial" panose="020B0604020202090204"/>
              </a:defRPr>
            </a:lvl1pPr>
            <a:lvl2pPr algn="ctr">
              <a:buNone/>
              <a:defRPr sz="715" b="0">
                <a:solidFill>
                  <a:srgbClr val="657E8B"/>
                </a:solidFill>
                <a:latin typeface="Arial" panose="020B0604020202090204"/>
                <a:ea typeface="Arial" panose="020B0604020202090204"/>
                <a:cs typeface="Arial" panose="020B0604020202090204"/>
              </a:defRPr>
            </a:lvl2pPr>
            <a:lvl3pPr algn="ctr">
              <a:buNone/>
              <a:defRPr sz="715" b="0">
                <a:solidFill>
                  <a:srgbClr val="657E8B"/>
                </a:solidFill>
                <a:latin typeface="Arial" panose="020B0604020202090204"/>
                <a:ea typeface="Arial" panose="020B0604020202090204"/>
                <a:cs typeface="Arial" panose="020B0604020202090204"/>
              </a:defRPr>
            </a:lvl3pPr>
            <a:lvl4pPr algn="ctr">
              <a:buNone/>
              <a:defRPr sz="715" b="0">
                <a:solidFill>
                  <a:srgbClr val="657E8B"/>
                </a:solidFill>
                <a:latin typeface="Arial" panose="020B0604020202090204"/>
                <a:ea typeface="Arial" panose="020B0604020202090204"/>
                <a:cs typeface="Arial" panose="020B0604020202090204"/>
              </a:defRPr>
            </a:lvl4pPr>
            <a:lvl5pPr algn="ctr">
              <a:buNone/>
              <a:defRPr sz="715" b="0">
                <a:solidFill>
                  <a:srgbClr val="657E8B"/>
                </a:solidFill>
                <a:latin typeface="Arial" panose="020B0604020202090204"/>
                <a:ea typeface="Arial" panose="020B0604020202090204"/>
                <a:cs typeface="Arial" panose="020B0604020202090204"/>
              </a:defRPr>
            </a:lvl5pPr>
            <a:lvl6pPr algn="ctr">
              <a:buNone/>
              <a:defRPr sz="715" b="0">
                <a:solidFill>
                  <a:srgbClr val="657E8B"/>
                </a:solidFill>
                <a:latin typeface="Arial" panose="020B0604020202090204"/>
                <a:ea typeface="Arial" panose="020B0604020202090204"/>
                <a:cs typeface="Arial" panose="020B0604020202090204"/>
              </a:defRPr>
            </a:lvl6pPr>
            <a:lvl7pPr algn="ctr">
              <a:buNone/>
              <a:defRPr sz="715" b="0">
                <a:solidFill>
                  <a:srgbClr val="657E8B"/>
                </a:solidFill>
                <a:latin typeface="Arial" panose="020B0604020202090204"/>
                <a:ea typeface="Arial" panose="020B0604020202090204"/>
                <a:cs typeface="Arial" panose="020B0604020202090204"/>
              </a:defRPr>
            </a:lvl7pPr>
            <a:lvl8pPr algn="ctr">
              <a:buNone/>
              <a:defRPr sz="715" b="0">
                <a:solidFill>
                  <a:srgbClr val="657E8B"/>
                </a:solidFill>
                <a:latin typeface="Arial" panose="020B0604020202090204"/>
                <a:ea typeface="Arial" panose="020B0604020202090204"/>
                <a:cs typeface="Arial" panose="020B0604020202090204"/>
              </a:defRPr>
            </a:lvl8pPr>
            <a:lvl9pPr algn="ctr">
              <a:buNone/>
              <a:defRPr sz="715" b="0">
                <a:solidFill>
                  <a:srgbClr val="657E8B"/>
                </a:solidFill>
                <a:latin typeface="Arial" panose="020B0604020202090204"/>
                <a:ea typeface="Arial" panose="020B0604020202090204"/>
                <a:cs typeface="Arial" panose="020B0604020202090204"/>
              </a:defRPr>
            </a:lvl9pPr>
          </a:lstStyle>
          <a:p>
            <a:pPr algn="ctr">
              <a:buNone/>
              <a:defRPr sz="715" b="0">
                <a:solidFill>
                  <a:srgbClr val="657E8B"/>
                </a:solidFill>
                <a:latin typeface="Arial" panose="020B0604020202090204"/>
                <a:ea typeface="Arial" panose="020B0604020202090204"/>
                <a:cs typeface="Arial" panose="020B0604020202090204"/>
              </a:defRPr>
            </a:pPr>
            <a:r>
              <a:rPr sz="1200" b="0">
                <a:solidFill>
                  <a:srgbClr val="657E8B"/>
                </a:solidFill>
                <a:latin typeface="Arial" panose="020B0604020202090204"/>
                <a:ea typeface="Arial" panose="020B0604020202090204"/>
                <a:cs typeface="Arial" panose="020B0604020202090204"/>
              </a:rPr>
              <a:t>Withdraw</a:t>
            </a:r>
            <a:endParaRPr sz="1200" b="0">
              <a:solidFill>
                <a:srgbClr val="657E8B"/>
              </a:solidFill>
              <a:latin typeface="Arial" panose="020B0604020202090204"/>
              <a:ea typeface="Arial" panose="020B0604020202090204"/>
              <a:cs typeface="Arial" panose="020B0604020202090204"/>
            </a:endParaRPr>
          </a:p>
        </p:txBody>
      </p:sp>
      <p:sp>
        <p:nvSpPr>
          <p:cNvPr id="758" name="Refined control phases 0"/>
          <p:cNvSpPr>
            <a:spLocks noGrp="1"/>
          </p:cNvSpPr>
          <p:nvPr/>
        </p:nvSpPr>
        <p:spPr>
          <a:xfrm>
            <a:off x="11525250" y="1461552"/>
            <a:ext cx="628650" cy="141228"/>
          </a:xfrm>
          <a:prstGeom prst="rect">
            <a:avLst/>
          </a:prstGeom>
          <a:solidFill>
            <a:srgbClr val="438274"/>
          </a:solidFill>
          <a:ln w="0">
            <a:noFill/>
            <a:prstDash val="solid"/>
          </a:ln>
        </p:spPr>
      </p:sp>
      <p:sp>
        <p:nvSpPr>
          <p:cNvPr id="759" name="Refined control phases label 0"/>
          <p:cNvSpPr>
            <a:spLocks noGrp="1"/>
          </p:cNvSpPr>
          <p:nvPr/>
        </p:nvSpPr>
        <p:spPr>
          <a:xfrm>
            <a:off x="11525250" y="1461552"/>
            <a:ext cx="628650" cy="141228"/>
          </a:xfrm>
          <a:prstGeom prst="rect">
            <a:avLst/>
          </a:prstGeom>
          <a:noFill/>
          <a:ln w="0">
            <a:noFill/>
            <a:prstDash val="solid"/>
          </a:ln>
        </p:spPr>
        <p:txBody>
          <a:bodyPr wrap="none" lIns="0" tIns="0" rIns="0" bIns="0" anchor="ctr">
            <a:noAutofit/>
          </a:bodyPr>
          <a:lstStyle>
            <a:defPPr algn="ctr">
              <a:defRPr sz="755" b="1">
                <a:solidFill>
                  <a:srgbClr val="FFFFFF"/>
                </a:solidFill>
                <a:latin typeface="Arial" panose="020B0604020202090204"/>
                <a:ea typeface="Arial" panose="020B0604020202090204"/>
                <a:cs typeface="Arial" panose="020B0604020202090204"/>
              </a:defRPr>
            </a:defPPr>
            <a:lvl1pPr algn="ctr">
              <a:buNone/>
              <a:defRPr sz="755" b="1">
                <a:solidFill>
                  <a:srgbClr val="FFFFFF"/>
                </a:solidFill>
                <a:latin typeface="Arial" panose="020B0604020202090204"/>
                <a:ea typeface="Arial" panose="020B0604020202090204"/>
                <a:cs typeface="Arial" panose="020B0604020202090204"/>
              </a:defRPr>
            </a:lvl1pPr>
            <a:lvl2pPr algn="ctr">
              <a:buNone/>
              <a:defRPr sz="755" b="1">
                <a:solidFill>
                  <a:srgbClr val="FFFFFF"/>
                </a:solidFill>
                <a:latin typeface="Arial" panose="020B0604020202090204"/>
                <a:ea typeface="Arial" panose="020B0604020202090204"/>
                <a:cs typeface="Arial" panose="020B0604020202090204"/>
              </a:defRPr>
            </a:lvl2pPr>
            <a:lvl3pPr algn="ctr">
              <a:buNone/>
              <a:defRPr sz="755" b="1">
                <a:solidFill>
                  <a:srgbClr val="FFFFFF"/>
                </a:solidFill>
                <a:latin typeface="Arial" panose="020B0604020202090204"/>
                <a:ea typeface="Arial" panose="020B0604020202090204"/>
                <a:cs typeface="Arial" panose="020B0604020202090204"/>
              </a:defRPr>
            </a:lvl3pPr>
            <a:lvl4pPr algn="ctr">
              <a:buNone/>
              <a:defRPr sz="755" b="1">
                <a:solidFill>
                  <a:srgbClr val="FFFFFF"/>
                </a:solidFill>
                <a:latin typeface="Arial" panose="020B0604020202090204"/>
                <a:ea typeface="Arial" panose="020B0604020202090204"/>
                <a:cs typeface="Arial" panose="020B0604020202090204"/>
              </a:defRPr>
            </a:lvl4pPr>
            <a:lvl5pPr algn="ctr">
              <a:buNone/>
              <a:defRPr sz="755" b="1">
                <a:solidFill>
                  <a:srgbClr val="FFFFFF"/>
                </a:solidFill>
                <a:latin typeface="Arial" panose="020B0604020202090204"/>
                <a:ea typeface="Arial" panose="020B0604020202090204"/>
                <a:cs typeface="Arial" panose="020B0604020202090204"/>
              </a:defRPr>
            </a:lvl5pPr>
            <a:lvl6pPr algn="ctr">
              <a:buNone/>
              <a:defRPr sz="755" b="1">
                <a:solidFill>
                  <a:srgbClr val="FFFFFF"/>
                </a:solidFill>
                <a:latin typeface="Arial" panose="020B0604020202090204"/>
                <a:ea typeface="Arial" panose="020B0604020202090204"/>
                <a:cs typeface="Arial" panose="020B0604020202090204"/>
              </a:defRPr>
            </a:lvl6pPr>
            <a:lvl7pPr algn="ctr">
              <a:buNone/>
              <a:defRPr sz="755" b="1">
                <a:solidFill>
                  <a:srgbClr val="FFFFFF"/>
                </a:solidFill>
                <a:latin typeface="Arial" panose="020B0604020202090204"/>
                <a:ea typeface="Arial" panose="020B0604020202090204"/>
                <a:cs typeface="Arial" panose="020B0604020202090204"/>
              </a:defRPr>
            </a:lvl7pPr>
            <a:lvl8pPr algn="ctr">
              <a:buNone/>
              <a:defRPr sz="755" b="1">
                <a:solidFill>
                  <a:srgbClr val="FFFFFF"/>
                </a:solidFill>
                <a:latin typeface="Arial" panose="020B0604020202090204"/>
                <a:ea typeface="Arial" panose="020B0604020202090204"/>
                <a:cs typeface="Arial" panose="020B0604020202090204"/>
              </a:defRPr>
            </a:lvl8pPr>
            <a:lvl9pPr algn="ctr">
              <a:buNone/>
              <a:defRPr sz="755" b="1">
                <a:solidFill>
                  <a:srgbClr val="FFFFFF"/>
                </a:solidFill>
                <a:latin typeface="Arial" panose="020B0604020202090204"/>
                <a:ea typeface="Arial" panose="020B0604020202090204"/>
                <a:cs typeface="Arial" panose="020B0604020202090204"/>
              </a:defRPr>
            </a:lvl9pPr>
          </a:lstStyle>
          <a:p>
            <a:pPr algn="ctr">
              <a:buNone/>
              <a:defRPr sz="755" b="1">
                <a:solidFill>
                  <a:srgbClr val="FFFFFF"/>
                </a:solidFill>
                <a:latin typeface="Arial" panose="020B0604020202090204"/>
                <a:ea typeface="Arial" panose="020B0604020202090204"/>
                <a:cs typeface="Arial" panose="020B0604020202090204"/>
              </a:defRPr>
            </a:pPr>
            <a:r>
              <a:rPr sz="1200" b="1">
                <a:solidFill>
                  <a:srgbClr val="FFFFFF"/>
                </a:solidFill>
                <a:latin typeface="Arial" panose="020B0604020202090204"/>
                <a:ea typeface="Arial" panose="020B0604020202090204"/>
                <a:cs typeface="Arial" panose="020B0604020202090204"/>
              </a:rPr>
              <a:t>S1</a:t>
            </a:r>
            <a:endParaRPr sz="1200" b="1">
              <a:solidFill>
                <a:srgbClr val="FFFFFF"/>
              </a:solidFill>
              <a:latin typeface="Arial" panose="020B0604020202090204"/>
              <a:ea typeface="Arial" panose="020B0604020202090204"/>
              <a:cs typeface="Arial" panose="020B0604020202090204"/>
            </a:endParaRPr>
          </a:p>
        </p:txBody>
      </p:sp>
      <p:sp>
        <p:nvSpPr>
          <p:cNvPr id="760" name="Refined control phases 1"/>
          <p:cNvSpPr>
            <a:spLocks noGrp="1"/>
          </p:cNvSpPr>
          <p:nvPr/>
        </p:nvSpPr>
        <p:spPr>
          <a:xfrm>
            <a:off x="12172950" y="1461552"/>
            <a:ext cx="434340" cy="141228"/>
          </a:xfrm>
          <a:prstGeom prst="rect">
            <a:avLst/>
          </a:prstGeom>
          <a:solidFill>
            <a:srgbClr val="AA8453"/>
          </a:solidFill>
          <a:ln w="0">
            <a:noFill/>
            <a:prstDash val="solid"/>
          </a:ln>
        </p:spPr>
      </p:sp>
      <p:sp>
        <p:nvSpPr>
          <p:cNvPr id="761" name="Refined control phases label 1"/>
          <p:cNvSpPr>
            <a:spLocks noGrp="1"/>
          </p:cNvSpPr>
          <p:nvPr/>
        </p:nvSpPr>
        <p:spPr>
          <a:xfrm>
            <a:off x="12172950" y="1461552"/>
            <a:ext cx="434340" cy="141228"/>
          </a:xfrm>
          <a:prstGeom prst="rect">
            <a:avLst/>
          </a:prstGeom>
          <a:noFill/>
          <a:ln w="0">
            <a:noFill/>
            <a:prstDash val="solid"/>
          </a:ln>
        </p:spPr>
        <p:txBody>
          <a:bodyPr wrap="none" lIns="0" tIns="0" rIns="0" bIns="0" anchor="ctr">
            <a:noAutofit/>
          </a:bodyPr>
          <a:lstStyle>
            <a:defPPr algn="ctr">
              <a:defRPr sz="755" b="1">
                <a:solidFill>
                  <a:srgbClr val="FFFFFF"/>
                </a:solidFill>
                <a:latin typeface="Arial" panose="020B0604020202090204"/>
                <a:ea typeface="Arial" panose="020B0604020202090204"/>
                <a:cs typeface="Arial" panose="020B0604020202090204"/>
              </a:defRPr>
            </a:defPPr>
            <a:lvl1pPr algn="ctr">
              <a:buNone/>
              <a:defRPr sz="755" b="1">
                <a:solidFill>
                  <a:srgbClr val="FFFFFF"/>
                </a:solidFill>
                <a:latin typeface="Arial" panose="020B0604020202090204"/>
                <a:ea typeface="Arial" panose="020B0604020202090204"/>
                <a:cs typeface="Arial" panose="020B0604020202090204"/>
              </a:defRPr>
            </a:lvl1pPr>
            <a:lvl2pPr algn="ctr">
              <a:buNone/>
              <a:defRPr sz="755" b="1">
                <a:solidFill>
                  <a:srgbClr val="FFFFFF"/>
                </a:solidFill>
                <a:latin typeface="Arial" panose="020B0604020202090204"/>
                <a:ea typeface="Arial" panose="020B0604020202090204"/>
                <a:cs typeface="Arial" panose="020B0604020202090204"/>
              </a:defRPr>
            </a:lvl2pPr>
            <a:lvl3pPr algn="ctr">
              <a:buNone/>
              <a:defRPr sz="755" b="1">
                <a:solidFill>
                  <a:srgbClr val="FFFFFF"/>
                </a:solidFill>
                <a:latin typeface="Arial" panose="020B0604020202090204"/>
                <a:ea typeface="Arial" panose="020B0604020202090204"/>
                <a:cs typeface="Arial" panose="020B0604020202090204"/>
              </a:defRPr>
            </a:lvl3pPr>
            <a:lvl4pPr algn="ctr">
              <a:buNone/>
              <a:defRPr sz="755" b="1">
                <a:solidFill>
                  <a:srgbClr val="FFFFFF"/>
                </a:solidFill>
                <a:latin typeface="Arial" panose="020B0604020202090204"/>
                <a:ea typeface="Arial" panose="020B0604020202090204"/>
                <a:cs typeface="Arial" panose="020B0604020202090204"/>
              </a:defRPr>
            </a:lvl4pPr>
            <a:lvl5pPr algn="ctr">
              <a:buNone/>
              <a:defRPr sz="755" b="1">
                <a:solidFill>
                  <a:srgbClr val="FFFFFF"/>
                </a:solidFill>
                <a:latin typeface="Arial" panose="020B0604020202090204"/>
                <a:ea typeface="Arial" panose="020B0604020202090204"/>
                <a:cs typeface="Arial" panose="020B0604020202090204"/>
              </a:defRPr>
            </a:lvl5pPr>
            <a:lvl6pPr algn="ctr">
              <a:buNone/>
              <a:defRPr sz="755" b="1">
                <a:solidFill>
                  <a:srgbClr val="FFFFFF"/>
                </a:solidFill>
                <a:latin typeface="Arial" panose="020B0604020202090204"/>
                <a:ea typeface="Arial" panose="020B0604020202090204"/>
                <a:cs typeface="Arial" panose="020B0604020202090204"/>
              </a:defRPr>
            </a:lvl6pPr>
            <a:lvl7pPr algn="ctr">
              <a:buNone/>
              <a:defRPr sz="755" b="1">
                <a:solidFill>
                  <a:srgbClr val="FFFFFF"/>
                </a:solidFill>
                <a:latin typeface="Arial" panose="020B0604020202090204"/>
                <a:ea typeface="Arial" panose="020B0604020202090204"/>
                <a:cs typeface="Arial" panose="020B0604020202090204"/>
              </a:defRPr>
            </a:lvl7pPr>
            <a:lvl8pPr algn="ctr">
              <a:buNone/>
              <a:defRPr sz="755" b="1">
                <a:solidFill>
                  <a:srgbClr val="FFFFFF"/>
                </a:solidFill>
                <a:latin typeface="Arial" panose="020B0604020202090204"/>
                <a:ea typeface="Arial" panose="020B0604020202090204"/>
                <a:cs typeface="Arial" panose="020B0604020202090204"/>
              </a:defRPr>
            </a:lvl8pPr>
            <a:lvl9pPr algn="ctr">
              <a:buNone/>
              <a:defRPr sz="755" b="1">
                <a:solidFill>
                  <a:srgbClr val="FFFFFF"/>
                </a:solidFill>
                <a:latin typeface="Arial" panose="020B0604020202090204"/>
                <a:ea typeface="Arial" panose="020B0604020202090204"/>
                <a:cs typeface="Arial" panose="020B0604020202090204"/>
              </a:defRPr>
            </a:lvl9pPr>
          </a:lstStyle>
          <a:p>
            <a:pPr algn="ctr">
              <a:buNone/>
              <a:defRPr sz="755" b="1">
                <a:solidFill>
                  <a:srgbClr val="FFFFFF"/>
                </a:solidFill>
                <a:latin typeface="Arial" panose="020B0604020202090204"/>
                <a:ea typeface="Arial" panose="020B0604020202090204"/>
                <a:cs typeface="Arial" panose="020B0604020202090204"/>
              </a:defRPr>
            </a:pPr>
            <a:r>
              <a:rPr sz="1200" b="1">
                <a:solidFill>
                  <a:srgbClr val="FFFFFF"/>
                </a:solidFill>
                <a:latin typeface="Arial" panose="020B0604020202090204"/>
                <a:ea typeface="Arial" panose="020B0604020202090204"/>
                <a:cs typeface="Arial" panose="020B0604020202090204"/>
              </a:rPr>
              <a:t>S2</a:t>
            </a:r>
            <a:endParaRPr sz="1200" b="1">
              <a:solidFill>
                <a:srgbClr val="FFFFFF"/>
              </a:solidFill>
              <a:latin typeface="Arial" panose="020B0604020202090204"/>
              <a:ea typeface="Arial" panose="020B0604020202090204"/>
              <a:cs typeface="Arial" panose="020B0604020202090204"/>
            </a:endParaRPr>
          </a:p>
        </p:txBody>
      </p:sp>
      <p:sp>
        <p:nvSpPr>
          <p:cNvPr id="762" name="Refined control phases 2"/>
          <p:cNvSpPr>
            <a:spLocks noGrp="1"/>
          </p:cNvSpPr>
          <p:nvPr/>
        </p:nvSpPr>
        <p:spPr>
          <a:xfrm>
            <a:off x="12626340" y="1461552"/>
            <a:ext cx="758190" cy="141228"/>
          </a:xfrm>
          <a:prstGeom prst="rect">
            <a:avLst/>
          </a:prstGeom>
          <a:solidFill>
            <a:srgbClr val="438274"/>
          </a:solidFill>
          <a:ln w="0">
            <a:noFill/>
            <a:prstDash val="solid"/>
          </a:ln>
        </p:spPr>
      </p:sp>
      <p:sp>
        <p:nvSpPr>
          <p:cNvPr id="763" name="Refined control phases label 2"/>
          <p:cNvSpPr>
            <a:spLocks noGrp="1"/>
          </p:cNvSpPr>
          <p:nvPr/>
        </p:nvSpPr>
        <p:spPr>
          <a:xfrm>
            <a:off x="12626340" y="1461552"/>
            <a:ext cx="758190" cy="141228"/>
          </a:xfrm>
          <a:prstGeom prst="rect">
            <a:avLst/>
          </a:prstGeom>
          <a:noFill/>
          <a:ln w="0">
            <a:noFill/>
            <a:prstDash val="solid"/>
          </a:ln>
        </p:spPr>
        <p:txBody>
          <a:bodyPr wrap="none" lIns="0" tIns="0" rIns="0" bIns="0" anchor="ctr">
            <a:noAutofit/>
          </a:bodyPr>
          <a:lstStyle>
            <a:defPPr algn="ctr">
              <a:defRPr sz="755" b="1">
                <a:solidFill>
                  <a:srgbClr val="FFFFFF"/>
                </a:solidFill>
                <a:latin typeface="Arial" panose="020B0604020202090204"/>
                <a:ea typeface="Arial" panose="020B0604020202090204"/>
                <a:cs typeface="Arial" panose="020B0604020202090204"/>
              </a:defRPr>
            </a:defPPr>
            <a:lvl1pPr algn="ctr">
              <a:buNone/>
              <a:defRPr sz="755" b="1">
                <a:solidFill>
                  <a:srgbClr val="FFFFFF"/>
                </a:solidFill>
                <a:latin typeface="Arial" panose="020B0604020202090204"/>
                <a:ea typeface="Arial" panose="020B0604020202090204"/>
                <a:cs typeface="Arial" panose="020B0604020202090204"/>
              </a:defRPr>
            </a:lvl1pPr>
            <a:lvl2pPr algn="ctr">
              <a:buNone/>
              <a:defRPr sz="755" b="1">
                <a:solidFill>
                  <a:srgbClr val="FFFFFF"/>
                </a:solidFill>
                <a:latin typeface="Arial" panose="020B0604020202090204"/>
                <a:ea typeface="Arial" panose="020B0604020202090204"/>
                <a:cs typeface="Arial" panose="020B0604020202090204"/>
              </a:defRPr>
            </a:lvl2pPr>
            <a:lvl3pPr algn="ctr">
              <a:buNone/>
              <a:defRPr sz="755" b="1">
                <a:solidFill>
                  <a:srgbClr val="FFFFFF"/>
                </a:solidFill>
                <a:latin typeface="Arial" panose="020B0604020202090204"/>
                <a:ea typeface="Arial" panose="020B0604020202090204"/>
                <a:cs typeface="Arial" panose="020B0604020202090204"/>
              </a:defRPr>
            </a:lvl3pPr>
            <a:lvl4pPr algn="ctr">
              <a:buNone/>
              <a:defRPr sz="755" b="1">
                <a:solidFill>
                  <a:srgbClr val="FFFFFF"/>
                </a:solidFill>
                <a:latin typeface="Arial" panose="020B0604020202090204"/>
                <a:ea typeface="Arial" panose="020B0604020202090204"/>
                <a:cs typeface="Arial" panose="020B0604020202090204"/>
              </a:defRPr>
            </a:lvl4pPr>
            <a:lvl5pPr algn="ctr">
              <a:buNone/>
              <a:defRPr sz="755" b="1">
                <a:solidFill>
                  <a:srgbClr val="FFFFFF"/>
                </a:solidFill>
                <a:latin typeface="Arial" panose="020B0604020202090204"/>
                <a:ea typeface="Arial" panose="020B0604020202090204"/>
                <a:cs typeface="Arial" panose="020B0604020202090204"/>
              </a:defRPr>
            </a:lvl5pPr>
            <a:lvl6pPr algn="ctr">
              <a:buNone/>
              <a:defRPr sz="755" b="1">
                <a:solidFill>
                  <a:srgbClr val="FFFFFF"/>
                </a:solidFill>
                <a:latin typeface="Arial" panose="020B0604020202090204"/>
                <a:ea typeface="Arial" panose="020B0604020202090204"/>
                <a:cs typeface="Arial" panose="020B0604020202090204"/>
              </a:defRPr>
            </a:lvl6pPr>
            <a:lvl7pPr algn="ctr">
              <a:buNone/>
              <a:defRPr sz="755" b="1">
                <a:solidFill>
                  <a:srgbClr val="FFFFFF"/>
                </a:solidFill>
                <a:latin typeface="Arial" panose="020B0604020202090204"/>
                <a:ea typeface="Arial" panose="020B0604020202090204"/>
                <a:cs typeface="Arial" panose="020B0604020202090204"/>
              </a:defRPr>
            </a:lvl7pPr>
            <a:lvl8pPr algn="ctr">
              <a:buNone/>
              <a:defRPr sz="755" b="1">
                <a:solidFill>
                  <a:srgbClr val="FFFFFF"/>
                </a:solidFill>
                <a:latin typeface="Arial" panose="020B0604020202090204"/>
                <a:ea typeface="Arial" panose="020B0604020202090204"/>
                <a:cs typeface="Arial" panose="020B0604020202090204"/>
              </a:defRPr>
            </a:lvl8pPr>
            <a:lvl9pPr algn="ctr">
              <a:buNone/>
              <a:defRPr sz="755" b="1">
                <a:solidFill>
                  <a:srgbClr val="FFFFFF"/>
                </a:solidFill>
                <a:latin typeface="Arial" panose="020B0604020202090204"/>
                <a:ea typeface="Arial" panose="020B0604020202090204"/>
                <a:cs typeface="Arial" panose="020B0604020202090204"/>
              </a:defRPr>
            </a:lvl9pPr>
          </a:lstStyle>
          <a:p>
            <a:pPr algn="ctr">
              <a:buNone/>
              <a:defRPr sz="755" b="1">
                <a:solidFill>
                  <a:srgbClr val="FFFFFF"/>
                </a:solidFill>
                <a:latin typeface="Arial" panose="020B0604020202090204"/>
                <a:ea typeface="Arial" panose="020B0604020202090204"/>
                <a:cs typeface="Arial" panose="020B0604020202090204"/>
              </a:defRPr>
            </a:pPr>
            <a:r>
              <a:rPr sz="1200" b="1">
                <a:solidFill>
                  <a:srgbClr val="FFFFFF"/>
                </a:solidFill>
                <a:latin typeface="Arial" panose="020B0604020202090204"/>
                <a:ea typeface="Arial" panose="020B0604020202090204"/>
                <a:cs typeface="Arial" panose="020B0604020202090204"/>
              </a:rPr>
              <a:t>S3</a:t>
            </a:r>
            <a:endParaRPr sz="1200" b="1">
              <a:solidFill>
                <a:srgbClr val="FFFFFF"/>
              </a:solidFill>
              <a:latin typeface="Arial" panose="020B0604020202090204"/>
              <a:ea typeface="Arial" panose="020B0604020202090204"/>
              <a:cs typeface="Arial" panose="020B0604020202090204"/>
            </a:endParaRPr>
          </a:p>
        </p:txBody>
      </p:sp>
      <p:sp>
        <p:nvSpPr>
          <p:cNvPr id="764" name="Refined control phases 3"/>
          <p:cNvSpPr>
            <a:spLocks noGrp="1"/>
          </p:cNvSpPr>
          <p:nvPr/>
        </p:nvSpPr>
        <p:spPr>
          <a:xfrm>
            <a:off x="13403580" y="1461552"/>
            <a:ext cx="693420" cy="141228"/>
          </a:xfrm>
          <a:prstGeom prst="rect">
            <a:avLst/>
          </a:prstGeom>
          <a:solidFill>
            <a:srgbClr val="AA8453"/>
          </a:solidFill>
          <a:ln w="0">
            <a:noFill/>
            <a:prstDash val="solid"/>
          </a:ln>
        </p:spPr>
      </p:sp>
      <p:sp>
        <p:nvSpPr>
          <p:cNvPr id="765" name="Refined control phases label 3"/>
          <p:cNvSpPr>
            <a:spLocks noGrp="1"/>
          </p:cNvSpPr>
          <p:nvPr/>
        </p:nvSpPr>
        <p:spPr>
          <a:xfrm>
            <a:off x="13403580" y="1461552"/>
            <a:ext cx="693420" cy="141228"/>
          </a:xfrm>
          <a:prstGeom prst="rect">
            <a:avLst/>
          </a:prstGeom>
          <a:noFill/>
          <a:ln w="0">
            <a:noFill/>
            <a:prstDash val="solid"/>
          </a:ln>
        </p:spPr>
        <p:txBody>
          <a:bodyPr wrap="none" lIns="0" tIns="0" rIns="0" bIns="0" anchor="ctr">
            <a:noAutofit/>
          </a:bodyPr>
          <a:lstStyle>
            <a:defPPr algn="ctr">
              <a:defRPr sz="755" b="1">
                <a:solidFill>
                  <a:srgbClr val="FFFFFF"/>
                </a:solidFill>
                <a:latin typeface="Arial" panose="020B0604020202090204"/>
                <a:ea typeface="Arial" panose="020B0604020202090204"/>
                <a:cs typeface="Arial" panose="020B0604020202090204"/>
              </a:defRPr>
            </a:defPPr>
            <a:lvl1pPr algn="ctr">
              <a:buNone/>
              <a:defRPr sz="755" b="1">
                <a:solidFill>
                  <a:srgbClr val="FFFFFF"/>
                </a:solidFill>
                <a:latin typeface="Arial" panose="020B0604020202090204"/>
                <a:ea typeface="Arial" panose="020B0604020202090204"/>
                <a:cs typeface="Arial" panose="020B0604020202090204"/>
              </a:defRPr>
            </a:lvl1pPr>
            <a:lvl2pPr algn="ctr">
              <a:buNone/>
              <a:defRPr sz="755" b="1">
                <a:solidFill>
                  <a:srgbClr val="FFFFFF"/>
                </a:solidFill>
                <a:latin typeface="Arial" panose="020B0604020202090204"/>
                <a:ea typeface="Arial" panose="020B0604020202090204"/>
                <a:cs typeface="Arial" panose="020B0604020202090204"/>
              </a:defRPr>
            </a:lvl2pPr>
            <a:lvl3pPr algn="ctr">
              <a:buNone/>
              <a:defRPr sz="755" b="1">
                <a:solidFill>
                  <a:srgbClr val="FFFFFF"/>
                </a:solidFill>
                <a:latin typeface="Arial" panose="020B0604020202090204"/>
                <a:ea typeface="Arial" panose="020B0604020202090204"/>
                <a:cs typeface="Arial" panose="020B0604020202090204"/>
              </a:defRPr>
            </a:lvl3pPr>
            <a:lvl4pPr algn="ctr">
              <a:buNone/>
              <a:defRPr sz="755" b="1">
                <a:solidFill>
                  <a:srgbClr val="FFFFFF"/>
                </a:solidFill>
                <a:latin typeface="Arial" panose="020B0604020202090204"/>
                <a:ea typeface="Arial" panose="020B0604020202090204"/>
                <a:cs typeface="Arial" panose="020B0604020202090204"/>
              </a:defRPr>
            </a:lvl4pPr>
            <a:lvl5pPr algn="ctr">
              <a:buNone/>
              <a:defRPr sz="755" b="1">
                <a:solidFill>
                  <a:srgbClr val="FFFFFF"/>
                </a:solidFill>
                <a:latin typeface="Arial" panose="020B0604020202090204"/>
                <a:ea typeface="Arial" panose="020B0604020202090204"/>
                <a:cs typeface="Arial" panose="020B0604020202090204"/>
              </a:defRPr>
            </a:lvl5pPr>
            <a:lvl6pPr algn="ctr">
              <a:buNone/>
              <a:defRPr sz="755" b="1">
                <a:solidFill>
                  <a:srgbClr val="FFFFFF"/>
                </a:solidFill>
                <a:latin typeface="Arial" panose="020B0604020202090204"/>
                <a:ea typeface="Arial" panose="020B0604020202090204"/>
                <a:cs typeface="Arial" panose="020B0604020202090204"/>
              </a:defRPr>
            </a:lvl6pPr>
            <a:lvl7pPr algn="ctr">
              <a:buNone/>
              <a:defRPr sz="755" b="1">
                <a:solidFill>
                  <a:srgbClr val="FFFFFF"/>
                </a:solidFill>
                <a:latin typeface="Arial" panose="020B0604020202090204"/>
                <a:ea typeface="Arial" panose="020B0604020202090204"/>
                <a:cs typeface="Arial" panose="020B0604020202090204"/>
              </a:defRPr>
            </a:lvl7pPr>
            <a:lvl8pPr algn="ctr">
              <a:buNone/>
              <a:defRPr sz="755" b="1">
                <a:solidFill>
                  <a:srgbClr val="FFFFFF"/>
                </a:solidFill>
                <a:latin typeface="Arial" panose="020B0604020202090204"/>
                <a:ea typeface="Arial" panose="020B0604020202090204"/>
                <a:cs typeface="Arial" panose="020B0604020202090204"/>
              </a:defRPr>
            </a:lvl8pPr>
            <a:lvl9pPr algn="ctr">
              <a:buNone/>
              <a:defRPr sz="755" b="1">
                <a:solidFill>
                  <a:srgbClr val="FFFFFF"/>
                </a:solidFill>
                <a:latin typeface="Arial" panose="020B0604020202090204"/>
                <a:ea typeface="Arial" panose="020B0604020202090204"/>
                <a:cs typeface="Arial" panose="020B0604020202090204"/>
              </a:defRPr>
            </a:lvl9pPr>
          </a:lstStyle>
          <a:p>
            <a:pPr algn="ctr">
              <a:buNone/>
              <a:defRPr sz="755" b="1">
                <a:solidFill>
                  <a:srgbClr val="FFFFFF"/>
                </a:solidFill>
                <a:latin typeface="Arial" panose="020B0604020202090204"/>
                <a:ea typeface="Arial" panose="020B0604020202090204"/>
                <a:cs typeface="Arial" panose="020B0604020202090204"/>
              </a:defRPr>
            </a:pPr>
            <a:r>
              <a:rPr sz="1200" b="1">
                <a:solidFill>
                  <a:srgbClr val="FFFFFF"/>
                </a:solidFill>
                <a:latin typeface="Arial" panose="020B0604020202090204"/>
                <a:ea typeface="Arial" panose="020B0604020202090204"/>
                <a:cs typeface="Arial" panose="020B0604020202090204"/>
              </a:rPr>
              <a:t>S4</a:t>
            </a:r>
            <a:endParaRPr sz="1200" b="1">
              <a:solidFill>
                <a:srgbClr val="FFFFFF"/>
              </a:solidFill>
              <a:latin typeface="Arial" panose="020B0604020202090204"/>
              <a:ea typeface="Arial" panose="020B0604020202090204"/>
              <a:cs typeface="Arial" panose="020B0604020202090204"/>
            </a:endParaRPr>
          </a:p>
        </p:txBody>
      </p:sp>
      <p:sp>
        <p:nvSpPr>
          <p:cNvPr id="766" name="Refined control phases 4"/>
          <p:cNvSpPr>
            <a:spLocks noGrp="1"/>
          </p:cNvSpPr>
          <p:nvPr/>
        </p:nvSpPr>
        <p:spPr>
          <a:xfrm>
            <a:off x="14116050" y="1461552"/>
            <a:ext cx="628650" cy="141228"/>
          </a:xfrm>
          <a:prstGeom prst="rect">
            <a:avLst/>
          </a:prstGeom>
          <a:solidFill>
            <a:srgbClr val="438274"/>
          </a:solidFill>
          <a:ln w="0">
            <a:noFill/>
            <a:prstDash val="solid"/>
          </a:ln>
        </p:spPr>
      </p:sp>
      <p:sp>
        <p:nvSpPr>
          <p:cNvPr id="767" name="Refined control phases label 4"/>
          <p:cNvSpPr>
            <a:spLocks noGrp="1"/>
          </p:cNvSpPr>
          <p:nvPr/>
        </p:nvSpPr>
        <p:spPr>
          <a:xfrm>
            <a:off x="14116050" y="1461552"/>
            <a:ext cx="628650" cy="141228"/>
          </a:xfrm>
          <a:prstGeom prst="rect">
            <a:avLst/>
          </a:prstGeom>
          <a:noFill/>
          <a:ln w="0">
            <a:noFill/>
            <a:prstDash val="solid"/>
          </a:ln>
        </p:spPr>
        <p:txBody>
          <a:bodyPr wrap="none" lIns="0" tIns="0" rIns="0" bIns="0" anchor="ctr">
            <a:noAutofit/>
          </a:bodyPr>
          <a:lstStyle>
            <a:defPPr algn="ctr">
              <a:defRPr sz="755" b="1">
                <a:solidFill>
                  <a:srgbClr val="FFFFFF"/>
                </a:solidFill>
                <a:latin typeface="Arial" panose="020B0604020202090204"/>
                <a:ea typeface="Arial" panose="020B0604020202090204"/>
                <a:cs typeface="Arial" panose="020B0604020202090204"/>
              </a:defRPr>
            </a:defPPr>
            <a:lvl1pPr algn="ctr">
              <a:buNone/>
              <a:defRPr sz="755" b="1">
                <a:solidFill>
                  <a:srgbClr val="FFFFFF"/>
                </a:solidFill>
                <a:latin typeface="Arial" panose="020B0604020202090204"/>
                <a:ea typeface="Arial" panose="020B0604020202090204"/>
                <a:cs typeface="Arial" panose="020B0604020202090204"/>
              </a:defRPr>
            </a:lvl1pPr>
            <a:lvl2pPr algn="ctr">
              <a:buNone/>
              <a:defRPr sz="755" b="1">
                <a:solidFill>
                  <a:srgbClr val="FFFFFF"/>
                </a:solidFill>
                <a:latin typeface="Arial" panose="020B0604020202090204"/>
                <a:ea typeface="Arial" panose="020B0604020202090204"/>
                <a:cs typeface="Arial" panose="020B0604020202090204"/>
              </a:defRPr>
            </a:lvl2pPr>
            <a:lvl3pPr algn="ctr">
              <a:buNone/>
              <a:defRPr sz="755" b="1">
                <a:solidFill>
                  <a:srgbClr val="FFFFFF"/>
                </a:solidFill>
                <a:latin typeface="Arial" panose="020B0604020202090204"/>
                <a:ea typeface="Arial" panose="020B0604020202090204"/>
                <a:cs typeface="Arial" panose="020B0604020202090204"/>
              </a:defRPr>
            </a:lvl3pPr>
            <a:lvl4pPr algn="ctr">
              <a:buNone/>
              <a:defRPr sz="755" b="1">
                <a:solidFill>
                  <a:srgbClr val="FFFFFF"/>
                </a:solidFill>
                <a:latin typeface="Arial" panose="020B0604020202090204"/>
                <a:ea typeface="Arial" panose="020B0604020202090204"/>
                <a:cs typeface="Arial" panose="020B0604020202090204"/>
              </a:defRPr>
            </a:lvl4pPr>
            <a:lvl5pPr algn="ctr">
              <a:buNone/>
              <a:defRPr sz="755" b="1">
                <a:solidFill>
                  <a:srgbClr val="FFFFFF"/>
                </a:solidFill>
                <a:latin typeface="Arial" panose="020B0604020202090204"/>
                <a:ea typeface="Arial" panose="020B0604020202090204"/>
                <a:cs typeface="Arial" panose="020B0604020202090204"/>
              </a:defRPr>
            </a:lvl5pPr>
            <a:lvl6pPr algn="ctr">
              <a:buNone/>
              <a:defRPr sz="755" b="1">
                <a:solidFill>
                  <a:srgbClr val="FFFFFF"/>
                </a:solidFill>
                <a:latin typeface="Arial" panose="020B0604020202090204"/>
                <a:ea typeface="Arial" panose="020B0604020202090204"/>
                <a:cs typeface="Arial" panose="020B0604020202090204"/>
              </a:defRPr>
            </a:lvl6pPr>
            <a:lvl7pPr algn="ctr">
              <a:buNone/>
              <a:defRPr sz="755" b="1">
                <a:solidFill>
                  <a:srgbClr val="FFFFFF"/>
                </a:solidFill>
                <a:latin typeface="Arial" panose="020B0604020202090204"/>
                <a:ea typeface="Arial" panose="020B0604020202090204"/>
                <a:cs typeface="Arial" panose="020B0604020202090204"/>
              </a:defRPr>
            </a:lvl7pPr>
            <a:lvl8pPr algn="ctr">
              <a:buNone/>
              <a:defRPr sz="755" b="1">
                <a:solidFill>
                  <a:srgbClr val="FFFFFF"/>
                </a:solidFill>
                <a:latin typeface="Arial" panose="020B0604020202090204"/>
                <a:ea typeface="Arial" panose="020B0604020202090204"/>
                <a:cs typeface="Arial" panose="020B0604020202090204"/>
              </a:defRPr>
            </a:lvl8pPr>
            <a:lvl9pPr algn="ctr">
              <a:buNone/>
              <a:defRPr sz="755" b="1">
                <a:solidFill>
                  <a:srgbClr val="FFFFFF"/>
                </a:solidFill>
                <a:latin typeface="Arial" panose="020B0604020202090204"/>
                <a:ea typeface="Arial" panose="020B0604020202090204"/>
                <a:cs typeface="Arial" panose="020B0604020202090204"/>
              </a:defRPr>
            </a:lvl9pPr>
          </a:lstStyle>
          <a:p>
            <a:pPr algn="ctr">
              <a:buNone/>
              <a:defRPr sz="755" b="1">
                <a:solidFill>
                  <a:srgbClr val="FFFFFF"/>
                </a:solidFill>
                <a:latin typeface="Arial" panose="020B0604020202090204"/>
                <a:ea typeface="Arial" panose="020B0604020202090204"/>
                <a:cs typeface="Arial" panose="020B0604020202090204"/>
              </a:defRPr>
            </a:pPr>
            <a:r>
              <a:rPr sz="1200" b="1">
                <a:solidFill>
                  <a:srgbClr val="FFFFFF"/>
                </a:solidFill>
                <a:latin typeface="Arial" panose="020B0604020202090204"/>
                <a:ea typeface="Arial" panose="020B0604020202090204"/>
                <a:cs typeface="Arial" panose="020B0604020202090204"/>
              </a:rPr>
              <a:t>S5</a:t>
            </a:r>
            <a:endParaRPr sz="1200" b="1">
              <a:solidFill>
                <a:srgbClr val="FFFFFF"/>
              </a:solidFill>
              <a:latin typeface="Arial" panose="020B0604020202090204"/>
              <a:ea typeface="Arial" panose="020B0604020202090204"/>
              <a:cs typeface="Arial" panose="020B0604020202090204"/>
            </a:endParaRPr>
          </a:p>
        </p:txBody>
      </p:sp>
      <p:sp>
        <p:nvSpPr>
          <p:cNvPr id="768" name="Example interaction grade 0"/>
          <p:cNvSpPr>
            <a:spLocks noGrp="1"/>
          </p:cNvSpPr>
          <p:nvPr/>
        </p:nvSpPr>
        <p:spPr>
          <a:xfrm>
            <a:off x="11525250" y="1628790"/>
            <a:ext cx="628650" cy="122834"/>
          </a:xfrm>
          <a:prstGeom prst="rect">
            <a:avLst/>
          </a:prstGeom>
          <a:noFill/>
          <a:ln w="0">
            <a:noFill/>
            <a:prstDash val="solid"/>
          </a:ln>
        </p:spPr>
        <p:txBody>
          <a:bodyPr wrap="none" lIns="0" tIns="0" rIns="0" bIns="0" anchor="ctr">
            <a:noAutofit/>
          </a:bodyPr>
          <a:lstStyle>
            <a:defPPr algn="ctr">
              <a:defRPr sz="805" b="1">
                <a:solidFill>
                  <a:srgbClr val="438274"/>
                </a:solidFill>
                <a:latin typeface="Arial" panose="020B0604020202090204"/>
                <a:ea typeface="Arial" panose="020B0604020202090204"/>
                <a:cs typeface="Arial" panose="020B0604020202090204"/>
              </a:defRPr>
            </a:defPPr>
            <a:lvl1pPr algn="ctr">
              <a:buNone/>
              <a:defRPr sz="805" b="1">
                <a:solidFill>
                  <a:srgbClr val="438274"/>
                </a:solidFill>
                <a:latin typeface="Arial" panose="020B0604020202090204"/>
                <a:ea typeface="Arial" panose="020B0604020202090204"/>
                <a:cs typeface="Arial" panose="020B0604020202090204"/>
              </a:defRPr>
            </a:lvl1pPr>
            <a:lvl2pPr algn="ctr">
              <a:buNone/>
              <a:defRPr sz="805" b="1">
                <a:solidFill>
                  <a:srgbClr val="438274"/>
                </a:solidFill>
                <a:latin typeface="Arial" panose="020B0604020202090204"/>
                <a:ea typeface="Arial" panose="020B0604020202090204"/>
                <a:cs typeface="Arial" panose="020B0604020202090204"/>
              </a:defRPr>
            </a:lvl2pPr>
            <a:lvl3pPr algn="ctr">
              <a:buNone/>
              <a:defRPr sz="805" b="1">
                <a:solidFill>
                  <a:srgbClr val="438274"/>
                </a:solidFill>
                <a:latin typeface="Arial" panose="020B0604020202090204"/>
                <a:ea typeface="Arial" panose="020B0604020202090204"/>
                <a:cs typeface="Arial" panose="020B0604020202090204"/>
              </a:defRPr>
            </a:lvl3pPr>
            <a:lvl4pPr algn="ctr">
              <a:buNone/>
              <a:defRPr sz="805" b="1">
                <a:solidFill>
                  <a:srgbClr val="438274"/>
                </a:solidFill>
                <a:latin typeface="Arial" panose="020B0604020202090204"/>
                <a:ea typeface="Arial" panose="020B0604020202090204"/>
                <a:cs typeface="Arial" panose="020B0604020202090204"/>
              </a:defRPr>
            </a:lvl4pPr>
            <a:lvl5pPr algn="ctr">
              <a:buNone/>
              <a:defRPr sz="805" b="1">
                <a:solidFill>
                  <a:srgbClr val="438274"/>
                </a:solidFill>
                <a:latin typeface="Arial" panose="020B0604020202090204"/>
                <a:ea typeface="Arial" panose="020B0604020202090204"/>
                <a:cs typeface="Arial" panose="020B0604020202090204"/>
              </a:defRPr>
            </a:lvl5pPr>
            <a:lvl6pPr algn="ctr">
              <a:buNone/>
              <a:defRPr sz="805" b="1">
                <a:solidFill>
                  <a:srgbClr val="438274"/>
                </a:solidFill>
                <a:latin typeface="Arial" panose="020B0604020202090204"/>
                <a:ea typeface="Arial" panose="020B0604020202090204"/>
                <a:cs typeface="Arial" panose="020B0604020202090204"/>
              </a:defRPr>
            </a:lvl6pPr>
            <a:lvl7pPr algn="ctr">
              <a:buNone/>
              <a:defRPr sz="805" b="1">
                <a:solidFill>
                  <a:srgbClr val="438274"/>
                </a:solidFill>
                <a:latin typeface="Arial" panose="020B0604020202090204"/>
                <a:ea typeface="Arial" panose="020B0604020202090204"/>
                <a:cs typeface="Arial" panose="020B0604020202090204"/>
              </a:defRPr>
            </a:lvl7pPr>
            <a:lvl8pPr algn="ctr">
              <a:buNone/>
              <a:defRPr sz="805" b="1">
                <a:solidFill>
                  <a:srgbClr val="438274"/>
                </a:solidFill>
                <a:latin typeface="Arial" panose="020B0604020202090204"/>
                <a:ea typeface="Arial" panose="020B0604020202090204"/>
                <a:cs typeface="Arial" panose="020B0604020202090204"/>
              </a:defRPr>
            </a:lvl8pPr>
            <a:lvl9pPr algn="ctr">
              <a:buNone/>
              <a:defRPr sz="805" b="1">
                <a:solidFill>
                  <a:srgbClr val="438274"/>
                </a:solidFill>
                <a:latin typeface="Arial" panose="020B0604020202090204"/>
                <a:ea typeface="Arial" panose="020B0604020202090204"/>
                <a:cs typeface="Arial" panose="020B0604020202090204"/>
              </a:defRPr>
            </a:lvl9pPr>
          </a:lstStyle>
          <a:p>
            <a:pPr algn="ctr">
              <a:buNone/>
              <a:defRPr sz="805" b="1">
                <a:solidFill>
                  <a:srgbClr val="438274"/>
                </a:solidFill>
                <a:latin typeface="Arial" panose="020B0604020202090204"/>
                <a:ea typeface="Arial" panose="020B0604020202090204"/>
                <a:cs typeface="Arial" panose="020B0604020202090204"/>
              </a:defRPr>
            </a:pPr>
            <a:r>
              <a:rPr sz="1400" b="1">
                <a:solidFill>
                  <a:srgbClr val="438274"/>
                </a:solidFill>
                <a:latin typeface="Arial" panose="020B0604020202090204"/>
                <a:ea typeface="Arial" panose="020B0604020202090204"/>
                <a:cs typeface="Arial" panose="020B0604020202090204"/>
              </a:rPr>
              <a:t>Mid</a:t>
            </a:r>
            <a:endParaRPr sz="1400" b="1">
              <a:solidFill>
                <a:srgbClr val="438274"/>
              </a:solidFill>
              <a:latin typeface="Arial" panose="020B0604020202090204"/>
              <a:ea typeface="Arial" panose="020B0604020202090204"/>
              <a:cs typeface="Arial" panose="020B0604020202090204"/>
            </a:endParaRPr>
          </a:p>
        </p:txBody>
      </p:sp>
      <p:sp>
        <p:nvSpPr>
          <p:cNvPr id="769" name="Example interaction grade 1"/>
          <p:cNvSpPr>
            <a:spLocks noGrp="1"/>
          </p:cNvSpPr>
          <p:nvPr/>
        </p:nvSpPr>
        <p:spPr>
          <a:xfrm>
            <a:off x="12172950" y="1628790"/>
            <a:ext cx="628650" cy="122834"/>
          </a:xfrm>
          <a:prstGeom prst="rect">
            <a:avLst/>
          </a:prstGeom>
          <a:noFill/>
          <a:ln w="0">
            <a:noFill/>
            <a:prstDash val="solid"/>
          </a:ln>
        </p:spPr>
        <p:txBody>
          <a:bodyPr wrap="none" lIns="0" tIns="0" rIns="0" bIns="0" anchor="ctr">
            <a:noAutofit/>
          </a:bodyPr>
          <a:lstStyle>
            <a:defPPr algn="ctr">
              <a:defRPr sz="805" b="1">
                <a:solidFill>
                  <a:srgbClr val="AA8453"/>
                </a:solidFill>
                <a:latin typeface="Arial" panose="020B0604020202090204"/>
                <a:ea typeface="Arial" panose="020B0604020202090204"/>
                <a:cs typeface="Arial" panose="020B0604020202090204"/>
              </a:defRPr>
            </a:defPPr>
            <a:lvl1pPr algn="ctr">
              <a:buNone/>
              <a:defRPr sz="805" b="1">
                <a:solidFill>
                  <a:srgbClr val="AA8453"/>
                </a:solidFill>
                <a:latin typeface="Arial" panose="020B0604020202090204"/>
                <a:ea typeface="Arial" panose="020B0604020202090204"/>
                <a:cs typeface="Arial" panose="020B0604020202090204"/>
              </a:defRPr>
            </a:lvl1pPr>
            <a:lvl2pPr algn="ctr">
              <a:buNone/>
              <a:defRPr sz="805" b="1">
                <a:solidFill>
                  <a:srgbClr val="AA8453"/>
                </a:solidFill>
                <a:latin typeface="Arial" panose="020B0604020202090204"/>
                <a:ea typeface="Arial" panose="020B0604020202090204"/>
                <a:cs typeface="Arial" panose="020B0604020202090204"/>
              </a:defRPr>
            </a:lvl2pPr>
            <a:lvl3pPr algn="ctr">
              <a:buNone/>
              <a:defRPr sz="805" b="1">
                <a:solidFill>
                  <a:srgbClr val="AA8453"/>
                </a:solidFill>
                <a:latin typeface="Arial" panose="020B0604020202090204"/>
                <a:ea typeface="Arial" panose="020B0604020202090204"/>
                <a:cs typeface="Arial" panose="020B0604020202090204"/>
              </a:defRPr>
            </a:lvl3pPr>
            <a:lvl4pPr algn="ctr">
              <a:buNone/>
              <a:defRPr sz="805" b="1">
                <a:solidFill>
                  <a:srgbClr val="AA8453"/>
                </a:solidFill>
                <a:latin typeface="Arial" panose="020B0604020202090204"/>
                <a:ea typeface="Arial" panose="020B0604020202090204"/>
                <a:cs typeface="Arial" panose="020B0604020202090204"/>
              </a:defRPr>
            </a:lvl4pPr>
            <a:lvl5pPr algn="ctr">
              <a:buNone/>
              <a:defRPr sz="805" b="1">
                <a:solidFill>
                  <a:srgbClr val="AA8453"/>
                </a:solidFill>
                <a:latin typeface="Arial" panose="020B0604020202090204"/>
                <a:ea typeface="Arial" panose="020B0604020202090204"/>
                <a:cs typeface="Arial" panose="020B0604020202090204"/>
              </a:defRPr>
            </a:lvl5pPr>
            <a:lvl6pPr algn="ctr">
              <a:buNone/>
              <a:defRPr sz="805" b="1">
                <a:solidFill>
                  <a:srgbClr val="AA8453"/>
                </a:solidFill>
                <a:latin typeface="Arial" panose="020B0604020202090204"/>
                <a:ea typeface="Arial" panose="020B0604020202090204"/>
                <a:cs typeface="Arial" panose="020B0604020202090204"/>
              </a:defRPr>
            </a:lvl6pPr>
            <a:lvl7pPr algn="ctr">
              <a:buNone/>
              <a:defRPr sz="805" b="1">
                <a:solidFill>
                  <a:srgbClr val="AA8453"/>
                </a:solidFill>
                <a:latin typeface="Arial" panose="020B0604020202090204"/>
                <a:ea typeface="Arial" panose="020B0604020202090204"/>
                <a:cs typeface="Arial" panose="020B0604020202090204"/>
              </a:defRPr>
            </a:lvl7pPr>
            <a:lvl8pPr algn="ctr">
              <a:buNone/>
              <a:defRPr sz="805" b="1">
                <a:solidFill>
                  <a:srgbClr val="AA8453"/>
                </a:solidFill>
                <a:latin typeface="Arial" panose="020B0604020202090204"/>
                <a:ea typeface="Arial" panose="020B0604020202090204"/>
                <a:cs typeface="Arial" panose="020B0604020202090204"/>
              </a:defRPr>
            </a:lvl8pPr>
            <a:lvl9pPr algn="ctr">
              <a:buNone/>
              <a:defRPr sz="805" b="1">
                <a:solidFill>
                  <a:srgbClr val="AA8453"/>
                </a:solidFill>
                <a:latin typeface="Arial" panose="020B0604020202090204"/>
                <a:ea typeface="Arial" panose="020B0604020202090204"/>
                <a:cs typeface="Arial" panose="020B0604020202090204"/>
              </a:defRPr>
            </a:lvl9pPr>
          </a:lstStyle>
          <a:p>
            <a:pPr algn="ctr">
              <a:buNone/>
              <a:defRPr sz="805" b="1">
                <a:solidFill>
                  <a:srgbClr val="AA8453"/>
                </a:solidFill>
                <a:latin typeface="Arial" panose="020B0604020202090204"/>
                <a:ea typeface="Arial" panose="020B0604020202090204"/>
                <a:cs typeface="Arial" panose="020B0604020202090204"/>
              </a:defRPr>
            </a:pPr>
            <a:r>
              <a:rPr sz="1400" b="1">
                <a:solidFill>
                  <a:srgbClr val="AA8453"/>
                </a:solidFill>
                <a:latin typeface="Arial" panose="020B0604020202090204"/>
                <a:ea typeface="Arial" panose="020B0604020202090204"/>
                <a:cs typeface="Arial" panose="020B0604020202090204"/>
              </a:rPr>
              <a:t>High</a:t>
            </a:r>
            <a:endParaRPr sz="1400" b="1">
              <a:solidFill>
                <a:srgbClr val="AA8453"/>
              </a:solidFill>
              <a:latin typeface="Arial" panose="020B0604020202090204"/>
              <a:ea typeface="Arial" panose="020B0604020202090204"/>
              <a:cs typeface="Arial" panose="020B0604020202090204"/>
            </a:endParaRPr>
          </a:p>
        </p:txBody>
      </p:sp>
      <p:sp>
        <p:nvSpPr>
          <p:cNvPr id="770" name="Example interaction grade 2"/>
          <p:cNvSpPr>
            <a:spLocks noGrp="1"/>
          </p:cNvSpPr>
          <p:nvPr/>
        </p:nvSpPr>
        <p:spPr>
          <a:xfrm>
            <a:off x="12820650" y="1628790"/>
            <a:ext cx="628650" cy="122834"/>
          </a:xfrm>
          <a:prstGeom prst="rect">
            <a:avLst/>
          </a:prstGeom>
          <a:noFill/>
          <a:ln w="0">
            <a:noFill/>
            <a:prstDash val="solid"/>
          </a:ln>
        </p:spPr>
        <p:txBody>
          <a:bodyPr wrap="none" lIns="0" tIns="0" rIns="0" bIns="0" anchor="ctr">
            <a:noAutofit/>
          </a:bodyPr>
          <a:lstStyle>
            <a:defPPr algn="ctr">
              <a:defRPr sz="805" b="1">
                <a:solidFill>
                  <a:srgbClr val="438274"/>
                </a:solidFill>
                <a:latin typeface="Arial" panose="020B0604020202090204"/>
                <a:ea typeface="Arial" panose="020B0604020202090204"/>
                <a:cs typeface="Arial" panose="020B0604020202090204"/>
              </a:defRPr>
            </a:defPPr>
            <a:lvl1pPr algn="ctr">
              <a:buNone/>
              <a:defRPr sz="805" b="1">
                <a:solidFill>
                  <a:srgbClr val="438274"/>
                </a:solidFill>
                <a:latin typeface="Arial" panose="020B0604020202090204"/>
                <a:ea typeface="Arial" panose="020B0604020202090204"/>
                <a:cs typeface="Arial" panose="020B0604020202090204"/>
              </a:defRPr>
            </a:lvl1pPr>
            <a:lvl2pPr algn="ctr">
              <a:buNone/>
              <a:defRPr sz="805" b="1">
                <a:solidFill>
                  <a:srgbClr val="438274"/>
                </a:solidFill>
                <a:latin typeface="Arial" panose="020B0604020202090204"/>
                <a:ea typeface="Arial" panose="020B0604020202090204"/>
                <a:cs typeface="Arial" panose="020B0604020202090204"/>
              </a:defRPr>
            </a:lvl2pPr>
            <a:lvl3pPr algn="ctr">
              <a:buNone/>
              <a:defRPr sz="805" b="1">
                <a:solidFill>
                  <a:srgbClr val="438274"/>
                </a:solidFill>
                <a:latin typeface="Arial" panose="020B0604020202090204"/>
                <a:ea typeface="Arial" panose="020B0604020202090204"/>
                <a:cs typeface="Arial" panose="020B0604020202090204"/>
              </a:defRPr>
            </a:lvl3pPr>
            <a:lvl4pPr algn="ctr">
              <a:buNone/>
              <a:defRPr sz="805" b="1">
                <a:solidFill>
                  <a:srgbClr val="438274"/>
                </a:solidFill>
                <a:latin typeface="Arial" panose="020B0604020202090204"/>
                <a:ea typeface="Arial" panose="020B0604020202090204"/>
                <a:cs typeface="Arial" panose="020B0604020202090204"/>
              </a:defRPr>
            </a:lvl4pPr>
            <a:lvl5pPr algn="ctr">
              <a:buNone/>
              <a:defRPr sz="805" b="1">
                <a:solidFill>
                  <a:srgbClr val="438274"/>
                </a:solidFill>
                <a:latin typeface="Arial" panose="020B0604020202090204"/>
                <a:ea typeface="Arial" panose="020B0604020202090204"/>
                <a:cs typeface="Arial" panose="020B0604020202090204"/>
              </a:defRPr>
            </a:lvl5pPr>
            <a:lvl6pPr algn="ctr">
              <a:buNone/>
              <a:defRPr sz="805" b="1">
                <a:solidFill>
                  <a:srgbClr val="438274"/>
                </a:solidFill>
                <a:latin typeface="Arial" panose="020B0604020202090204"/>
                <a:ea typeface="Arial" panose="020B0604020202090204"/>
                <a:cs typeface="Arial" panose="020B0604020202090204"/>
              </a:defRPr>
            </a:lvl6pPr>
            <a:lvl7pPr algn="ctr">
              <a:buNone/>
              <a:defRPr sz="805" b="1">
                <a:solidFill>
                  <a:srgbClr val="438274"/>
                </a:solidFill>
                <a:latin typeface="Arial" panose="020B0604020202090204"/>
                <a:ea typeface="Arial" panose="020B0604020202090204"/>
                <a:cs typeface="Arial" panose="020B0604020202090204"/>
              </a:defRPr>
            </a:lvl7pPr>
            <a:lvl8pPr algn="ctr">
              <a:buNone/>
              <a:defRPr sz="805" b="1">
                <a:solidFill>
                  <a:srgbClr val="438274"/>
                </a:solidFill>
                <a:latin typeface="Arial" panose="020B0604020202090204"/>
                <a:ea typeface="Arial" panose="020B0604020202090204"/>
                <a:cs typeface="Arial" panose="020B0604020202090204"/>
              </a:defRPr>
            </a:lvl8pPr>
            <a:lvl9pPr algn="ctr">
              <a:buNone/>
              <a:defRPr sz="805" b="1">
                <a:solidFill>
                  <a:srgbClr val="438274"/>
                </a:solidFill>
                <a:latin typeface="Arial" panose="020B0604020202090204"/>
                <a:ea typeface="Arial" panose="020B0604020202090204"/>
                <a:cs typeface="Arial" panose="020B0604020202090204"/>
              </a:defRPr>
            </a:lvl9pPr>
          </a:lstStyle>
          <a:p>
            <a:pPr algn="ctr">
              <a:buNone/>
              <a:defRPr sz="805" b="1">
                <a:solidFill>
                  <a:srgbClr val="438274"/>
                </a:solidFill>
                <a:latin typeface="Arial" panose="020B0604020202090204"/>
                <a:ea typeface="Arial" panose="020B0604020202090204"/>
                <a:cs typeface="Arial" panose="020B0604020202090204"/>
              </a:defRPr>
            </a:pPr>
            <a:r>
              <a:rPr sz="1400" b="1">
                <a:solidFill>
                  <a:srgbClr val="438274"/>
                </a:solidFill>
                <a:latin typeface="Arial" panose="020B0604020202090204"/>
                <a:ea typeface="Arial" panose="020B0604020202090204"/>
                <a:cs typeface="Arial" panose="020B0604020202090204"/>
              </a:rPr>
              <a:t>Mid</a:t>
            </a:r>
            <a:endParaRPr sz="1400" b="1">
              <a:solidFill>
                <a:srgbClr val="438274"/>
              </a:solidFill>
              <a:latin typeface="Arial" panose="020B0604020202090204"/>
              <a:ea typeface="Arial" panose="020B0604020202090204"/>
              <a:cs typeface="Arial" panose="020B0604020202090204"/>
            </a:endParaRPr>
          </a:p>
        </p:txBody>
      </p:sp>
      <p:sp>
        <p:nvSpPr>
          <p:cNvPr id="771" name="Example interaction grade 3"/>
          <p:cNvSpPr>
            <a:spLocks noGrp="1"/>
          </p:cNvSpPr>
          <p:nvPr/>
        </p:nvSpPr>
        <p:spPr>
          <a:xfrm>
            <a:off x="13468350" y="1628790"/>
            <a:ext cx="628650" cy="122834"/>
          </a:xfrm>
          <a:prstGeom prst="rect">
            <a:avLst/>
          </a:prstGeom>
          <a:noFill/>
          <a:ln w="0">
            <a:noFill/>
            <a:prstDash val="solid"/>
          </a:ln>
        </p:spPr>
        <p:txBody>
          <a:bodyPr wrap="none" lIns="0" tIns="0" rIns="0" bIns="0" anchor="ctr">
            <a:noAutofit/>
          </a:bodyPr>
          <a:lstStyle>
            <a:defPPr algn="ctr">
              <a:defRPr sz="805" b="1">
                <a:solidFill>
                  <a:srgbClr val="AA8453"/>
                </a:solidFill>
                <a:latin typeface="Arial" panose="020B0604020202090204"/>
                <a:ea typeface="Arial" panose="020B0604020202090204"/>
                <a:cs typeface="Arial" panose="020B0604020202090204"/>
              </a:defRPr>
            </a:defPPr>
            <a:lvl1pPr algn="ctr">
              <a:buNone/>
              <a:defRPr sz="805" b="1">
                <a:solidFill>
                  <a:srgbClr val="AA8453"/>
                </a:solidFill>
                <a:latin typeface="Arial" panose="020B0604020202090204"/>
                <a:ea typeface="Arial" panose="020B0604020202090204"/>
                <a:cs typeface="Arial" panose="020B0604020202090204"/>
              </a:defRPr>
            </a:lvl1pPr>
            <a:lvl2pPr algn="ctr">
              <a:buNone/>
              <a:defRPr sz="805" b="1">
                <a:solidFill>
                  <a:srgbClr val="AA8453"/>
                </a:solidFill>
                <a:latin typeface="Arial" panose="020B0604020202090204"/>
                <a:ea typeface="Arial" panose="020B0604020202090204"/>
                <a:cs typeface="Arial" panose="020B0604020202090204"/>
              </a:defRPr>
            </a:lvl2pPr>
            <a:lvl3pPr algn="ctr">
              <a:buNone/>
              <a:defRPr sz="805" b="1">
                <a:solidFill>
                  <a:srgbClr val="AA8453"/>
                </a:solidFill>
                <a:latin typeface="Arial" panose="020B0604020202090204"/>
                <a:ea typeface="Arial" panose="020B0604020202090204"/>
                <a:cs typeface="Arial" panose="020B0604020202090204"/>
              </a:defRPr>
            </a:lvl3pPr>
            <a:lvl4pPr algn="ctr">
              <a:buNone/>
              <a:defRPr sz="805" b="1">
                <a:solidFill>
                  <a:srgbClr val="AA8453"/>
                </a:solidFill>
                <a:latin typeface="Arial" panose="020B0604020202090204"/>
                <a:ea typeface="Arial" panose="020B0604020202090204"/>
                <a:cs typeface="Arial" panose="020B0604020202090204"/>
              </a:defRPr>
            </a:lvl4pPr>
            <a:lvl5pPr algn="ctr">
              <a:buNone/>
              <a:defRPr sz="805" b="1">
                <a:solidFill>
                  <a:srgbClr val="AA8453"/>
                </a:solidFill>
                <a:latin typeface="Arial" panose="020B0604020202090204"/>
                <a:ea typeface="Arial" panose="020B0604020202090204"/>
                <a:cs typeface="Arial" panose="020B0604020202090204"/>
              </a:defRPr>
            </a:lvl5pPr>
            <a:lvl6pPr algn="ctr">
              <a:buNone/>
              <a:defRPr sz="805" b="1">
                <a:solidFill>
                  <a:srgbClr val="AA8453"/>
                </a:solidFill>
                <a:latin typeface="Arial" panose="020B0604020202090204"/>
                <a:ea typeface="Arial" panose="020B0604020202090204"/>
                <a:cs typeface="Arial" panose="020B0604020202090204"/>
              </a:defRPr>
            </a:lvl6pPr>
            <a:lvl7pPr algn="ctr">
              <a:buNone/>
              <a:defRPr sz="805" b="1">
                <a:solidFill>
                  <a:srgbClr val="AA8453"/>
                </a:solidFill>
                <a:latin typeface="Arial" panose="020B0604020202090204"/>
                <a:ea typeface="Arial" panose="020B0604020202090204"/>
                <a:cs typeface="Arial" panose="020B0604020202090204"/>
              </a:defRPr>
            </a:lvl7pPr>
            <a:lvl8pPr algn="ctr">
              <a:buNone/>
              <a:defRPr sz="805" b="1">
                <a:solidFill>
                  <a:srgbClr val="AA8453"/>
                </a:solidFill>
                <a:latin typeface="Arial" panose="020B0604020202090204"/>
                <a:ea typeface="Arial" panose="020B0604020202090204"/>
                <a:cs typeface="Arial" panose="020B0604020202090204"/>
              </a:defRPr>
            </a:lvl8pPr>
            <a:lvl9pPr algn="ctr">
              <a:buNone/>
              <a:defRPr sz="805" b="1">
                <a:solidFill>
                  <a:srgbClr val="AA8453"/>
                </a:solidFill>
                <a:latin typeface="Arial" panose="020B0604020202090204"/>
                <a:ea typeface="Arial" panose="020B0604020202090204"/>
                <a:cs typeface="Arial" panose="020B0604020202090204"/>
              </a:defRPr>
            </a:lvl9pPr>
          </a:lstStyle>
          <a:p>
            <a:pPr algn="ctr">
              <a:buNone/>
              <a:defRPr sz="805" b="1">
                <a:solidFill>
                  <a:srgbClr val="AA8453"/>
                </a:solidFill>
                <a:latin typeface="Arial" panose="020B0604020202090204"/>
                <a:ea typeface="Arial" panose="020B0604020202090204"/>
                <a:cs typeface="Arial" panose="020B0604020202090204"/>
              </a:defRPr>
            </a:pPr>
            <a:r>
              <a:rPr sz="1400" b="1">
                <a:solidFill>
                  <a:srgbClr val="AA8453"/>
                </a:solidFill>
                <a:latin typeface="Arial" panose="020B0604020202090204"/>
                <a:ea typeface="Arial" panose="020B0604020202090204"/>
                <a:cs typeface="Arial" panose="020B0604020202090204"/>
              </a:rPr>
              <a:t>High</a:t>
            </a:r>
            <a:endParaRPr sz="1400" b="1">
              <a:solidFill>
                <a:srgbClr val="AA8453"/>
              </a:solidFill>
              <a:latin typeface="Arial" panose="020B0604020202090204"/>
              <a:ea typeface="Arial" panose="020B0604020202090204"/>
              <a:cs typeface="Arial" panose="020B0604020202090204"/>
            </a:endParaRPr>
          </a:p>
        </p:txBody>
      </p:sp>
      <p:sp>
        <p:nvSpPr>
          <p:cNvPr id="772" name="Example interaction grade 4"/>
          <p:cNvSpPr>
            <a:spLocks noGrp="1"/>
          </p:cNvSpPr>
          <p:nvPr/>
        </p:nvSpPr>
        <p:spPr>
          <a:xfrm>
            <a:off x="14116050" y="1628790"/>
            <a:ext cx="628650" cy="122834"/>
          </a:xfrm>
          <a:prstGeom prst="rect">
            <a:avLst/>
          </a:prstGeom>
          <a:noFill/>
          <a:ln w="0">
            <a:noFill/>
            <a:prstDash val="solid"/>
          </a:ln>
        </p:spPr>
        <p:txBody>
          <a:bodyPr wrap="none" lIns="0" tIns="0" rIns="0" bIns="0" anchor="ctr">
            <a:noAutofit/>
          </a:bodyPr>
          <a:lstStyle>
            <a:defPPr algn="ctr">
              <a:defRPr sz="805" b="1">
                <a:solidFill>
                  <a:srgbClr val="438274"/>
                </a:solidFill>
                <a:latin typeface="Arial" panose="020B0604020202090204"/>
                <a:ea typeface="Arial" panose="020B0604020202090204"/>
                <a:cs typeface="Arial" panose="020B0604020202090204"/>
              </a:defRPr>
            </a:defPPr>
            <a:lvl1pPr algn="ctr">
              <a:buNone/>
              <a:defRPr sz="805" b="1">
                <a:solidFill>
                  <a:srgbClr val="438274"/>
                </a:solidFill>
                <a:latin typeface="Arial" panose="020B0604020202090204"/>
                <a:ea typeface="Arial" panose="020B0604020202090204"/>
                <a:cs typeface="Arial" panose="020B0604020202090204"/>
              </a:defRPr>
            </a:lvl1pPr>
            <a:lvl2pPr algn="ctr">
              <a:buNone/>
              <a:defRPr sz="805" b="1">
                <a:solidFill>
                  <a:srgbClr val="438274"/>
                </a:solidFill>
                <a:latin typeface="Arial" panose="020B0604020202090204"/>
                <a:ea typeface="Arial" panose="020B0604020202090204"/>
                <a:cs typeface="Arial" panose="020B0604020202090204"/>
              </a:defRPr>
            </a:lvl2pPr>
            <a:lvl3pPr algn="ctr">
              <a:buNone/>
              <a:defRPr sz="805" b="1">
                <a:solidFill>
                  <a:srgbClr val="438274"/>
                </a:solidFill>
                <a:latin typeface="Arial" panose="020B0604020202090204"/>
                <a:ea typeface="Arial" panose="020B0604020202090204"/>
                <a:cs typeface="Arial" panose="020B0604020202090204"/>
              </a:defRPr>
            </a:lvl3pPr>
            <a:lvl4pPr algn="ctr">
              <a:buNone/>
              <a:defRPr sz="805" b="1">
                <a:solidFill>
                  <a:srgbClr val="438274"/>
                </a:solidFill>
                <a:latin typeface="Arial" panose="020B0604020202090204"/>
                <a:ea typeface="Arial" panose="020B0604020202090204"/>
                <a:cs typeface="Arial" panose="020B0604020202090204"/>
              </a:defRPr>
            </a:lvl4pPr>
            <a:lvl5pPr algn="ctr">
              <a:buNone/>
              <a:defRPr sz="805" b="1">
                <a:solidFill>
                  <a:srgbClr val="438274"/>
                </a:solidFill>
                <a:latin typeface="Arial" panose="020B0604020202090204"/>
                <a:ea typeface="Arial" panose="020B0604020202090204"/>
                <a:cs typeface="Arial" panose="020B0604020202090204"/>
              </a:defRPr>
            </a:lvl5pPr>
            <a:lvl6pPr algn="ctr">
              <a:buNone/>
              <a:defRPr sz="805" b="1">
                <a:solidFill>
                  <a:srgbClr val="438274"/>
                </a:solidFill>
                <a:latin typeface="Arial" panose="020B0604020202090204"/>
                <a:ea typeface="Arial" panose="020B0604020202090204"/>
                <a:cs typeface="Arial" panose="020B0604020202090204"/>
              </a:defRPr>
            </a:lvl6pPr>
            <a:lvl7pPr algn="ctr">
              <a:buNone/>
              <a:defRPr sz="805" b="1">
                <a:solidFill>
                  <a:srgbClr val="438274"/>
                </a:solidFill>
                <a:latin typeface="Arial" panose="020B0604020202090204"/>
                <a:ea typeface="Arial" panose="020B0604020202090204"/>
                <a:cs typeface="Arial" panose="020B0604020202090204"/>
              </a:defRPr>
            </a:lvl7pPr>
            <a:lvl8pPr algn="ctr">
              <a:buNone/>
              <a:defRPr sz="805" b="1">
                <a:solidFill>
                  <a:srgbClr val="438274"/>
                </a:solidFill>
                <a:latin typeface="Arial" panose="020B0604020202090204"/>
                <a:ea typeface="Arial" panose="020B0604020202090204"/>
                <a:cs typeface="Arial" panose="020B0604020202090204"/>
              </a:defRPr>
            </a:lvl8pPr>
            <a:lvl9pPr algn="ctr">
              <a:buNone/>
              <a:defRPr sz="805" b="1">
                <a:solidFill>
                  <a:srgbClr val="438274"/>
                </a:solidFill>
                <a:latin typeface="Arial" panose="020B0604020202090204"/>
                <a:ea typeface="Arial" panose="020B0604020202090204"/>
                <a:cs typeface="Arial" panose="020B0604020202090204"/>
              </a:defRPr>
            </a:lvl9pPr>
          </a:lstStyle>
          <a:p>
            <a:pPr algn="ctr">
              <a:buNone/>
              <a:defRPr sz="805" b="1">
                <a:solidFill>
                  <a:srgbClr val="438274"/>
                </a:solidFill>
                <a:latin typeface="Arial" panose="020B0604020202090204"/>
                <a:ea typeface="Arial" panose="020B0604020202090204"/>
                <a:cs typeface="Arial" panose="020B0604020202090204"/>
              </a:defRPr>
            </a:pPr>
            <a:r>
              <a:rPr sz="1400" b="1">
                <a:solidFill>
                  <a:srgbClr val="438274"/>
                </a:solidFill>
                <a:latin typeface="Arial" panose="020B0604020202090204"/>
                <a:ea typeface="Arial" panose="020B0604020202090204"/>
                <a:cs typeface="Arial" panose="020B0604020202090204"/>
              </a:rPr>
              <a:t>Mid</a:t>
            </a:r>
            <a:endParaRPr sz="1400" b="1">
              <a:solidFill>
                <a:srgbClr val="438274"/>
              </a:solidFill>
              <a:latin typeface="Arial" panose="020B0604020202090204"/>
              <a:ea typeface="Arial" panose="020B0604020202090204"/>
              <a:cs typeface="Arial" panose="020B0604020202090204"/>
            </a:endParaRPr>
          </a:p>
        </p:txBody>
      </p:sp>
      <p:sp>
        <p:nvSpPr>
          <p:cNvPr id="773" name="Interaction grade Low"/>
          <p:cNvSpPr>
            <a:spLocks noGrp="1"/>
          </p:cNvSpPr>
          <p:nvPr/>
        </p:nvSpPr>
        <p:spPr>
          <a:xfrm>
            <a:off x="11896725" y="1838160"/>
            <a:ext cx="742950" cy="168129"/>
          </a:xfrm>
          <a:prstGeom prst="roundRect">
            <a:avLst>
              <a:gd name="adj" fmla="val 16000"/>
            </a:avLst>
          </a:prstGeom>
          <a:solidFill>
            <a:srgbClr val="EDF4F8"/>
          </a:solidFill>
          <a:ln w="0">
            <a:noFill/>
            <a:prstDash val="solid"/>
          </a:ln>
        </p:spPr>
      </p:sp>
      <p:sp>
        <p:nvSpPr>
          <p:cNvPr id="774" name="Interaction grade label 0"/>
          <p:cNvSpPr>
            <a:spLocks noGrp="1"/>
          </p:cNvSpPr>
          <p:nvPr/>
        </p:nvSpPr>
        <p:spPr>
          <a:xfrm>
            <a:off x="11896725" y="1844885"/>
            <a:ext cx="742950" cy="154678"/>
          </a:xfrm>
          <a:prstGeom prst="rect">
            <a:avLst/>
          </a:prstGeom>
          <a:noFill/>
          <a:ln w="0">
            <a:noFill/>
            <a:prstDash val="solid"/>
          </a:ln>
        </p:spPr>
        <p:txBody>
          <a:bodyPr wrap="none" lIns="0" tIns="0" rIns="0" bIns="0" anchor="ctr">
            <a:noAutofit/>
          </a:bodyPr>
          <a:lstStyle>
            <a:defPPr algn="ctr">
              <a:defRPr sz="945" b="1">
                <a:solidFill>
                  <a:srgbClr val="476E89"/>
                </a:solidFill>
                <a:latin typeface="Arial" panose="020B0604020202090204"/>
                <a:ea typeface="Arial" panose="020B0604020202090204"/>
                <a:cs typeface="Arial" panose="020B0604020202090204"/>
              </a:defRPr>
            </a:defPPr>
            <a:lvl1pPr algn="ctr">
              <a:buNone/>
              <a:defRPr sz="945" b="1">
                <a:solidFill>
                  <a:srgbClr val="476E89"/>
                </a:solidFill>
                <a:latin typeface="Arial" panose="020B0604020202090204"/>
                <a:ea typeface="Arial" panose="020B0604020202090204"/>
                <a:cs typeface="Arial" panose="020B0604020202090204"/>
              </a:defRPr>
            </a:lvl1pPr>
            <a:lvl2pPr algn="ctr">
              <a:buNone/>
              <a:defRPr sz="945" b="1">
                <a:solidFill>
                  <a:srgbClr val="476E89"/>
                </a:solidFill>
                <a:latin typeface="Arial" panose="020B0604020202090204"/>
                <a:ea typeface="Arial" panose="020B0604020202090204"/>
                <a:cs typeface="Arial" panose="020B0604020202090204"/>
              </a:defRPr>
            </a:lvl2pPr>
            <a:lvl3pPr algn="ctr">
              <a:buNone/>
              <a:defRPr sz="945" b="1">
                <a:solidFill>
                  <a:srgbClr val="476E89"/>
                </a:solidFill>
                <a:latin typeface="Arial" panose="020B0604020202090204"/>
                <a:ea typeface="Arial" panose="020B0604020202090204"/>
                <a:cs typeface="Arial" panose="020B0604020202090204"/>
              </a:defRPr>
            </a:lvl3pPr>
            <a:lvl4pPr algn="ctr">
              <a:buNone/>
              <a:defRPr sz="945" b="1">
                <a:solidFill>
                  <a:srgbClr val="476E89"/>
                </a:solidFill>
                <a:latin typeface="Arial" panose="020B0604020202090204"/>
                <a:ea typeface="Arial" panose="020B0604020202090204"/>
                <a:cs typeface="Arial" panose="020B0604020202090204"/>
              </a:defRPr>
            </a:lvl4pPr>
            <a:lvl5pPr algn="ctr">
              <a:buNone/>
              <a:defRPr sz="945" b="1">
                <a:solidFill>
                  <a:srgbClr val="476E89"/>
                </a:solidFill>
                <a:latin typeface="Arial" panose="020B0604020202090204"/>
                <a:ea typeface="Arial" panose="020B0604020202090204"/>
                <a:cs typeface="Arial" panose="020B0604020202090204"/>
              </a:defRPr>
            </a:lvl5pPr>
            <a:lvl6pPr algn="ctr">
              <a:buNone/>
              <a:defRPr sz="945" b="1">
                <a:solidFill>
                  <a:srgbClr val="476E89"/>
                </a:solidFill>
                <a:latin typeface="Arial" panose="020B0604020202090204"/>
                <a:ea typeface="Arial" panose="020B0604020202090204"/>
                <a:cs typeface="Arial" panose="020B0604020202090204"/>
              </a:defRPr>
            </a:lvl6pPr>
            <a:lvl7pPr algn="ctr">
              <a:buNone/>
              <a:defRPr sz="945" b="1">
                <a:solidFill>
                  <a:srgbClr val="476E89"/>
                </a:solidFill>
                <a:latin typeface="Arial" panose="020B0604020202090204"/>
                <a:ea typeface="Arial" panose="020B0604020202090204"/>
                <a:cs typeface="Arial" panose="020B0604020202090204"/>
              </a:defRPr>
            </a:lvl7pPr>
            <a:lvl8pPr algn="ctr">
              <a:buNone/>
              <a:defRPr sz="945" b="1">
                <a:solidFill>
                  <a:srgbClr val="476E89"/>
                </a:solidFill>
                <a:latin typeface="Arial" panose="020B0604020202090204"/>
                <a:ea typeface="Arial" panose="020B0604020202090204"/>
                <a:cs typeface="Arial" panose="020B0604020202090204"/>
              </a:defRPr>
            </a:lvl8pPr>
            <a:lvl9pPr algn="ctr">
              <a:buNone/>
              <a:defRPr sz="945" b="1">
                <a:solidFill>
                  <a:srgbClr val="476E89"/>
                </a:solidFill>
                <a:latin typeface="Arial" panose="020B0604020202090204"/>
                <a:ea typeface="Arial" panose="020B0604020202090204"/>
                <a:cs typeface="Arial" panose="020B0604020202090204"/>
              </a:defRPr>
            </a:lvl9pPr>
          </a:lstStyle>
          <a:p>
            <a:pPr algn="ctr">
              <a:buNone/>
              <a:defRPr sz="945" b="1">
                <a:solidFill>
                  <a:srgbClr val="476E89"/>
                </a:solidFill>
                <a:latin typeface="Arial" panose="020B0604020202090204"/>
                <a:ea typeface="Arial" panose="020B0604020202090204"/>
                <a:cs typeface="Arial" panose="020B0604020202090204"/>
              </a:defRPr>
            </a:pPr>
            <a:r>
              <a:rPr sz="1600" b="1">
                <a:solidFill>
                  <a:srgbClr val="476E89"/>
                </a:solidFill>
                <a:latin typeface="Arial" panose="020B0604020202090204"/>
                <a:ea typeface="Arial" panose="020B0604020202090204"/>
                <a:cs typeface="Arial" panose="020B0604020202090204"/>
              </a:rPr>
              <a:t>Low</a:t>
            </a:r>
            <a:endParaRPr sz="1600" b="1">
              <a:solidFill>
                <a:srgbClr val="476E89"/>
              </a:solidFill>
              <a:latin typeface="Arial" panose="020B0604020202090204"/>
              <a:ea typeface="Arial" panose="020B0604020202090204"/>
              <a:cs typeface="Arial" panose="020B0604020202090204"/>
            </a:endParaRPr>
          </a:p>
        </p:txBody>
      </p:sp>
      <p:sp>
        <p:nvSpPr>
          <p:cNvPr id="775" name="Interaction grade Mid"/>
          <p:cNvSpPr>
            <a:spLocks noGrp="1"/>
          </p:cNvSpPr>
          <p:nvPr/>
        </p:nvSpPr>
        <p:spPr>
          <a:xfrm>
            <a:off x="12773025" y="1838160"/>
            <a:ext cx="742950" cy="168129"/>
          </a:xfrm>
          <a:prstGeom prst="roundRect">
            <a:avLst>
              <a:gd name="adj" fmla="val 16000"/>
            </a:avLst>
          </a:prstGeom>
          <a:solidFill>
            <a:srgbClr val="ECF6F2"/>
          </a:solidFill>
          <a:ln w="0">
            <a:noFill/>
            <a:prstDash val="solid"/>
          </a:ln>
        </p:spPr>
      </p:sp>
      <p:sp>
        <p:nvSpPr>
          <p:cNvPr id="776" name="Interaction grade label 1"/>
          <p:cNvSpPr>
            <a:spLocks noGrp="1"/>
          </p:cNvSpPr>
          <p:nvPr/>
        </p:nvSpPr>
        <p:spPr>
          <a:xfrm>
            <a:off x="12773025" y="1844885"/>
            <a:ext cx="742950" cy="154678"/>
          </a:xfrm>
          <a:prstGeom prst="rect">
            <a:avLst/>
          </a:prstGeom>
          <a:noFill/>
          <a:ln w="0">
            <a:noFill/>
            <a:prstDash val="solid"/>
          </a:ln>
        </p:spPr>
        <p:txBody>
          <a:bodyPr wrap="none" lIns="0" tIns="0" rIns="0" bIns="0" anchor="ctr">
            <a:noAutofit/>
          </a:bodyPr>
          <a:lstStyle>
            <a:defPPr algn="ctr">
              <a:defRPr sz="945" b="1">
                <a:solidFill>
                  <a:srgbClr val="438274"/>
                </a:solidFill>
                <a:latin typeface="Arial" panose="020B0604020202090204"/>
                <a:ea typeface="Arial" panose="020B0604020202090204"/>
                <a:cs typeface="Arial" panose="020B0604020202090204"/>
              </a:defRPr>
            </a:defPPr>
            <a:lvl1pPr algn="ctr">
              <a:buNone/>
              <a:defRPr sz="945" b="1">
                <a:solidFill>
                  <a:srgbClr val="438274"/>
                </a:solidFill>
                <a:latin typeface="Arial" panose="020B0604020202090204"/>
                <a:ea typeface="Arial" panose="020B0604020202090204"/>
                <a:cs typeface="Arial" panose="020B0604020202090204"/>
              </a:defRPr>
            </a:lvl1pPr>
            <a:lvl2pPr algn="ctr">
              <a:buNone/>
              <a:defRPr sz="945" b="1">
                <a:solidFill>
                  <a:srgbClr val="438274"/>
                </a:solidFill>
                <a:latin typeface="Arial" panose="020B0604020202090204"/>
                <a:ea typeface="Arial" panose="020B0604020202090204"/>
                <a:cs typeface="Arial" panose="020B0604020202090204"/>
              </a:defRPr>
            </a:lvl2pPr>
            <a:lvl3pPr algn="ctr">
              <a:buNone/>
              <a:defRPr sz="945" b="1">
                <a:solidFill>
                  <a:srgbClr val="438274"/>
                </a:solidFill>
                <a:latin typeface="Arial" panose="020B0604020202090204"/>
                <a:ea typeface="Arial" panose="020B0604020202090204"/>
                <a:cs typeface="Arial" panose="020B0604020202090204"/>
              </a:defRPr>
            </a:lvl3pPr>
            <a:lvl4pPr algn="ctr">
              <a:buNone/>
              <a:defRPr sz="945" b="1">
                <a:solidFill>
                  <a:srgbClr val="438274"/>
                </a:solidFill>
                <a:latin typeface="Arial" panose="020B0604020202090204"/>
                <a:ea typeface="Arial" panose="020B0604020202090204"/>
                <a:cs typeface="Arial" panose="020B0604020202090204"/>
              </a:defRPr>
            </a:lvl4pPr>
            <a:lvl5pPr algn="ctr">
              <a:buNone/>
              <a:defRPr sz="945" b="1">
                <a:solidFill>
                  <a:srgbClr val="438274"/>
                </a:solidFill>
                <a:latin typeface="Arial" panose="020B0604020202090204"/>
                <a:ea typeface="Arial" panose="020B0604020202090204"/>
                <a:cs typeface="Arial" panose="020B0604020202090204"/>
              </a:defRPr>
            </a:lvl5pPr>
            <a:lvl6pPr algn="ctr">
              <a:buNone/>
              <a:defRPr sz="945" b="1">
                <a:solidFill>
                  <a:srgbClr val="438274"/>
                </a:solidFill>
                <a:latin typeface="Arial" panose="020B0604020202090204"/>
                <a:ea typeface="Arial" panose="020B0604020202090204"/>
                <a:cs typeface="Arial" panose="020B0604020202090204"/>
              </a:defRPr>
            </a:lvl6pPr>
            <a:lvl7pPr algn="ctr">
              <a:buNone/>
              <a:defRPr sz="945" b="1">
                <a:solidFill>
                  <a:srgbClr val="438274"/>
                </a:solidFill>
                <a:latin typeface="Arial" panose="020B0604020202090204"/>
                <a:ea typeface="Arial" panose="020B0604020202090204"/>
                <a:cs typeface="Arial" panose="020B0604020202090204"/>
              </a:defRPr>
            </a:lvl7pPr>
            <a:lvl8pPr algn="ctr">
              <a:buNone/>
              <a:defRPr sz="945" b="1">
                <a:solidFill>
                  <a:srgbClr val="438274"/>
                </a:solidFill>
                <a:latin typeface="Arial" panose="020B0604020202090204"/>
                <a:ea typeface="Arial" panose="020B0604020202090204"/>
                <a:cs typeface="Arial" panose="020B0604020202090204"/>
              </a:defRPr>
            </a:lvl8pPr>
            <a:lvl9pPr algn="ctr">
              <a:buNone/>
              <a:defRPr sz="945" b="1">
                <a:solidFill>
                  <a:srgbClr val="438274"/>
                </a:solidFill>
                <a:latin typeface="Arial" panose="020B0604020202090204"/>
                <a:ea typeface="Arial" panose="020B0604020202090204"/>
                <a:cs typeface="Arial" panose="020B0604020202090204"/>
              </a:defRPr>
            </a:lvl9pPr>
          </a:lstStyle>
          <a:p>
            <a:pPr algn="ctr">
              <a:buNone/>
              <a:defRPr sz="945" b="1">
                <a:solidFill>
                  <a:srgbClr val="438274"/>
                </a:solidFill>
                <a:latin typeface="Arial" panose="020B0604020202090204"/>
                <a:ea typeface="Arial" panose="020B0604020202090204"/>
                <a:cs typeface="Arial" panose="020B0604020202090204"/>
              </a:defRPr>
            </a:pPr>
            <a:r>
              <a:rPr sz="1600" b="1">
                <a:solidFill>
                  <a:srgbClr val="438274"/>
                </a:solidFill>
                <a:latin typeface="Arial" panose="020B0604020202090204"/>
                <a:ea typeface="Arial" panose="020B0604020202090204"/>
                <a:cs typeface="Arial" panose="020B0604020202090204"/>
              </a:rPr>
              <a:t>Mid</a:t>
            </a:r>
            <a:endParaRPr sz="1600" b="1">
              <a:solidFill>
                <a:srgbClr val="438274"/>
              </a:solidFill>
              <a:latin typeface="Arial" panose="020B0604020202090204"/>
              <a:ea typeface="Arial" panose="020B0604020202090204"/>
              <a:cs typeface="Arial" panose="020B0604020202090204"/>
            </a:endParaRPr>
          </a:p>
        </p:txBody>
      </p:sp>
      <p:sp>
        <p:nvSpPr>
          <p:cNvPr id="777" name="Interaction grade High"/>
          <p:cNvSpPr>
            <a:spLocks noGrp="1"/>
          </p:cNvSpPr>
          <p:nvPr/>
        </p:nvSpPr>
        <p:spPr>
          <a:xfrm>
            <a:off x="13649325" y="1838160"/>
            <a:ext cx="742950" cy="168129"/>
          </a:xfrm>
          <a:prstGeom prst="roundRect">
            <a:avLst>
              <a:gd name="adj" fmla="val 16000"/>
            </a:avLst>
          </a:prstGeom>
          <a:solidFill>
            <a:srgbClr val="F8F3E9"/>
          </a:solidFill>
          <a:ln w="0">
            <a:noFill/>
            <a:prstDash val="solid"/>
          </a:ln>
        </p:spPr>
      </p:sp>
      <p:sp>
        <p:nvSpPr>
          <p:cNvPr id="778" name="Interaction grade label 2"/>
          <p:cNvSpPr>
            <a:spLocks noGrp="1"/>
          </p:cNvSpPr>
          <p:nvPr/>
        </p:nvSpPr>
        <p:spPr>
          <a:xfrm>
            <a:off x="13649325" y="1844885"/>
            <a:ext cx="742950" cy="154678"/>
          </a:xfrm>
          <a:prstGeom prst="rect">
            <a:avLst/>
          </a:prstGeom>
          <a:noFill/>
          <a:ln w="0">
            <a:noFill/>
            <a:prstDash val="solid"/>
          </a:ln>
        </p:spPr>
        <p:txBody>
          <a:bodyPr wrap="none" lIns="0" tIns="0" rIns="0" bIns="0" anchor="ctr">
            <a:noAutofit/>
          </a:bodyPr>
          <a:lstStyle>
            <a:defPPr algn="ctr">
              <a:defRPr sz="945" b="1">
                <a:solidFill>
                  <a:srgbClr val="AA8453"/>
                </a:solidFill>
                <a:latin typeface="Arial" panose="020B0604020202090204"/>
                <a:ea typeface="Arial" panose="020B0604020202090204"/>
                <a:cs typeface="Arial" panose="020B0604020202090204"/>
              </a:defRPr>
            </a:defPPr>
            <a:lvl1pPr algn="ctr">
              <a:buNone/>
              <a:defRPr sz="945" b="1">
                <a:solidFill>
                  <a:srgbClr val="AA8453"/>
                </a:solidFill>
                <a:latin typeface="Arial" panose="020B0604020202090204"/>
                <a:ea typeface="Arial" panose="020B0604020202090204"/>
                <a:cs typeface="Arial" panose="020B0604020202090204"/>
              </a:defRPr>
            </a:lvl1pPr>
            <a:lvl2pPr algn="ctr">
              <a:buNone/>
              <a:defRPr sz="945" b="1">
                <a:solidFill>
                  <a:srgbClr val="AA8453"/>
                </a:solidFill>
                <a:latin typeface="Arial" panose="020B0604020202090204"/>
                <a:ea typeface="Arial" panose="020B0604020202090204"/>
                <a:cs typeface="Arial" panose="020B0604020202090204"/>
              </a:defRPr>
            </a:lvl2pPr>
            <a:lvl3pPr algn="ctr">
              <a:buNone/>
              <a:defRPr sz="945" b="1">
                <a:solidFill>
                  <a:srgbClr val="AA8453"/>
                </a:solidFill>
                <a:latin typeface="Arial" panose="020B0604020202090204"/>
                <a:ea typeface="Arial" panose="020B0604020202090204"/>
                <a:cs typeface="Arial" panose="020B0604020202090204"/>
              </a:defRPr>
            </a:lvl3pPr>
            <a:lvl4pPr algn="ctr">
              <a:buNone/>
              <a:defRPr sz="945" b="1">
                <a:solidFill>
                  <a:srgbClr val="AA8453"/>
                </a:solidFill>
                <a:latin typeface="Arial" panose="020B0604020202090204"/>
                <a:ea typeface="Arial" panose="020B0604020202090204"/>
                <a:cs typeface="Arial" panose="020B0604020202090204"/>
              </a:defRPr>
            </a:lvl4pPr>
            <a:lvl5pPr algn="ctr">
              <a:buNone/>
              <a:defRPr sz="945" b="1">
                <a:solidFill>
                  <a:srgbClr val="AA8453"/>
                </a:solidFill>
                <a:latin typeface="Arial" panose="020B0604020202090204"/>
                <a:ea typeface="Arial" panose="020B0604020202090204"/>
                <a:cs typeface="Arial" panose="020B0604020202090204"/>
              </a:defRPr>
            </a:lvl5pPr>
            <a:lvl6pPr algn="ctr">
              <a:buNone/>
              <a:defRPr sz="945" b="1">
                <a:solidFill>
                  <a:srgbClr val="AA8453"/>
                </a:solidFill>
                <a:latin typeface="Arial" panose="020B0604020202090204"/>
                <a:ea typeface="Arial" panose="020B0604020202090204"/>
                <a:cs typeface="Arial" panose="020B0604020202090204"/>
              </a:defRPr>
            </a:lvl6pPr>
            <a:lvl7pPr algn="ctr">
              <a:buNone/>
              <a:defRPr sz="945" b="1">
                <a:solidFill>
                  <a:srgbClr val="AA8453"/>
                </a:solidFill>
                <a:latin typeface="Arial" panose="020B0604020202090204"/>
                <a:ea typeface="Arial" panose="020B0604020202090204"/>
                <a:cs typeface="Arial" panose="020B0604020202090204"/>
              </a:defRPr>
            </a:lvl7pPr>
            <a:lvl8pPr algn="ctr">
              <a:buNone/>
              <a:defRPr sz="945" b="1">
                <a:solidFill>
                  <a:srgbClr val="AA8453"/>
                </a:solidFill>
                <a:latin typeface="Arial" panose="020B0604020202090204"/>
                <a:ea typeface="Arial" panose="020B0604020202090204"/>
                <a:cs typeface="Arial" panose="020B0604020202090204"/>
              </a:defRPr>
            </a:lvl8pPr>
            <a:lvl9pPr algn="ctr">
              <a:buNone/>
              <a:defRPr sz="945" b="1">
                <a:solidFill>
                  <a:srgbClr val="AA8453"/>
                </a:solidFill>
                <a:latin typeface="Arial" panose="020B0604020202090204"/>
                <a:ea typeface="Arial" panose="020B0604020202090204"/>
                <a:cs typeface="Arial" panose="020B0604020202090204"/>
              </a:defRPr>
            </a:lvl9pPr>
          </a:lstStyle>
          <a:p>
            <a:pPr algn="ctr">
              <a:buNone/>
              <a:defRPr sz="945" b="1">
                <a:solidFill>
                  <a:srgbClr val="AA8453"/>
                </a:solidFill>
                <a:latin typeface="Arial" panose="020B0604020202090204"/>
                <a:ea typeface="Arial" panose="020B0604020202090204"/>
                <a:cs typeface="Arial" panose="020B0604020202090204"/>
              </a:defRPr>
            </a:pPr>
            <a:r>
              <a:rPr sz="1600" b="1">
                <a:solidFill>
                  <a:srgbClr val="AA8453"/>
                </a:solidFill>
                <a:latin typeface="Arial" panose="020B0604020202090204"/>
                <a:ea typeface="Arial" panose="020B0604020202090204"/>
                <a:cs typeface="Arial" panose="020B0604020202090204"/>
              </a:rPr>
              <a:t>High</a:t>
            </a:r>
            <a:endParaRPr sz="1600" b="1">
              <a:solidFill>
                <a:srgbClr val="AA8453"/>
              </a:solidFill>
              <a:latin typeface="Arial" panose="020B0604020202090204"/>
              <a:ea typeface="Arial" panose="020B0604020202090204"/>
              <a:cs typeface="Arial" panose="020B0604020202090204"/>
            </a:endParaRPr>
          </a:p>
        </p:txBody>
      </p:sp>
      <p:pic>
        <p:nvPicPr>
          <p:cNvPr id="779" name="图片 778"/>
          <p:cNvPicPr>
            <a:picLocks noChangeAspect="1"/>
          </p:cNvPicPr>
          <p:nvPr/>
        </p:nvPicPr>
        <p:blipFill>
          <a:blip r:embed="rId5">
            <a:extLst>
              <a:ext uri="{96DAC541-7B7A-43D3-8B79-37D633B846F1}">
                <asvg:svgBlip xmlns:asvg="http://schemas.microsoft.com/office/drawing/2016/SVG/main" r:embed="rId19"/>
              </a:ext>
            </a:extLst>
          </a:blip>
          <a:stretch>
            <a:fillRect/>
          </a:stretch>
        </p:blipFill>
        <p:spPr>
          <a:xfrm>
            <a:off x="11564173" y="2107166"/>
            <a:ext cx="141228" cy="141228"/>
          </a:xfrm>
          <a:prstGeom prst="rect">
            <a:avLst/>
          </a:prstGeom>
        </p:spPr>
      </p:pic>
      <p:sp>
        <p:nvSpPr>
          <p:cNvPr id="780" name="Segment record contents"/>
          <p:cNvSpPr>
            <a:spLocks noGrp="1"/>
          </p:cNvSpPr>
          <p:nvPr/>
        </p:nvSpPr>
        <p:spPr>
          <a:xfrm>
            <a:off x="11820525" y="2100441"/>
            <a:ext cx="2914650" cy="147953"/>
          </a:xfrm>
          <a:prstGeom prst="rect">
            <a:avLst/>
          </a:prstGeom>
          <a:noFill/>
          <a:ln w="0">
            <a:noFill/>
            <a:prstDash val="solid"/>
          </a:ln>
        </p:spPr>
        <p:txBody>
          <a:bodyPr wrap="none" lIns="0" tIns="0" rIns="0" bIns="0" anchor="ctr">
            <a:noAutofit/>
          </a:bodyPr>
          <a:lstStyle>
            <a:defPPr algn="l">
              <a:defRPr sz="880" b="0">
                <a:solidFill>
                  <a:srgbClr val="29414E"/>
                </a:solidFill>
                <a:latin typeface="Arial" panose="020B0604020202090204"/>
                <a:ea typeface="Arial" panose="020B0604020202090204"/>
                <a:cs typeface="Arial" panose="020B0604020202090204"/>
              </a:defRPr>
            </a:defPPr>
            <a:lvl1pPr algn="l">
              <a:buNone/>
              <a:defRPr sz="880" b="0">
                <a:solidFill>
                  <a:srgbClr val="29414E"/>
                </a:solidFill>
                <a:latin typeface="Arial" panose="020B0604020202090204"/>
                <a:ea typeface="Arial" panose="020B0604020202090204"/>
                <a:cs typeface="Arial" panose="020B0604020202090204"/>
              </a:defRPr>
            </a:lvl1pPr>
            <a:lvl2pPr algn="l">
              <a:buNone/>
              <a:defRPr sz="880" b="0">
                <a:solidFill>
                  <a:srgbClr val="29414E"/>
                </a:solidFill>
                <a:latin typeface="Arial" panose="020B0604020202090204"/>
                <a:ea typeface="Arial" panose="020B0604020202090204"/>
                <a:cs typeface="Arial" panose="020B0604020202090204"/>
              </a:defRPr>
            </a:lvl2pPr>
            <a:lvl3pPr algn="l">
              <a:buNone/>
              <a:defRPr sz="880" b="0">
                <a:solidFill>
                  <a:srgbClr val="29414E"/>
                </a:solidFill>
                <a:latin typeface="Arial" panose="020B0604020202090204"/>
                <a:ea typeface="Arial" panose="020B0604020202090204"/>
                <a:cs typeface="Arial" panose="020B0604020202090204"/>
              </a:defRPr>
            </a:lvl3pPr>
            <a:lvl4pPr algn="l">
              <a:buNone/>
              <a:defRPr sz="880" b="0">
                <a:solidFill>
                  <a:srgbClr val="29414E"/>
                </a:solidFill>
                <a:latin typeface="Arial" panose="020B0604020202090204"/>
                <a:ea typeface="Arial" panose="020B0604020202090204"/>
                <a:cs typeface="Arial" panose="020B0604020202090204"/>
              </a:defRPr>
            </a:lvl4pPr>
            <a:lvl5pPr algn="l">
              <a:buNone/>
              <a:defRPr sz="880" b="0">
                <a:solidFill>
                  <a:srgbClr val="29414E"/>
                </a:solidFill>
                <a:latin typeface="Arial" panose="020B0604020202090204"/>
                <a:ea typeface="Arial" panose="020B0604020202090204"/>
                <a:cs typeface="Arial" panose="020B0604020202090204"/>
              </a:defRPr>
            </a:lvl5pPr>
            <a:lvl6pPr algn="l">
              <a:buNone/>
              <a:defRPr sz="880" b="0">
                <a:solidFill>
                  <a:srgbClr val="29414E"/>
                </a:solidFill>
                <a:latin typeface="Arial" panose="020B0604020202090204"/>
                <a:ea typeface="Arial" panose="020B0604020202090204"/>
                <a:cs typeface="Arial" panose="020B0604020202090204"/>
              </a:defRPr>
            </a:lvl6pPr>
            <a:lvl7pPr algn="l">
              <a:buNone/>
              <a:defRPr sz="880" b="0">
                <a:solidFill>
                  <a:srgbClr val="29414E"/>
                </a:solidFill>
                <a:latin typeface="Arial" panose="020B0604020202090204"/>
                <a:ea typeface="Arial" panose="020B0604020202090204"/>
                <a:cs typeface="Arial" panose="020B0604020202090204"/>
              </a:defRPr>
            </a:lvl7pPr>
            <a:lvl8pPr algn="l">
              <a:buNone/>
              <a:defRPr sz="880" b="0">
                <a:solidFill>
                  <a:srgbClr val="29414E"/>
                </a:solidFill>
                <a:latin typeface="Arial" panose="020B0604020202090204"/>
                <a:ea typeface="Arial" panose="020B0604020202090204"/>
                <a:cs typeface="Arial" panose="020B0604020202090204"/>
              </a:defRPr>
            </a:lvl8pPr>
            <a:lvl9pPr algn="l">
              <a:buNone/>
              <a:defRPr sz="880" b="0">
                <a:solidFill>
                  <a:srgbClr val="29414E"/>
                </a:solidFill>
                <a:latin typeface="Arial" panose="020B0604020202090204"/>
                <a:ea typeface="Arial" panose="020B0604020202090204"/>
                <a:cs typeface="Arial" panose="020B0604020202090204"/>
              </a:defRPr>
            </a:lvl9pPr>
          </a:lstStyle>
          <a:p>
            <a:pPr algn="l">
              <a:buNone/>
              <a:defRPr sz="880"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Phase + roles + space + actions</a:t>
            </a:r>
            <a:endParaRPr sz="1400" b="0">
              <a:solidFill>
                <a:srgbClr val="29414E"/>
              </a:solidFill>
              <a:latin typeface="Arial" panose="020B0604020202090204"/>
              <a:ea typeface="Arial" panose="020B0604020202090204"/>
              <a:cs typeface="Arial" panose="020B0604020202090204"/>
            </a:endParaRPr>
          </a:p>
        </p:txBody>
      </p:sp>
      <p:sp>
        <p:nvSpPr>
          <p:cNvPr id="781" name="Segment evidence to rewriting"/>
          <p:cNvSpPr>
            <a:spLocks noGrp="1"/>
          </p:cNvSpPr>
          <p:nvPr/>
        </p:nvSpPr>
        <p:spPr>
          <a:xfrm>
            <a:off x="438150" y="2315646"/>
            <a:ext cx="12706350" cy="356433"/>
          </a:xfrm>
          <a:custGeom>
            <a:avLst/>
            <a:gdLst/>
            <a:ahLst/>
            <a:cxnLst/>
            <a:pathLst>
              <a:path w="12706350" h="504825">
                <a:moveTo>
                  <a:pt x="12706350" y="0"/>
                </a:moveTo>
                <a:lnTo>
                  <a:pt x="12706350" y="247650"/>
                </a:lnTo>
                <a:lnTo>
                  <a:pt x="0" y="247650"/>
                </a:lnTo>
                <a:lnTo>
                  <a:pt x="0" y="504825"/>
                </a:lnTo>
              </a:path>
            </a:pathLst>
          </a:custGeom>
          <a:noFill/>
          <a:ln w="19050">
            <a:solidFill>
              <a:srgbClr val="8EA4B1"/>
            </a:solidFill>
            <a:prstDash val="solid"/>
          </a:ln>
        </p:spPr>
      </p:sp>
      <p:sp>
        <p:nvSpPr>
          <p:cNvPr id="782" name="Segment evidence to rewriting tip"/>
          <p:cNvSpPr>
            <a:spLocks noGrp="1"/>
          </p:cNvSpPr>
          <p:nvPr/>
        </p:nvSpPr>
        <p:spPr>
          <a:xfrm>
            <a:off x="405130" y="2625002"/>
            <a:ext cx="66675" cy="47076"/>
          </a:xfrm>
          <a:custGeom>
            <a:avLst/>
            <a:gdLst/>
            <a:ahLst/>
            <a:cxnLst/>
            <a:pathLst>
              <a:path w="66675" h="66675">
                <a:moveTo>
                  <a:pt x="33338" y="66675"/>
                </a:moveTo>
                <a:lnTo>
                  <a:pt x="0" y="0"/>
                </a:lnTo>
                <a:lnTo>
                  <a:pt x="66675" y="0"/>
                </a:lnTo>
                <a:close/>
              </a:path>
            </a:pathLst>
          </a:custGeom>
          <a:solidFill>
            <a:srgbClr val="8EA4B1"/>
          </a:solidFill>
          <a:ln w="0">
            <a:noFill/>
            <a:prstDash val="solid"/>
          </a:ln>
        </p:spPr>
      </p:sp>
      <p:sp>
        <p:nvSpPr>
          <p:cNvPr id="783" name="Evidence bridge text background"/>
          <p:cNvSpPr>
            <a:spLocks noGrp="1"/>
          </p:cNvSpPr>
          <p:nvPr/>
        </p:nvSpPr>
        <p:spPr>
          <a:xfrm>
            <a:off x="5400675" y="2416523"/>
            <a:ext cx="4286250" cy="154678"/>
          </a:xfrm>
          <a:prstGeom prst="rect">
            <a:avLst/>
          </a:prstGeom>
          <a:solidFill>
            <a:srgbClr val="FFFFFF"/>
          </a:solidFill>
          <a:ln w="0">
            <a:noFill/>
            <a:prstDash val="solid"/>
          </a:ln>
        </p:spPr>
      </p:sp>
      <p:sp>
        <p:nvSpPr>
          <p:cNvPr id="784" name="Evidence bridge label"/>
          <p:cNvSpPr>
            <a:spLocks noGrp="1"/>
          </p:cNvSpPr>
          <p:nvPr/>
        </p:nvSpPr>
        <p:spPr>
          <a:xfrm>
            <a:off x="5400675" y="2403072"/>
            <a:ext cx="4286250" cy="181579"/>
          </a:xfrm>
          <a:prstGeom prst="rect">
            <a:avLst/>
          </a:prstGeom>
          <a:noFill/>
          <a:ln w="0">
            <a:noFill/>
            <a:prstDash val="solid"/>
          </a:ln>
        </p:spPr>
        <p:txBody>
          <a:bodyPr wrap="none" lIns="0" tIns="0" rIns="0" bIns="0" anchor="ctr">
            <a:noAutofit/>
          </a:bodyPr>
          <a:lstStyle>
            <a:defPPr algn="ctr">
              <a:defRPr sz="1135" b="0">
                <a:solidFill>
                  <a:srgbClr val="657E8B"/>
                </a:solidFill>
                <a:latin typeface="Arial" panose="020B0604020202090204"/>
                <a:ea typeface="Arial" panose="020B0604020202090204"/>
                <a:cs typeface="Arial" panose="020B0604020202090204"/>
              </a:defRPr>
            </a:defPPr>
            <a:lvl1pPr algn="ctr">
              <a:buNone/>
              <a:defRPr sz="1135" b="0">
                <a:solidFill>
                  <a:srgbClr val="657E8B"/>
                </a:solidFill>
                <a:latin typeface="Arial" panose="020B0604020202090204"/>
                <a:ea typeface="Arial" panose="020B0604020202090204"/>
                <a:cs typeface="Arial" panose="020B0604020202090204"/>
              </a:defRPr>
            </a:lvl1pPr>
            <a:lvl2pPr algn="ctr">
              <a:buNone/>
              <a:defRPr sz="1135" b="0">
                <a:solidFill>
                  <a:srgbClr val="657E8B"/>
                </a:solidFill>
                <a:latin typeface="Arial" panose="020B0604020202090204"/>
                <a:ea typeface="Arial" panose="020B0604020202090204"/>
                <a:cs typeface="Arial" panose="020B0604020202090204"/>
              </a:defRPr>
            </a:lvl2pPr>
            <a:lvl3pPr algn="ctr">
              <a:buNone/>
              <a:defRPr sz="1135" b="0">
                <a:solidFill>
                  <a:srgbClr val="657E8B"/>
                </a:solidFill>
                <a:latin typeface="Arial" panose="020B0604020202090204"/>
                <a:ea typeface="Arial" panose="020B0604020202090204"/>
                <a:cs typeface="Arial" panose="020B0604020202090204"/>
              </a:defRPr>
            </a:lvl3pPr>
            <a:lvl4pPr algn="ctr">
              <a:buNone/>
              <a:defRPr sz="1135" b="0">
                <a:solidFill>
                  <a:srgbClr val="657E8B"/>
                </a:solidFill>
                <a:latin typeface="Arial" panose="020B0604020202090204"/>
                <a:ea typeface="Arial" panose="020B0604020202090204"/>
                <a:cs typeface="Arial" panose="020B0604020202090204"/>
              </a:defRPr>
            </a:lvl4pPr>
            <a:lvl5pPr algn="ctr">
              <a:buNone/>
              <a:defRPr sz="1135" b="0">
                <a:solidFill>
                  <a:srgbClr val="657E8B"/>
                </a:solidFill>
                <a:latin typeface="Arial" panose="020B0604020202090204"/>
                <a:ea typeface="Arial" panose="020B0604020202090204"/>
                <a:cs typeface="Arial" panose="020B0604020202090204"/>
              </a:defRPr>
            </a:lvl5pPr>
            <a:lvl6pPr algn="ctr">
              <a:buNone/>
              <a:defRPr sz="1135" b="0">
                <a:solidFill>
                  <a:srgbClr val="657E8B"/>
                </a:solidFill>
                <a:latin typeface="Arial" panose="020B0604020202090204"/>
                <a:ea typeface="Arial" panose="020B0604020202090204"/>
                <a:cs typeface="Arial" panose="020B0604020202090204"/>
              </a:defRPr>
            </a:lvl6pPr>
            <a:lvl7pPr algn="ctr">
              <a:buNone/>
              <a:defRPr sz="1135" b="0">
                <a:solidFill>
                  <a:srgbClr val="657E8B"/>
                </a:solidFill>
                <a:latin typeface="Arial" panose="020B0604020202090204"/>
                <a:ea typeface="Arial" panose="020B0604020202090204"/>
                <a:cs typeface="Arial" panose="020B0604020202090204"/>
              </a:defRPr>
            </a:lvl7pPr>
            <a:lvl8pPr algn="ctr">
              <a:buNone/>
              <a:defRPr sz="1135" b="0">
                <a:solidFill>
                  <a:srgbClr val="657E8B"/>
                </a:solidFill>
                <a:latin typeface="Arial" panose="020B0604020202090204"/>
                <a:ea typeface="Arial" panose="020B0604020202090204"/>
                <a:cs typeface="Arial" panose="020B0604020202090204"/>
              </a:defRPr>
            </a:lvl8pPr>
            <a:lvl9pPr algn="ctr">
              <a:buNone/>
              <a:defRPr sz="1135" b="0">
                <a:solidFill>
                  <a:srgbClr val="657E8B"/>
                </a:solidFill>
                <a:latin typeface="Arial" panose="020B0604020202090204"/>
                <a:ea typeface="Arial" panose="020B0604020202090204"/>
                <a:cs typeface="Arial" panose="020B0604020202090204"/>
              </a:defRPr>
            </a:lvl9pPr>
          </a:lstStyle>
          <a:p>
            <a:pPr algn="ctr">
              <a:buNone/>
              <a:defRPr sz="1135"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Action-aligned segment records</a:t>
            </a:r>
            <a:endParaRPr sz="1400" b="0">
              <a:solidFill>
                <a:srgbClr val="657E8B"/>
              </a:solidFill>
              <a:latin typeface="Arial" panose="020B0604020202090204"/>
              <a:ea typeface="Arial" panose="020B0604020202090204"/>
              <a:cs typeface="Arial" panose="020B0604020202090204"/>
            </a:endParaRPr>
          </a:p>
        </p:txBody>
      </p:sp>
      <p:sp>
        <p:nvSpPr>
          <p:cNvPr id="785" name="Stage 5 frame"/>
          <p:cNvSpPr>
            <a:spLocks noGrp="1"/>
          </p:cNvSpPr>
          <p:nvPr/>
        </p:nvSpPr>
        <p:spPr>
          <a:xfrm>
            <a:off x="190500" y="2698979"/>
            <a:ext cx="6924675" cy="1546783"/>
          </a:xfrm>
          <a:prstGeom prst="roundRect">
            <a:avLst>
              <a:gd name="adj" fmla="val 3478"/>
            </a:avLst>
          </a:prstGeom>
          <a:solidFill>
            <a:srgbClr val="FFFFFF"/>
          </a:solidFill>
          <a:ln w="11430">
            <a:solidFill>
              <a:srgbClr val="CEDDE5"/>
            </a:solidFill>
            <a:prstDash val="solid"/>
          </a:ln>
        </p:spPr>
      </p:sp>
      <p:sp>
        <p:nvSpPr>
          <p:cNvPr id="786" name="Stage 5 heading background"/>
          <p:cNvSpPr>
            <a:spLocks noGrp="1"/>
          </p:cNvSpPr>
          <p:nvPr/>
        </p:nvSpPr>
        <p:spPr>
          <a:xfrm>
            <a:off x="200025" y="2705704"/>
            <a:ext cx="6905625" cy="289181"/>
          </a:xfrm>
          <a:prstGeom prst="roundRect">
            <a:avLst>
              <a:gd name="adj" fmla="val 16279"/>
            </a:avLst>
          </a:prstGeom>
          <a:solidFill>
            <a:srgbClr val="F4F0F8"/>
          </a:solidFill>
          <a:ln w="0">
            <a:noFill/>
            <a:prstDash val="solid"/>
          </a:ln>
        </p:spPr>
      </p:sp>
      <p:sp>
        <p:nvSpPr>
          <p:cNvPr id="787" name="Stage 5 number"/>
          <p:cNvSpPr>
            <a:spLocks noGrp="1"/>
          </p:cNvSpPr>
          <p:nvPr/>
        </p:nvSpPr>
        <p:spPr>
          <a:xfrm>
            <a:off x="314325" y="2748044"/>
            <a:ext cx="228600" cy="211226"/>
          </a:xfrm>
          <a:prstGeom prst="rect">
            <a:avLst/>
          </a:prstGeom>
          <a:noFill/>
          <a:ln w="0">
            <a:noFill/>
            <a:prstDash val="solid"/>
          </a:ln>
        </p:spPr>
        <p:txBody>
          <a:bodyPr wrap="none" lIns="0" tIns="0" rIns="0" bIns="0" anchor="ctr">
            <a:noAutofit/>
          </a:bodyPr>
          <a:lstStyle>
            <a:defPPr algn="ctr">
              <a:defRPr sz="1385" b="1">
                <a:solidFill>
                  <a:srgbClr val="80669C"/>
                </a:solidFill>
                <a:latin typeface="Arial" panose="020B0604020202090204"/>
                <a:ea typeface="Arial" panose="020B0604020202090204"/>
                <a:cs typeface="Arial" panose="020B0604020202090204"/>
              </a:defRPr>
            </a:defPPr>
            <a:lvl1pPr algn="ctr">
              <a:buNone/>
              <a:defRPr sz="1385" b="1">
                <a:solidFill>
                  <a:srgbClr val="80669C"/>
                </a:solidFill>
                <a:latin typeface="Arial" panose="020B0604020202090204"/>
                <a:ea typeface="Arial" panose="020B0604020202090204"/>
                <a:cs typeface="Arial" panose="020B0604020202090204"/>
              </a:defRPr>
            </a:lvl1pPr>
            <a:lvl2pPr algn="ctr">
              <a:buNone/>
              <a:defRPr sz="1385" b="1">
                <a:solidFill>
                  <a:srgbClr val="80669C"/>
                </a:solidFill>
                <a:latin typeface="Arial" panose="020B0604020202090204"/>
                <a:ea typeface="Arial" panose="020B0604020202090204"/>
                <a:cs typeface="Arial" panose="020B0604020202090204"/>
              </a:defRPr>
            </a:lvl2pPr>
            <a:lvl3pPr algn="ctr">
              <a:buNone/>
              <a:defRPr sz="1385" b="1">
                <a:solidFill>
                  <a:srgbClr val="80669C"/>
                </a:solidFill>
                <a:latin typeface="Arial" panose="020B0604020202090204"/>
                <a:ea typeface="Arial" panose="020B0604020202090204"/>
                <a:cs typeface="Arial" panose="020B0604020202090204"/>
              </a:defRPr>
            </a:lvl3pPr>
            <a:lvl4pPr algn="ctr">
              <a:buNone/>
              <a:defRPr sz="1385" b="1">
                <a:solidFill>
                  <a:srgbClr val="80669C"/>
                </a:solidFill>
                <a:latin typeface="Arial" panose="020B0604020202090204"/>
                <a:ea typeface="Arial" panose="020B0604020202090204"/>
                <a:cs typeface="Arial" panose="020B0604020202090204"/>
              </a:defRPr>
            </a:lvl4pPr>
            <a:lvl5pPr algn="ctr">
              <a:buNone/>
              <a:defRPr sz="1385" b="1">
                <a:solidFill>
                  <a:srgbClr val="80669C"/>
                </a:solidFill>
                <a:latin typeface="Arial" panose="020B0604020202090204"/>
                <a:ea typeface="Arial" panose="020B0604020202090204"/>
                <a:cs typeface="Arial" panose="020B0604020202090204"/>
              </a:defRPr>
            </a:lvl5pPr>
            <a:lvl6pPr algn="ctr">
              <a:buNone/>
              <a:defRPr sz="1385" b="1">
                <a:solidFill>
                  <a:srgbClr val="80669C"/>
                </a:solidFill>
                <a:latin typeface="Arial" panose="020B0604020202090204"/>
                <a:ea typeface="Arial" panose="020B0604020202090204"/>
                <a:cs typeface="Arial" panose="020B0604020202090204"/>
              </a:defRPr>
            </a:lvl6pPr>
            <a:lvl7pPr algn="ctr">
              <a:buNone/>
              <a:defRPr sz="1385" b="1">
                <a:solidFill>
                  <a:srgbClr val="80669C"/>
                </a:solidFill>
                <a:latin typeface="Arial" panose="020B0604020202090204"/>
                <a:ea typeface="Arial" panose="020B0604020202090204"/>
                <a:cs typeface="Arial" panose="020B0604020202090204"/>
              </a:defRPr>
            </a:lvl7pPr>
            <a:lvl8pPr algn="ctr">
              <a:buNone/>
              <a:defRPr sz="1385" b="1">
                <a:solidFill>
                  <a:srgbClr val="80669C"/>
                </a:solidFill>
                <a:latin typeface="Arial" panose="020B0604020202090204"/>
                <a:ea typeface="Arial" panose="020B0604020202090204"/>
                <a:cs typeface="Arial" panose="020B0604020202090204"/>
              </a:defRPr>
            </a:lvl8pPr>
            <a:lvl9pPr algn="ctr">
              <a:buNone/>
              <a:defRPr sz="1385" b="1">
                <a:solidFill>
                  <a:srgbClr val="80669C"/>
                </a:solidFill>
                <a:latin typeface="Arial" panose="020B0604020202090204"/>
                <a:ea typeface="Arial" panose="020B0604020202090204"/>
                <a:cs typeface="Arial" panose="020B0604020202090204"/>
              </a:defRPr>
            </a:lvl9pPr>
          </a:lstStyle>
          <a:p>
            <a:pPr algn="ctr">
              <a:buNone/>
              <a:defRPr sz="1385" b="1">
                <a:solidFill>
                  <a:srgbClr val="80669C"/>
                </a:solidFill>
                <a:latin typeface="Arial" panose="020B0604020202090204"/>
                <a:ea typeface="Arial" panose="020B0604020202090204"/>
                <a:cs typeface="Arial" panose="020B0604020202090204"/>
              </a:defRPr>
            </a:pPr>
            <a:r>
              <a:rPr sz="1800" b="1">
                <a:solidFill>
                  <a:srgbClr val="80669C"/>
                </a:solidFill>
                <a:latin typeface="Arial" panose="020B0604020202090204"/>
                <a:ea typeface="Arial" panose="020B0604020202090204"/>
                <a:cs typeface="Arial" panose="020B0604020202090204"/>
              </a:rPr>
              <a:t>5</a:t>
            </a:r>
            <a:endParaRPr sz="1800" b="1">
              <a:solidFill>
                <a:srgbClr val="80669C"/>
              </a:solidFill>
              <a:latin typeface="Arial" panose="020B0604020202090204"/>
              <a:ea typeface="Arial" panose="020B0604020202090204"/>
              <a:cs typeface="Arial" panose="020B0604020202090204"/>
            </a:endParaRPr>
          </a:p>
        </p:txBody>
      </p:sp>
      <p:sp>
        <p:nvSpPr>
          <p:cNvPr id="788" name="Stage 5 title"/>
          <p:cNvSpPr>
            <a:spLocks noGrp="1"/>
          </p:cNvSpPr>
          <p:nvPr/>
        </p:nvSpPr>
        <p:spPr>
          <a:xfrm>
            <a:off x="638175" y="2748044"/>
            <a:ext cx="6362700" cy="211226"/>
          </a:xfrm>
          <a:prstGeom prst="rect">
            <a:avLst/>
          </a:prstGeom>
          <a:noFill/>
          <a:ln w="0">
            <a:noFill/>
            <a:prstDash val="solid"/>
          </a:ln>
        </p:spPr>
        <p:txBody>
          <a:bodyPr wrap="none" lIns="0" tIns="0" rIns="0" bIns="0" anchor="ctr">
            <a:noAutofit/>
          </a:bodyPr>
          <a:lstStyle>
            <a:defPPr algn="l">
              <a:defRPr sz="1385" b="1">
                <a:solidFill>
                  <a:srgbClr val="80669C"/>
                </a:solidFill>
                <a:latin typeface="Arial" panose="020B0604020202090204"/>
                <a:ea typeface="Arial" panose="020B0604020202090204"/>
                <a:cs typeface="Arial" panose="020B0604020202090204"/>
              </a:defRPr>
            </a:defPPr>
            <a:lvl1pPr algn="l">
              <a:buNone/>
              <a:defRPr sz="1385" b="1">
                <a:solidFill>
                  <a:srgbClr val="80669C"/>
                </a:solidFill>
                <a:latin typeface="Arial" panose="020B0604020202090204"/>
                <a:ea typeface="Arial" panose="020B0604020202090204"/>
                <a:cs typeface="Arial" panose="020B0604020202090204"/>
              </a:defRPr>
            </a:lvl1pPr>
            <a:lvl2pPr algn="l">
              <a:buNone/>
              <a:defRPr sz="1385" b="1">
                <a:solidFill>
                  <a:srgbClr val="80669C"/>
                </a:solidFill>
                <a:latin typeface="Arial" panose="020B0604020202090204"/>
                <a:ea typeface="Arial" panose="020B0604020202090204"/>
                <a:cs typeface="Arial" panose="020B0604020202090204"/>
              </a:defRPr>
            </a:lvl2pPr>
            <a:lvl3pPr algn="l">
              <a:buNone/>
              <a:defRPr sz="1385" b="1">
                <a:solidFill>
                  <a:srgbClr val="80669C"/>
                </a:solidFill>
                <a:latin typeface="Arial" panose="020B0604020202090204"/>
                <a:ea typeface="Arial" panose="020B0604020202090204"/>
                <a:cs typeface="Arial" panose="020B0604020202090204"/>
              </a:defRPr>
            </a:lvl3pPr>
            <a:lvl4pPr algn="l">
              <a:buNone/>
              <a:defRPr sz="1385" b="1">
                <a:solidFill>
                  <a:srgbClr val="80669C"/>
                </a:solidFill>
                <a:latin typeface="Arial" panose="020B0604020202090204"/>
                <a:ea typeface="Arial" panose="020B0604020202090204"/>
                <a:cs typeface="Arial" panose="020B0604020202090204"/>
              </a:defRPr>
            </a:lvl4pPr>
            <a:lvl5pPr algn="l">
              <a:buNone/>
              <a:defRPr sz="1385" b="1">
                <a:solidFill>
                  <a:srgbClr val="80669C"/>
                </a:solidFill>
                <a:latin typeface="Arial" panose="020B0604020202090204"/>
                <a:ea typeface="Arial" panose="020B0604020202090204"/>
                <a:cs typeface="Arial" panose="020B0604020202090204"/>
              </a:defRPr>
            </a:lvl5pPr>
            <a:lvl6pPr algn="l">
              <a:buNone/>
              <a:defRPr sz="1385" b="1">
                <a:solidFill>
                  <a:srgbClr val="80669C"/>
                </a:solidFill>
                <a:latin typeface="Arial" panose="020B0604020202090204"/>
                <a:ea typeface="Arial" panose="020B0604020202090204"/>
                <a:cs typeface="Arial" panose="020B0604020202090204"/>
              </a:defRPr>
            </a:lvl6pPr>
            <a:lvl7pPr algn="l">
              <a:buNone/>
              <a:defRPr sz="1385" b="1">
                <a:solidFill>
                  <a:srgbClr val="80669C"/>
                </a:solidFill>
                <a:latin typeface="Arial" panose="020B0604020202090204"/>
                <a:ea typeface="Arial" panose="020B0604020202090204"/>
                <a:cs typeface="Arial" panose="020B0604020202090204"/>
              </a:defRPr>
            </a:lvl7pPr>
            <a:lvl8pPr algn="l">
              <a:buNone/>
              <a:defRPr sz="1385" b="1">
                <a:solidFill>
                  <a:srgbClr val="80669C"/>
                </a:solidFill>
                <a:latin typeface="Arial" panose="020B0604020202090204"/>
                <a:ea typeface="Arial" panose="020B0604020202090204"/>
                <a:cs typeface="Arial" panose="020B0604020202090204"/>
              </a:defRPr>
            </a:lvl8pPr>
            <a:lvl9pPr algn="l">
              <a:buNone/>
              <a:defRPr sz="1385" b="1">
                <a:solidFill>
                  <a:srgbClr val="80669C"/>
                </a:solidFill>
                <a:latin typeface="Arial" panose="020B0604020202090204"/>
                <a:ea typeface="Arial" panose="020B0604020202090204"/>
                <a:cs typeface="Arial" panose="020B0604020202090204"/>
              </a:defRPr>
            </a:lvl9pPr>
          </a:lstStyle>
          <a:p>
            <a:pPr algn="l">
              <a:buNone/>
              <a:defRPr sz="1385" b="1">
                <a:solidFill>
                  <a:srgbClr val="80669C"/>
                </a:solidFill>
                <a:latin typeface="Arial" panose="020B0604020202090204"/>
                <a:ea typeface="Arial" panose="020B0604020202090204"/>
                <a:cs typeface="Arial" panose="020B0604020202090204"/>
              </a:defRPr>
            </a:pPr>
            <a:r>
              <a:rPr sz="1800" b="1">
                <a:solidFill>
                  <a:srgbClr val="80669C"/>
                </a:solidFill>
                <a:latin typeface="Arial" panose="020B0604020202090204"/>
                <a:ea typeface="Arial" panose="020B0604020202090204"/>
                <a:cs typeface="Arial" panose="020B0604020202090204"/>
              </a:rPr>
              <a:t>Grade-conditioned rewrites</a:t>
            </a:r>
            <a:endParaRPr sz="1800" b="1">
              <a:solidFill>
                <a:srgbClr val="80669C"/>
              </a:solidFill>
              <a:latin typeface="Arial" panose="020B0604020202090204"/>
              <a:ea typeface="Arial" panose="020B0604020202090204"/>
              <a:cs typeface="Arial" panose="020B0604020202090204"/>
            </a:endParaRPr>
          </a:p>
        </p:txBody>
      </p:sp>
      <p:sp>
        <p:nvSpPr>
          <p:cNvPr id="789" name="Stage 6 frame"/>
          <p:cNvSpPr>
            <a:spLocks noGrp="1"/>
          </p:cNvSpPr>
          <p:nvPr/>
        </p:nvSpPr>
        <p:spPr>
          <a:xfrm>
            <a:off x="7362825" y="2698979"/>
            <a:ext cx="2924175" cy="1546783"/>
          </a:xfrm>
          <a:prstGeom prst="roundRect">
            <a:avLst>
              <a:gd name="adj" fmla="val 3478"/>
            </a:avLst>
          </a:prstGeom>
          <a:solidFill>
            <a:srgbClr val="FFFFFF"/>
          </a:solidFill>
          <a:ln w="11430">
            <a:solidFill>
              <a:srgbClr val="CEDDE5"/>
            </a:solidFill>
            <a:prstDash val="solid"/>
          </a:ln>
        </p:spPr>
      </p:sp>
      <p:sp>
        <p:nvSpPr>
          <p:cNvPr id="790" name="Stage 6 heading background"/>
          <p:cNvSpPr>
            <a:spLocks noGrp="1"/>
          </p:cNvSpPr>
          <p:nvPr/>
        </p:nvSpPr>
        <p:spPr>
          <a:xfrm>
            <a:off x="7372350" y="2705704"/>
            <a:ext cx="2905125" cy="289181"/>
          </a:xfrm>
          <a:prstGeom prst="roundRect">
            <a:avLst>
              <a:gd name="adj" fmla="val 16279"/>
            </a:avLst>
          </a:prstGeom>
          <a:solidFill>
            <a:srgbClr val="EDF4F8"/>
          </a:solidFill>
          <a:ln w="0">
            <a:noFill/>
            <a:prstDash val="solid"/>
          </a:ln>
        </p:spPr>
      </p:sp>
      <p:sp>
        <p:nvSpPr>
          <p:cNvPr id="791" name="Stage 6 number"/>
          <p:cNvSpPr>
            <a:spLocks noGrp="1"/>
          </p:cNvSpPr>
          <p:nvPr/>
        </p:nvSpPr>
        <p:spPr>
          <a:xfrm>
            <a:off x="7486650" y="2748044"/>
            <a:ext cx="228600" cy="211226"/>
          </a:xfrm>
          <a:prstGeom prst="rect">
            <a:avLst/>
          </a:prstGeom>
          <a:noFill/>
          <a:ln w="0">
            <a:noFill/>
            <a:prstDash val="solid"/>
          </a:ln>
        </p:spPr>
        <p:txBody>
          <a:bodyPr wrap="none" lIns="0" tIns="0" rIns="0" bIns="0" anchor="ctr">
            <a:noAutofit/>
          </a:bodyPr>
          <a:lstStyle>
            <a:defPPr algn="ctr">
              <a:defRPr sz="1385" b="1">
                <a:solidFill>
                  <a:srgbClr val="476E89"/>
                </a:solidFill>
                <a:latin typeface="Arial" panose="020B0604020202090204"/>
                <a:ea typeface="Arial" panose="020B0604020202090204"/>
                <a:cs typeface="Arial" panose="020B0604020202090204"/>
              </a:defRPr>
            </a:defPPr>
            <a:lvl1pPr algn="ctr">
              <a:buNone/>
              <a:defRPr sz="1385" b="1">
                <a:solidFill>
                  <a:srgbClr val="476E89"/>
                </a:solidFill>
                <a:latin typeface="Arial" panose="020B0604020202090204"/>
                <a:ea typeface="Arial" panose="020B0604020202090204"/>
                <a:cs typeface="Arial" panose="020B0604020202090204"/>
              </a:defRPr>
            </a:lvl1pPr>
            <a:lvl2pPr algn="ctr">
              <a:buNone/>
              <a:defRPr sz="1385" b="1">
                <a:solidFill>
                  <a:srgbClr val="476E89"/>
                </a:solidFill>
                <a:latin typeface="Arial" panose="020B0604020202090204"/>
                <a:ea typeface="Arial" panose="020B0604020202090204"/>
                <a:cs typeface="Arial" panose="020B0604020202090204"/>
              </a:defRPr>
            </a:lvl2pPr>
            <a:lvl3pPr algn="ctr">
              <a:buNone/>
              <a:defRPr sz="1385" b="1">
                <a:solidFill>
                  <a:srgbClr val="476E89"/>
                </a:solidFill>
                <a:latin typeface="Arial" panose="020B0604020202090204"/>
                <a:ea typeface="Arial" panose="020B0604020202090204"/>
                <a:cs typeface="Arial" panose="020B0604020202090204"/>
              </a:defRPr>
            </a:lvl3pPr>
            <a:lvl4pPr algn="ctr">
              <a:buNone/>
              <a:defRPr sz="1385" b="1">
                <a:solidFill>
                  <a:srgbClr val="476E89"/>
                </a:solidFill>
                <a:latin typeface="Arial" panose="020B0604020202090204"/>
                <a:ea typeface="Arial" panose="020B0604020202090204"/>
                <a:cs typeface="Arial" panose="020B0604020202090204"/>
              </a:defRPr>
            </a:lvl4pPr>
            <a:lvl5pPr algn="ctr">
              <a:buNone/>
              <a:defRPr sz="1385" b="1">
                <a:solidFill>
                  <a:srgbClr val="476E89"/>
                </a:solidFill>
                <a:latin typeface="Arial" panose="020B0604020202090204"/>
                <a:ea typeface="Arial" panose="020B0604020202090204"/>
                <a:cs typeface="Arial" panose="020B0604020202090204"/>
              </a:defRPr>
            </a:lvl5pPr>
            <a:lvl6pPr algn="ctr">
              <a:buNone/>
              <a:defRPr sz="1385" b="1">
                <a:solidFill>
                  <a:srgbClr val="476E89"/>
                </a:solidFill>
                <a:latin typeface="Arial" panose="020B0604020202090204"/>
                <a:ea typeface="Arial" panose="020B0604020202090204"/>
                <a:cs typeface="Arial" panose="020B0604020202090204"/>
              </a:defRPr>
            </a:lvl6pPr>
            <a:lvl7pPr algn="ctr">
              <a:buNone/>
              <a:defRPr sz="1385" b="1">
                <a:solidFill>
                  <a:srgbClr val="476E89"/>
                </a:solidFill>
                <a:latin typeface="Arial" panose="020B0604020202090204"/>
                <a:ea typeface="Arial" panose="020B0604020202090204"/>
                <a:cs typeface="Arial" panose="020B0604020202090204"/>
              </a:defRPr>
            </a:lvl7pPr>
            <a:lvl8pPr algn="ctr">
              <a:buNone/>
              <a:defRPr sz="1385" b="1">
                <a:solidFill>
                  <a:srgbClr val="476E89"/>
                </a:solidFill>
                <a:latin typeface="Arial" panose="020B0604020202090204"/>
                <a:ea typeface="Arial" panose="020B0604020202090204"/>
                <a:cs typeface="Arial" panose="020B0604020202090204"/>
              </a:defRPr>
            </a:lvl8pPr>
            <a:lvl9pPr algn="ctr">
              <a:buNone/>
              <a:defRPr sz="1385" b="1">
                <a:solidFill>
                  <a:srgbClr val="476E89"/>
                </a:solidFill>
                <a:latin typeface="Arial" panose="020B0604020202090204"/>
                <a:ea typeface="Arial" panose="020B0604020202090204"/>
                <a:cs typeface="Arial" panose="020B0604020202090204"/>
              </a:defRPr>
            </a:lvl9pPr>
          </a:lstStyle>
          <a:p>
            <a:pPr algn="ctr">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6</a:t>
            </a:r>
            <a:endParaRPr sz="1800" b="1">
              <a:solidFill>
                <a:srgbClr val="476E89"/>
              </a:solidFill>
              <a:latin typeface="Arial" panose="020B0604020202090204"/>
              <a:ea typeface="Arial" panose="020B0604020202090204"/>
              <a:cs typeface="Arial" panose="020B0604020202090204"/>
            </a:endParaRPr>
          </a:p>
        </p:txBody>
      </p:sp>
      <p:sp>
        <p:nvSpPr>
          <p:cNvPr id="792" name="Stage 6 title"/>
          <p:cNvSpPr>
            <a:spLocks noGrp="1"/>
          </p:cNvSpPr>
          <p:nvPr/>
        </p:nvSpPr>
        <p:spPr>
          <a:xfrm>
            <a:off x="7810500" y="2748044"/>
            <a:ext cx="2362200" cy="211226"/>
          </a:xfrm>
          <a:prstGeom prst="rect">
            <a:avLst/>
          </a:prstGeom>
          <a:noFill/>
          <a:ln w="0">
            <a:noFill/>
            <a:prstDash val="solid"/>
          </a:ln>
        </p:spPr>
        <p:txBody>
          <a:bodyPr wrap="none" lIns="0" tIns="0" rIns="0" bIns="0" anchor="ctr">
            <a:noAutofit/>
          </a:bodyPr>
          <a:lstStyle>
            <a:defPPr algn="l">
              <a:defRPr sz="1385" b="1">
                <a:solidFill>
                  <a:srgbClr val="476E89"/>
                </a:solidFill>
                <a:latin typeface="Arial" panose="020B0604020202090204"/>
                <a:ea typeface="Arial" panose="020B0604020202090204"/>
                <a:cs typeface="Arial" panose="020B0604020202090204"/>
              </a:defRPr>
            </a:defPPr>
            <a:lvl1pPr algn="l">
              <a:buNone/>
              <a:defRPr sz="1385" b="1">
                <a:solidFill>
                  <a:srgbClr val="476E89"/>
                </a:solidFill>
                <a:latin typeface="Arial" panose="020B0604020202090204"/>
                <a:ea typeface="Arial" panose="020B0604020202090204"/>
                <a:cs typeface="Arial" panose="020B0604020202090204"/>
              </a:defRPr>
            </a:lvl1pPr>
            <a:lvl2pPr algn="l">
              <a:buNone/>
              <a:defRPr sz="1385" b="1">
                <a:solidFill>
                  <a:srgbClr val="476E89"/>
                </a:solidFill>
                <a:latin typeface="Arial" panose="020B0604020202090204"/>
                <a:ea typeface="Arial" panose="020B0604020202090204"/>
                <a:cs typeface="Arial" panose="020B0604020202090204"/>
              </a:defRPr>
            </a:lvl2pPr>
            <a:lvl3pPr algn="l">
              <a:buNone/>
              <a:defRPr sz="1385" b="1">
                <a:solidFill>
                  <a:srgbClr val="476E89"/>
                </a:solidFill>
                <a:latin typeface="Arial" panose="020B0604020202090204"/>
                <a:ea typeface="Arial" panose="020B0604020202090204"/>
                <a:cs typeface="Arial" panose="020B0604020202090204"/>
              </a:defRPr>
            </a:lvl3pPr>
            <a:lvl4pPr algn="l">
              <a:buNone/>
              <a:defRPr sz="1385" b="1">
                <a:solidFill>
                  <a:srgbClr val="476E89"/>
                </a:solidFill>
                <a:latin typeface="Arial" panose="020B0604020202090204"/>
                <a:ea typeface="Arial" panose="020B0604020202090204"/>
                <a:cs typeface="Arial" panose="020B0604020202090204"/>
              </a:defRPr>
            </a:lvl4pPr>
            <a:lvl5pPr algn="l">
              <a:buNone/>
              <a:defRPr sz="1385" b="1">
                <a:solidFill>
                  <a:srgbClr val="476E89"/>
                </a:solidFill>
                <a:latin typeface="Arial" panose="020B0604020202090204"/>
                <a:ea typeface="Arial" panose="020B0604020202090204"/>
                <a:cs typeface="Arial" panose="020B0604020202090204"/>
              </a:defRPr>
            </a:lvl5pPr>
            <a:lvl6pPr algn="l">
              <a:buNone/>
              <a:defRPr sz="1385" b="1">
                <a:solidFill>
                  <a:srgbClr val="476E89"/>
                </a:solidFill>
                <a:latin typeface="Arial" panose="020B0604020202090204"/>
                <a:ea typeface="Arial" panose="020B0604020202090204"/>
                <a:cs typeface="Arial" panose="020B0604020202090204"/>
              </a:defRPr>
            </a:lvl6pPr>
            <a:lvl7pPr algn="l">
              <a:buNone/>
              <a:defRPr sz="1385" b="1">
                <a:solidFill>
                  <a:srgbClr val="476E89"/>
                </a:solidFill>
                <a:latin typeface="Arial" panose="020B0604020202090204"/>
                <a:ea typeface="Arial" panose="020B0604020202090204"/>
                <a:cs typeface="Arial" panose="020B0604020202090204"/>
              </a:defRPr>
            </a:lvl7pPr>
            <a:lvl8pPr algn="l">
              <a:buNone/>
              <a:defRPr sz="1385" b="1">
                <a:solidFill>
                  <a:srgbClr val="476E89"/>
                </a:solidFill>
                <a:latin typeface="Arial" panose="020B0604020202090204"/>
                <a:ea typeface="Arial" panose="020B0604020202090204"/>
                <a:cs typeface="Arial" panose="020B0604020202090204"/>
              </a:defRPr>
            </a:lvl8pPr>
            <a:lvl9pPr algn="l">
              <a:buNone/>
              <a:defRPr sz="1385" b="1">
                <a:solidFill>
                  <a:srgbClr val="476E89"/>
                </a:solidFill>
                <a:latin typeface="Arial" panose="020B0604020202090204"/>
                <a:ea typeface="Arial" panose="020B0604020202090204"/>
                <a:cs typeface="Arial" panose="020B0604020202090204"/>
              </a:defRPr>
            </a:lvl9pPr>
          </a:lstStyle>
          <a:p>
            <a:pPr algn="l">
              <a:buNone/>
              <a:defRPr sz="1385" b="1">
                <a:solidFill>
                  <a:srgbClr val="476E89"/>
                </a:solidFill>
                <a:latin typeface="Arial" panose="020B0604020202090204"/>
                <a:ea typeface="Arial" panose="020B0604020202090204"/>
                <a:cs typeface="Arial" panose="020B0604020202090204"/>
              </a:defRPr>
            </a:pPr>
            <a:r>
              <a:rPr sz="1800" b="1">
                <a:solidFill>
                  <a:srgbClr val="476E89"/>
                </a:solidFill>
                <a:latin typeface="Arial" panose="020B0604020202090204"/>
                <a:ea typeface="Arial" panose="020B0604020202090204"/>
                <a:cs typeface="Arial" panose="020B0604020202090204"/>
              </a:rPr>
              <a:t>Sampling metadata</a:t>
            </a:r>
            <a:endParaRPr sz="1800" b="1">
              <a:solidFill>
                <a:srgbClr val="476E89"/>
              </a:solidFill>
              <a:latin typeface="Arial" panose="020B0604020202090204"/>
              <a:ea typeface="Arial" panose="020B0604020202090204"/>
              <a:cs typeface="Arial" panose="020B0604020202090204"/>
            </a:endParaRPr>
          </a:p>
        </p:txBody>
      </p:sp>
      <p:sp>
        <p:nvSpPr>
          <p:cNvPr id="793" name="Stage 7 frame"/>
          <p:cNvSpPr>
            <a:spLocks noGrp="1"/>
          </p:cNvSpPr>
          <p:nvPr/>
        </p:nvSpPr>
        <p:spPr>
          <a:xfrm>
            <a:off x="10534650" y="2698979"/>
            <a:ext cx="4362450" cy="1546783"/>
          </a:xfrm>
          <a:prstGeom prst="roundRect">
            <a:avLst>
              <a:gd name="adj" fmla="val 3478"/>
            </a:avLst>
          </a:prstGeom>
          <a:solidFill>
            <a:srgbClr val="FFFFFF"/>
          </a:solidFill>
          <a:ln w="11430">
            <a:solidFill>
              <a:srgbClr val="CEDDE5"/>
            </a:solidFill>
            <a:prstDash val="solid"/>
          </a:ln>
        </p:spPr>
      </p:sp>
      <p:sp>
        <p:nvSpPr>
          <p:cNvPr id="794" name="Stage 7 heading background"/>
          <p:cNvSpPr>
            <a:spLocks noGrp="1"/>
          </p:cNvSpPr>
          <p:nvPr/>
        </p:nvSpPr>
        <p:spPr>
          <a:xfrm>
            <a:off x="10544175" y="2705704"/>
            <a:ext cx="4343400" cy="289181"/>
          </a:xfrm>
          <a:prstGeom prst="roundRect">
            <a:avLst>
              <a:gd name="adj" fmla="val 16279"/>
            </a:avLst>
          </a:prstGeom>
          <a:solidFill>
            <a:srgbClr val="ECF6F2"/>
          </a:solidFill>
          <a:ln w="0">
            <a:noFill/>
            <a:prstDash val="solid"/>
          </a:ln>
        </p:spPr>
      </p:sp>
      <p:sp>
        <p:nvSpPr>
          <p:cNvPr id="795" name="Stage 7 number"/>
          <p:cNvSpPr>
            <a:spLocks noGrp="1"/>
          </p:cNvSpPr>
          <p:nvPr/>
        </p:nvSpPr>
        <p:spPr>
          <a:xfrm>
            <a:off x="10658475" y="2748044"/>
            <a:ext cx="228600" cy="211226"/>
          </a:xfrm>
          <a:prstGeom prst="rect">
            <a:avLst/>
          </a:prstGeom>
          <a:noFill/>
          <a:ln w="0">
            <a:noFill/>
            <a:prstDash val="solid"/>
          </a:ln>
        </p:spPr>
        <p:txBody>
          <a:bodyPr wrap="none" lIns="0" tIns="0" rIns="0" bIns="0" anchor="ctr">
            <a:noAutofit/>
          </a:bodyPr>
          <a:lstStyle>
            <a:defPPr algn="ctr">
              <a:defRPr sz="1385" b="1">
                <a:solidFill>
                  <a:srgbClr val="438274"/>
                </a:solidFill>
                <a:latin typeface="Arial" panose="020B0604020202090204"/>
                <a:ea typeface="Arial" panose="020B0604020202090204"/>
                <a:cs typeface="Arial" panose="020B0604020202090204"/>
              </a:defRPr>
            </a:defPPr>
            <a:lvl1pPr algn="ctr">
              <a:buNone/>
              <a:defRPr sz="1385" b="1">
                <a:solidFill>
                  <a:srgbClr val="438274"/>
                </a:solidFill>
                <a:latin typeface="Arial" panose="020B0604020202090204"/>
                <a:ea typeface="Arial" panose="020B0604020202090204"/>
                <a:cs typeface="Arial" panose="020B0604020202090204"/>
              </a:defRPr>
            </a:lvl1pPr>
            <a:lvl2pPr algn="ctr">
              <a:buNone/>
              <a:defRPr sz="1385" b="1">
                <a:solidFill>
                  <a:srgbClr val="438274"/>
                </a:solidFill>
                <a:latin typeface="Arial" panose="020B0604020202090204"/>
                <a:ea typeface="Arial" panose="020B0604020202090204"/>
                <a:cs typeface="Arial" panose="020B0604020202090204"/>
              </a:defRPr>
            </a:lvl2pPr>
            <a:lvl3pPr algn="ctr">
              <a:buNone/>
              <a:defRPr sz="1385" b="1">
                <a:solidFill>
                  <a:srgbClr val="438274"/>
                </a:solidFill>
                <a:latin typeface="Arial" panose="020B0604020202090204"/>
                <a:ea typeface="Arial" panose="020B0604020202090204"/>
                <a:cs typeface="Arial" panose="020B0604020202090204"/>
              </a:defRPr>
            </a:lvl3pPr>
            <a:lvl4pPr algn="ctr">
              <a:buNone/>
              <a:defRPr sz="1385" b="1">
                <a:solidFill>
                  <a:srgbClr val="438274"/>
                </a:solidFill>
                <a:latin typeface="Arial" panose="020B0604020202090204"/>
                <a:ea typeface="Arial" panose="020B0604020202090204"/>
                <a:cs typeface="Arial" panose="020B0604020202090204"/>
              </a:defRPr>
            </a:lvl4pPr>
            <a:lvl5pPr algn="ctr">
              <a:buNone/>
              <a:defRPr sz="1385" b="1">
                <a:solidFill>
                  <a:srgbClr val="438274"/>
                </a:solidFill>
                <a:latin typeface="Arial" panose="020B0604020202090204"/>
                <a:ea typeface="Arial" panose="020B0604020202090204"/>
                <a:cs typeface="Arial" panose="020B0604020202090204"/>
              </a:defRPr>
            </a:lvl5pPr>
            <a:lvl6pPr algn="ctr">
              <a:buNone/>
              <a:defRPr sz="1385" b="1">
                <a:solidFill>
                  <a:srgbClr val="438274"/>
                </a:solidFill>
                <a:latin typeface="Arial" panose="020B0604020202090204"/>
                <a:ea typeface="Arial" panose="020B0604020202090204"/>
                <a:cs typeface="Arial" panose="020B0604020202090204"/>
              </a:defRPr>
            </a:lvl6pPr>
            <a:lvl7pPr algn="ctr">
              <a:buNone/>
              <a:defRPr sz="1385" b="1">
                <a:solidFill>
                  <a:srgbClr val="438274"/>
                </a:solidFill>
                <a:latin typeface="Arial" panose="020B0604020202090204"/>
                <a:ea typeface="Arial" panose="020B0604020202090204"/>
                <a:cs typeface="Arial" panose="020B0604020202090204"/>
              </a:defRPr>
            </a:lvl7pPr>
            <a:lvl8pPr algn="ctr">
              <a:buNone/>
              <a:defRPr sz="1385" b="1">
                <a:solidFill>
                  <a:srgbClr val="438274"/>
                </a:solidFill>
                <a:latin typeface="Arial" panose="020B0604020202090204"/>
                <a:ea typeface="Arial" panose="020B0604020202090204"/>
                <a:cs typeface="Arial" panose="020B0604020202090204"/>
              </a:defRPr>
            </a:lvl8pPr>
            <a:lvl9pPr algn="ctr">
              <a:buNone/>
              <a:defRPr sz="1385" b="1">
                <a:solidFill>
                  <a:srgbClr val="438274"/>
                </a:solidFill>
                <a:latin typeface="Arial" panose="020B0604020202090204"/>
                <a:ea typeface="Arial" panose="020B0604020202090204"/>
                <a:cs typeface="Arial" panose="020B0604020202090204"/>
              </a:defRPr>
            </a:lvl9pPr>
          </a:lstStyle>
          <a:p>
            <a:pPr algn="ctr">
              <a:buNone/>
              <a:defRPr sz="1385" b="1">
                <a:solidFill>
                  <a:srgbClr val="438274"/>
                </a:solidFill>
                <a:latin typeface="Arial" panose="020B0604020202090204"/>
                <a:ea typeface="Arial" panose="020B0604020202090204"/>
                <a:cs typeface="Arial" panose="020B0604020202090204"/>
              </a:defRPr>
            </a:pPr>
            <a:r>
              <a:rPr sz="2000" b="1">
                <a:solidFill>
                  <a:srgbClr val="438274"/>
                </a:solidFill>
                <a:latin typeface="Arial" panose="020B0604020202090204"/>
                <a:ea typeface="Arial" panose="020B0604020202090204"/>
                <a:cs typeface="Arial" panose="020B0604020202090204"/>
              </a:rPr>
              <a:t>7</a:t>
            </a:r>
            <a:endParaRPr sz="2000" b="1">
              <a:solidFill>
                <a:srgbClr val="438274"/>
              </a:solidFill>
              <a:latin typeface="Arial" panose="020B0604020202090204"/>
              <a:ea typeface="Arial" panose="020B0604020202090204"/>
              <a:cs typeface="Arial" panose="020B0604020202090204"/>
            </a:endParaRPr>
          </a:p>
        </p:txBody>
      </p:sp>
      <p:sp>
        <p:nvSpPr>
          <p:cNvPr id="796" name="Stage 7 title"/>
          <p:cNvSpPr>
            <a:spLocks noGrp="1"/>
          </p:cNvSpPr>
          <p:nvPr/>
        </p:nvSpPr>
        <p:spPr>
          <a:xfrm>
            <a:off x="10982325" y="2748044"/>
            <a:ext cx="3800475" cy="211226"/>
          </a:xfrm>
          <a:prstGeom prst="rect">
            <a:avLst/>
          </a:prstGeom>
          <a:noFill/>
          <a:ln w="0">
            <a:noFill/>
            <a:prstDash val="solid"/>
          </a:ln>
        </p:spPr>
        <p:txBody>
          <a:bodyPr wrap="none" lIns="0" tIns="0" rIns="0" bIns="0" anchor="ctr">
            <a:noAutofit/>
          </a:bodyPr>
          <a:lstStyle>
            <a:defPPr algn="l">
              <a:defRPr sz="1385" b="1">
                <a:solidFill>
                  <a:srgbClr val="438274"/>
                </a:solidFill>
                <a:latin typeface="Arial" panose="020B0604020202090204"/>
                <a:ea typeface="Arial" panose="020B0604020202090204"/>
                <a:cs typeface="Arial" panose="020B0604020202090204"/>
              </a:defRPr>
            </a:defPPr>
            <a:lvl1pPr algn="l">
              <a:buNone/>
              <a:defRPr sz="1385" b="1">
                <a:solidFill>
                  <a:srgbClr val="438274"/>
                </a:solidFill>
                <a:latin typeface="Arial" panose="020B0604020202090204"/>
                <a:ea typeface="Arial" panose="020B0604020202090204"/>
                <a:cs typeface="Arial" panose="020B0604020202090204"/>
              </a:defRPr>
            </a:lvl1pPr>
            <a:lvl2pPr algn="l">
              <a:buNone/>
              <a:defRPr sz="1385" b="1">
                <a:solidFill>
                  <a:srgbClr val="438274"/>
                </a:solidFill>
                <a:latin typeface="Arial" panose="020B0604020202090204"/>
                <a:ea typeface="Arial" panose="020B0604020202090204"/>
                <a:cs typeface="Arial" panose="020B0604020202090204"/>
              </a:defRPr>
            </a:lvl2pPr>
            <a:lvl3pPr algn="l">
              <a:buNone/>
              <a:defRPr sz="1385" b="1">
                <a:solidFill>
                  <a:srgbClr val="438274"/>
                </a:solidFill>
                <a:latin typeface="Arial" panose="020B0604020202090204"/>
                <a:ea typeface="Arial" panose="020B0604020202090204"/>
                <a:cs typeface="Arial" panose="020B0604020202090204"/>
              </a:defRPr>
            </a:lvl3pPr>
            <a:lvl4pPr algn="l">
              <a:buNone/>
              <a:defRPr sz="1385" b="1">
                <a:solidFill>
                  <a:srgbClr val="438274"/>
                </a:solidFill>
                <a:latin typeface="Arial" panose="020B0604020202090204"/>
                <a:ea typeface="Arial" panose="020B0604020202090204"/>
                <a:cs typeface="Arial" panose="020B0604020202090204"/>
              </a:defRPr>
            </a:lvl4pPr>
            <a:lvl5pPr algn="l">
              <a:buNone/>
              <a:defRPr sz="1385" b="1">
                <a:solidFill>
                  <a:srgbClr val="438274"/>
                </a:solidFill>
                <a:latin typeface="Arial" panose="020B0604020202090204"/>
                <a:ea typeface="Arial" panose="020B0604020202090204"/>
                <a:cs typeface="Arial" panose="020B0604020202090204"/>
              </a:defRPr>
            </a:lvl5pPr>
            <a:lvl6pPr algn="l">
              <a:buNone/>
              <a:defRPr sz="1385" b="1">
                <a:solidFill>
                  <a:srgbClr val="438274"/>
                </a:solidFill>
                <a:latin typeface="Arial" panose="020B0604020202090204"/>
                <a:ea typeface="Arial" panose="020B0604020202090204"/>
                <a:cs typeface="Arial" panose="020B0604020202090204"/>
              </a:defRPr>
            </a:lvl6pPr>
            <a:lvl7pPr algn="l">
              <a:buNone/>
              <a:defRPr sz="1385" b="1">
                <a:solidFill>
                  <a:srgbClr val="438274"/>
                </a:solidFill>
                <a:latin typeface="Arial" panose="020B0604020202090204"/>
                <a:ea typeface="Arial" panose="020B0604020202090204"/>
                <a:cs typeface="Arial" panose="020B0604020202090204"/>
              </a:defRPr>
            </a:lvl7pPr>
            <a:lvl8pPr algn="l">
              <a:buNone/>
              <a:defRPr sz="1385" b="1">
                <a:solidFill>
                  <a:srgbClr val="438274"/>
                </a:solidFill>
                <a:latin typeface="Arial" panose="020B0604020202090204"/>
                <a:ea typeface="Arial" panose="020B0604020202090204"/>
                <a:cs typeface="Arial" panose="020B0604020202090204"/>
              </a:defRPr>
            </a:lvl8pPr>
            <a:lvl9pPr algn="l">
              <a:buNone/>
              <a:defRPr sz="1385" b="1">
                <a:solidFill>
                  <a:srgbClr val="438274"/>
                </a:solidFill>
                <a:latin typeface="Arial" panose="020B0604020202090204"/>
                <a:ea typeface="Arial" panose="020B0604020202090204"/>
                <a:cs typeface="Arial" panose="020B0604020202090204"/>
              </a:defRPr>
            </a:lvl9pPr>
          </a:lstStyle>
          <a:p>
            <a:pPr algn="l">
              <a:buNone/>
              <a:defRPr sz="1385" b="1">
                <a:solidFill>
                  <a:srgbClr val="438274"/>
                </a:solidFill>
                <a:latin typeface="Arial" panose="020B0604020202090204"/>
                <a:ea typeface="Arial" panose="020B0604020202090204"/>
                <a:cs typeface="Arial" panose="020B0604020202090204"/>
              </a:defRPr>
            </a:pPr>
            <a:r>
              <a:rPr sz="1800" b="1">
                <a:solidFill>
                  <a:srgbClr val="438274"/>
                </a:solidFill>
                <a:latin typeface="Arial" panose="020B0604020202090204"/>
                <a:ea typeface="Arial" panose="020B0604020202090204"/>
                <a:cs typeface="Arial" panose="020B0604020202090204"/>
              </a:rPr>
              <a:t>Multimodal review</a:t>
            </a:r>
            <a:endParaRPr sz="1800" b="1">
              <a:solidFill>
                <a:srgbClr val="438274"/>
              </a:solidFill>
              <a:latin typeface="Arial" panose="020B0604020202090204"/>
              <a:ea typeface="Arial" panose="020B0604020202090204"/>
              <a:cs typeface="Arial" panose="020B0604020202090204"/>
            </a:endParaRPr>
          </a:p>
        </p:txBody>
      </p:sp>
      <p:sp>
        <p:nvSpPr>
          <p:cNvPr id="797" name="Rewrite to sampling metadata"/>
          <p:cNvSpPr>
            <a:spLocks noGrp="1"/>
          </p:cNvSpPr>
          <p:nvPr/>
        </p:nvSpPr>
        <p:spPr>
          <a:xfrm>
            <a:off x="7153275" y="3472370"/>
            <a:ext cx="161925" cy="0"/>
          </a:xfrm>
          <a:custGeom>
            <a:avLst/>
            <a:gdLst/>
            <a:ahLst/>
            <a:cxnLst/>
            <a:pathLst>
              <a:path w="161925" h="95">
                <a:moveTo>
                  <a:pt x="0" y="0"/>
                </a:moveTo>
                <a:lnTo>
                  <a:pt x="161925" y="0"/>
                </a:lnTo>
              </a:path>
            </a:pathLst>
          </a:custGeom>
          <a:noFill/>
          <a:ln w="19050">
            <a:solidFill>
              <a:srgbClr val="8EA4B1"/>
            </a:solidFill>
            <a:prstDash val="solid"/>
          </a:ln>
        </p:spPr>
      </p:sp>
      <p:sp>
        <p:nvSpPr>
          <p:cNvPr id="798" name="Rewrite to sampling metadata tip"/>
          <p:cNvSpPr>
            <a:spLocks noGrp="1"/>
          </p:cNvSpPr>
          <p:nvPr/>
        </p:nvSpPr>
        <p:spPr>
          <a:xfrm>
            <a:off x="7258050" y="3452195"/>
            <a:ext cx="57150" cy="40351"/>
          </a:xfrm>
          <a:custGeom>
            <a:avLst/>
            <a:gdLst/>
            <a:ahLst/>
            <a:cxnLst/>
            <a:pathLst>
              <a:path w="57150" h="57150">
                <a:moveTo>
                  <a:pt x="57150" y="28575"/>
                </a:moveTo>
                <a:lnTo>
                  <a:pt x="0" y="57150"/>
                </a:lnTo>
                <a:lnTo>
                  <a:pt x="0" y="0"/>
                </a:lnTo>
                <a:close/>
              </a:path>
            </a:pathLst>
          </a:custGeom>
          <a:solidFill>
            <a:srgbClr val="8EA4B1"/>
          </a:solidFill>
          <a:ln w="0">
            <a:noFill/>
            <a:prstDash val="solid"/>
          </a:ln>
        </p:spPr>
      </p:sp>
      <p:sp>
        <p:nvSpPr>
          <p:cNvPr id="799" name="Sampling metadata to review"/>
          <p:cNvSpPr>
            <a:spLocks noGrp="1"/>
          </p:cNvSpPr>
          <p:nvPr/>
        </p:nvSpPr>
        <p:spPr>
          <a:xfrm>
            <a:off x="10325100" y="3472370"/>
            <a:ext cx="161925" cy="0"/>
          </a:xfrm>
          <a:custGeom>
            <a:avLst/>
            <a:gdLst/>
            <a:ahLst/>
            <a:cxnLst/>
            <a:pathLst>
              <a:path w="161925" h="95">
                <a:moveTo>
                  <a:pt x="0" y="0"/>
                </a:moveTo>
                <a:lnTo>
                  <a:pt x="161925" y="0"/>
                </a:lnTo>
              </a:path>
            </a:pathLst>
          </a:custGeom>
          <a:noFill/>
          <a:ln w="19050">
            <a:solidFill>
              <a:srgbClr val="8EA4B1"/>
            </a:solidFill>
            <a:prstDash val="solid"/>
          </a:ln>
        </p:spPr>
      </p:sp>
      <p:sp>
        <p:nvSpPr>
          <p:cNvPr id="800" name="Sampling metadata to review tip"/>
          <p:cNvSpPr>
            <a:spLocks noGrp="1"/>
          </p:cNvSpPr>
          <p:nvPr/>
        </p:nvSpPr>
        <p:spPr>
          <a:xfrm>
            <a:off x="10429875" y="3452195"/>
            <a:ext cx="57150" cy="40351"/>
          </a:xfrm>
          <a:custGeom>
            <a:avLst/>
            <a:gdLst/>
            <a:ahLst/>
            <a:cxnLst/>
            <a:pathLst>
              <a:path w="57150" h="57150">
                <a:moveTo>
                  <a:pt x="57150" y="28575"/>
                </a:moveTo>
                <a:lnTo>
                  <a:pt x="0" y="57150"/>
                </a:lnTo>
                <a:lnTo>
                  <a:pt x="0" y="0"/>
                </a:lnTo>
                <a:close/>
              </a:path>
            </a:pathLst>
          </a:custGeom>
          <a:solidFill>
            <a:srgbClr val="8EA4B1"/>
          </a:solidFill>
          <a:ln w="0">
            <a:noFill/>
            <a:prstDash val="solid"/>
          </a:ln>
        </p:spPr>
      </p:sp>
      <p:sp>
        <p:nvSpPr>
          <p:cNvPr id="801" name="Generator model"/>
          <p:cNvSpPr>
            <a:spLocks noGrp="1"/>
          </p:cNvSpPr>
          <p:nvPr/>
        </p:nvSpPr>
        <p:spPr>
          <a:xfrm>
            <a:off x="5086350" y="2766230"/>
            <a:ext cx="1857375" cy="168129"/>
          </a:xfrm>
          <a:prstGeom prst="rect">
            <a:avLst/>
          </a:prstGeom>
          <a:noFill/>
          <a:ln w="0">
            <a:noFill/>
            <a:prstDash val="solid"/>
          </a:ln>
        </p:spPr>
        <p:txBody>
          <a:bodyPr wrap="none" lIns="0" tIns="0" rIns="0" bIns="0" anchor="ctr">
            <a:noAutofit/>
          </a:bodyPr>
          <a:lstStyle>
            <a:defPPr algn="r">
              <a:defRPr sz="1010" b="0">
                <a:solidFill>
                  <a:srgbClr val="80669C"/>
                </a:solidFill>
                <a:latin typeface="Arial" panose="020B0604020202090204"/>
                <a:ea typeface="Arial" panose="020B0604020202090204"/>
                <a:cs typeface="Arial" panose="020B0604020202090204"/>
              </a:defRPr>
            </a:defPPr>
            <a:lvl1pPr algn="r">
              <a:buNone/>
              <a:defRPr sz="1010" b="0">
                <a:solidFill>
                  <a:srgbClr val="80669C"/>
                </a:solidFill>
                <a:latin typeface="Arial" panose="020B0604020202090204"/>
                <a:ea typeface="Arial" panose="020B0604020202090204"/>
                <a:cs typeface="Arial" panose="020B0604020202090204"/>
              </a:defRPr>
            </a:lvl1pPr>
            <a:lvl2pPr algn="r">
              <a:buNone/>
              <a:defRPr sz="1010" b="0">
                <a:solidFill>
                  <a:srgbClr val="80669C"/>
                </a:solidFill>
                <a:latin typeface="Arial" panose="020B0604020202090204"/>
                <a:ea typeface="Arial" panose="020B0604020202090204"/>
                <a:cs typeface="Arial" panose="020B0604020202090204"/>
              </a:defRPr>
            </a:lvl2pPr>
            <a:lvl3pPr algn="r">
              <a:buNone/>
              <a:defRPr sz="1010" b="0">
                <a:solidFill>
                  <a:srgbClr val="80669C"/>
                </a:solidFill>
                <a:latin typeface="Arial" panose="020B0604020202090204"/>
                <a:ea typeface="Arial" panose="020B0604020202090204"/>
                <a:cs typeface="Arial" panose="020B0604020202090204"/>
              </a:defRPr>
            </a:lvl3pPr>
            <a:lvl4pPr algn="r">
              <a:buNone/>
              <a:defRPr sz="1010" b="0">
                <a:solidFill>
                  <a:srgbClr val="80669C"/>
                </a:solidFill>
                <a:latin typeface="Arial" panose="020B0604020202090204"/>
                <a:ea typeface="Arial" panose="020B0604020202090204"/>
                <a:cs typeface="Arial" panose="020B0604020202090204"/>
              </a:defRPr>
            </a:lvl4pPr>
            <a:lvl5pPr algn="r">
              <a:buNone/>
              <a:defRPr sz="1010" b="0">
                <a:solidFill>
                  <a:srgbClr val="80669C"/>
                </a:solidFill>
                <a:latin typeface="Arial" panose="020B0604020202090204"/>
                <a:ea typeface="Arial" panose="020B0604020202090204"/>
                <a:cs typeface="Arial" panose="020B0604020202090204"/>
              </a:defRPr>
            </a:lvl5pPr>
            <a:lvl6pPr algn="r">
              <a:buNone/>
              <a:defRPr sz="1010" b="0">
                <a:solidFill>
                  <a:srgbClr val="80669C"/>
                </a:solidFill>
                <a:latin typeface="Arial" panose="020B0604020202090204"/>
                <a:ea typeface="Arial" panose="020B0604020202090204"/>
                <a:cs typeface="Arial" panose="020B0604020202090204"/>
              </a:defRPr>
            </a:lvl6pPr>
            <a:lvl7pPr algn="r">
              <a:buNone/>
              <a:defRPr sz="1010" b="0">
                <a:solidFill>
                  <a:srgbClr val="80669C"/>
                </a:solidFill>
                <a:latin typeface="Arial" panose="020B0604020202090204"/>
                <a:ea typeface="Arial" panose="020B0604020202090204"/>
                <a:cs typeface="Arial" panose="020B0604020202090204"/>
              </a:defRPr>
            </a:lvl7pPr>
            <a:lvl8pPr algn="r">
              <a:buNone/>
              <a:defRPr sz="1010" b="0">
                <a:solidFill>
                  <a:srgbClr val="80669C"/>
                </a:solidFill>
                <a:latin typeface="Arial" panose="020B0604020202090204"/>
                <a:ea typeface="Arial" panose="020B0604020202090204"/>
                <a:cs typeface="Arial" panose="020B0604020202090204"/>
              </a:defRPr>
            </a:lvl8pPr>
            <a:lvl9pPr algn="r">
              <a:buNone/>
              <a:defRPr sz="1010" b="0">
                <a:solidFill>
                  <a:srgbClr val="80669C"/>
                </a:solidFill>
                <a:latin typeface="Arial" panose="020B0604020202090204"/>
                <a:ea typeface="Arial" panose="020B0604020202090204"/>
                <a:cs typeface="Arial" panose="020B0604020202090204"/>
              </a:defRPr>
            </a:lvl9pPr>
          </a:lstStyle>
          <a:p>
            <a:pPr algn="r">
              <a:buNone/>
              <a:defRPr sz="1010" b="0">
                <a:solidFill>
                  <a:srgbClr val="80669C"/>
                </a:solidFill>
                <a:latin typeface="Arial" panose="020B0604020202090204"/>
                <a:ea typeface="Arial" panose="020B0604020202090204"/>
                <a:cs typeface="Arial" panose="020B0604020202090204"/>
              </a:defRPr>
            </a:pPr>
            <a:r>
              <a:rPr sz="1600" b="0">
                <a:solidFill>
                  <a:srgbClr val="80669C"/>
                </a:solidFill>
                <a:latin typeface="Arial" panose="020B0604020202090204"/>
                <a:ea typeface="Arial" panose="020B0604020202090204"/>
                <a:cs typeface="Arial" panose="020B0604020202090204"/>
              </a:rPr>
              <a:t>Qwen3.8-27B</a:t>
            </a:r>
            <a:endParaRPr sz="1600" b="0">
              <a:solidFill>
                <a:srgbClr val="80669C"/>
              </a:solidFill>
              <a:latin typeface="Arial" panose="020B0604020202090204"/>
              <a:ea typeface="Arial" panose="020B0604020202090204"/>
              <a:cs typeface="Arial" panose="020B0604020202090204"/>
            </a:endParaRPr>
          </a:p>
        </p:txBody>
      </p:sp>
      <p:sp>
        <p:nvSpPr>
          <p:cNvPr id="802" name="Rewrite family symbol A"/>
          <p:cNvSpPr>
            <a:spLocks noGrp="1"/>
          </p:cNvSpPr>
          <p:nvPr/>
        </p:nvSpPr>
        <p:spPr>
          <a:xfrm>
            <a:off x="904875" y="3096778"/>
            <a:ext cx="342900" cy="172822"/>
          </a:xfrm>
          <a:prstGeom prst="rect">
            <a:avLst/>
          </a:prstGeom>
          <a:noFill/>
          <a:ln w="0">
            <a:noFill/>
            <a:prstDash val="solid"/>
          </a:ln>
        </p:spPr>
        <p:txBody>
          <a:bodyPr wrap="none" lIns="0" tIns="0" rIns="0" bIns="0" anchor="ctr">
            <a:noAutofit/>
          </a:bodyPr>
          <a:lstStyle>
            <a:defPPr algn="ctr">
              <a:defRPr sz="1135" b="1">
                <a:solidFill>
                  <a:srgbClr val="476E89"/>
                </a:solidFill>
                <a:latin typeface="Arial" panose="020B0604020202090204"/>
                <a:ea typeface="Arial" panose="020B0604020202090204"/>
                <a:cs typeface="Arial" panose="020B0604020202090204"/>
              </a:defRPr>
            </a:defPPr>
            <a:lvl1pPr algn="ctr">
              <a:buNone/>
              <a:defRPr sz="1135" b="1">
                <a:solidFill>
                  <a:srgbClr val="476E89"/>
                </a:solidFill>
                <a:latin typeface="Arial" panose="020B0604020202090204"/>
                <a:ea typeface="Arial" panose="020B0604020202090204"/>
                <a:cs typeface="Arial" panose="020B0604020202090204"/>
              </a:defRPr>
            </a:lvl1pPr>
            <a:lvl2pPr algn="ctr">
              <a:buNone/>
              <a:defRPr sz="1135" b="1">
                <a:solidFill>
                  <a:srgbClr val="476E89"/>
                </a:solidFill>
                <a:latin typeface="Arial" panose="020B0604020202090204"/>
                <a:ea typeface="Arial" panose="020B0604020202090204"/>
                <a:cs typeface="Arial" panose="020B0604020202090204"/>
              </a:defRPr>
            </a:lvl2pPr>
            <a:lvl3pPr algn="ctr">
              <a:buNone/>
              <a:defRPr sz="1135" b="1">
                <a:solidFill>
                  <a:srgbClr val="476E89"/>
                </a:solidFill>
                <a:latin typeface="Arial" panose="020B0604020202090204"/>
                <a:ea typeface="Arial" panose="020B0604020202090204"/>
                <a:cs typeface="Arial" panose="020B0604020202090204"/>
              </a:defRPr>
            </a:lvl3pPr>
            <a:lvl4pPr algn="ctr">
              <a:buNone/>
              <a:defRPr sz="1135" b="1">
                <a:solidFill>
                  <a:srgbClr val="476E89"/>
                </a:solidFill>
                <a:latin typeface="Arial" panose="020B0604020202090204"/>
                <a:ea typeface="Arial" panose="020B0604020202090204"/>
                <a:cs typeface="Arial" panose="020B0604020202090204"/>
              </a:defRPr>
            </a:lvl4pPr>
            <a:lvl5pPr algn="ctr">
              <a:buNone/>
              <a:defRPr sz="1135" b="1">
                <a:solidFill>
                  <a:srgbClr val="476E89"/>
                </a:solidFill>
                <a:latin typeface="Arial" panose="020B0604020202090204"/>
                <a:ea typeface="Arial" panose="020B0604020202090204"/>
                <a:cs typeface="Arial" panose="020B0604020202090204"/>
              </a:defRPr>
            </a:lvl5pPr>
            <a:lvl6pPr algn="ctr">
              <a:buNone/>
              <a:defRPr sz="1135" b="1">
                <a:solidFill>
                  <a:srgbClr val="476E89"/>
                </a:solidFill>
                <a:latin typeface="Arial" panose="020B0604020202090204"/>
                <a:ea typeface="Arial" panose="020B0604020202090204"/>
                <a:cs typeface="Arial" panose="020B0604020202090204"/>
              </a:defRPr>
            </a:lvl6pPr>
            <a:lvl7pPr algn="ctr">
              <a:buNone/>
              <a:defRPr sz="1135" b="1">
                <a:solidFill>
                  <a:srgbClr val="476E89"/>
                </a:solidFill>
                <a:latin typeface="Arial" panose="020B0604020202090204"/>
                <a:ea typeface="Arial" panose="020B0604020202090204"/>
                <a:cs typeface="Arial" panose="020B0604020202090204"/>
              </a:defRPr>
            </a:lvl7pPr>
            <a:lvl8pPr algn="ctr">
              <a:buNone/>
              <a:defRPr sz="1135" b="1">
                <a:solidFill>
                  <a:srgbClr val="476E89"/>
                </a:solidFill>
                <a:latin typeface="Arial" panose="020B0604020202090204"/>
                <a:ea typeface="Arial" panose="020B0604020202090204"/>
                <a:cs typeface="Arial" panose="020B0604020202090204"/>
              </a:defRPr>
            </a:lvl8pPr>
            <a:lvl9pPr algn="ctr">
              <a:buNone/>
              <a:defRPr sz="1135" b="1">
                <a:solidFill>
                  <a:srgbClr val="476E89"/>
                </a:solidFill>
                <a:latin typeface="Arial" panose="020B0604020202090204"/>
                <a:ea typeface="Arial" panose="020B0604020202090204"/>
                <a:cs typeface="Arial" panose="020B0604020202090204"/>
              </a:defRPr>
            </a:lvl9pPr>
          </a:lstStyle>
          <a:p>
            <a:pPr algn="ctr">
              <a:buNone/>
              <a:defRPr sz="1135" b="1">
                <a:solidFill>
                  <a:srgbClr val="476E89"/>
                </a:solidFill>
                <a:latin typeface="Arial" panose="020B0604020202090204"/>
                <a:ea typeface="Arial" panose="020B0604020202090204"/>
                <a:cs typeface="Arial" panose="020B0604020202090204"/>
              </a:defRPr>
            </a:pPr>
            <a:r>
              <a:rPr sz="1600" b="1">
                <a:solidFill>
                  <a:srgbClr val="476E89"/>
                </a:solidFill>
                <a:latin typeface="Arial" panose="020B0604020202090204"/>
                <a:ea typeface="Arial" panose="020B0604020202090204"/>
                <a:cs typeface="Arial" panose="020B0604020202090204"/>
              </a:rPr>
              <a:t>A</a:t>
            </a:r>
            <a:endParaRPr sz="1600" b="1">
              <a:solidFill>
                <a:srgbClr val="476E89"/>
              </a:solidFill>
              <a:latin typeface="Arial" panose="020B0604020202090204"/>
              <a:ea typeface="Arial" panose="020B0604020202090204"/>
              <a:cs typeface="Arial" panose="020B0604020202090204"/>
            </a:endParaRPr>
          </a:p>
        </p:txBody>
      </p:sp>
      <p:sp>
        <p:nvSpPr>
          <p:cNvPr id="803" name="Rewrite family symbol T"/>
          <p:cNvSpPr>
            <a:spLocks noGrp="1"/>
          </p:cNvSpPr>
          <p:nvPr/>
        </p:nvSpPr>
        <p:spPr>
          <a:xfrm>
            <a:off x="1295400" y="3096778"/>
            <a:ext cx="342900" cy="172822"/>
          </a:xfrm>
          <a:prstGeom prst="rect">
            <a:avLst/>
          </a:prstGeom>
          <a:noFill/>
          <a:ln w="0">
            <a:noFill/>
            <a:prstDash val="solid"/>
          </a:ln>
        </p:spPr>
        <p:txBody>
          <a:bodyPr wrap="none" lIns="0" tIns="0" rIns="0" bIns="0" anchor="ctr">
            <a:noAutofit/>
          </a:bodyPr>
          <a:lstStyle>
            <a:defPPr algn="ctr">
              <a:defRPr sz="1135" b="1">
                <a:solidFill>
                  <a:srgbClr val="438274"/>
                </a:solidFill>
                <a:latin typeface="Arial" panose="020B0604020202090204"/>
                <a:ea typeface="Arial" panose="020B0604020202090204"/>
                <a:cs typeface="Arial" panose="020B0604020202090204"/>
              </a:defRPr>
            </a:defPPr>
            <a:lvl1pPr algn="ctr">
              <a:buNone/>
              <a:defRPr sz="1135" b="1">
                <a:solidFill>
                  <a:srgbClr val="438274"/>
                </a:solidFill>
                <a:latin typeface="Arial" panose="020B0604020202090204"/>
                <a:ea typeface="Arial" panose="020B0604020202090204"/>
                <a:cs typeface="Arial" panose="020B0604020202090204"/>
              </a:defRPr>
            </a:lvl1pPr>
            <a:lvl2pPr algn="ctr">
              <a:buNone/>
              <a:defRPr sz="1135" b="1">
                <a:solidFill>
                  <a:srgbClr val="438274"/>
                </a:solidFill>
                <a:latin typeface="Arial" panose="020B0604020202090204"/>
                <a:ea typeface="Arial" panose="020B0604020202090204"/>
                <a:cs typeface="Arial" panose="020B0604020202090204"/>
              </a:defRPr>
            </a:lvl2pPr>
            <a:lvl3pPr algn="ctr">
              <a:buNone/>
              <a:defRPr sz="1135" b="1">
                <a:solidFill>
                  <a:srgbClr val="438274"/>
                </a:solidFill>
                <a:latin typeface="Arial" panose="020B0604020202090204"/>
                <a:ea typeface="Arial" panose="020B0604020202090204"/>
                <a:cs typeface="Arial" panose="020B0604020202090204"/>
              </a:defRPr>
            </a:lvl3pPr>
            <a:lvl4pPr algn="ctr">
              <a:buNone/>
              <a:defRPr sz="1135" b="1">
                <a:solidFill>
                  <a:srgbClr val="438274"/>
                </a:solidFill>
                <a:latin typeface="Arial" panose="020B0604020202090204"/>
                <a:ea typeface="Arial" panose="020B0604020202090204"/>
                <a:cs typeface="Arial" panose="020B0604020202090204"/>
              </a:defRPr>
            </a:lvl4pPr>
            <a:lvl5pPr algn="ctr">
              <a:buNone/>
              <a:defRPr sz="1135" b="1">
                <a:solidFill>
                  <a:srgbClr val="438274"/>
                </a:solidFill>
                <a:latin typeface="Arial" panose="020B0604020202090204"/>
                <a:ea typeface="Arial" panose="020B0604020202090204"/>
                <a:cs typeface="Arial" panose="020B0604020202090204"/>
              </a:defRPr>
            </a:lvl5pPr>
            <a:lvl6pPr algn="ctr">
              <a:buNone/>
              <a:defRPr sz="1135" b="1">
                <a:solidFill>
                  <a:srgbClr val="438274"/>
                </a:solidFill>
                <a:latin typeface="Arial" panose="020B0604020202090204"/>
                <a:ea typeface="Arial" panose="020B0604020202090204"/>
                <a:cs typeface="Arial" panose="020B0604020202090204"/>
              </a:defRPr>
            </a:lvl6pPr>
            <a:lvl7pPr algn="ctr">
              <a:buNone/>
              <a:defRPr sz="1135" b="1">
                <a:solidFill>
                  <a:srgbClr val="438274"/>
                </a:solidFill>
                <a:latin typeface="Arial" panose="020B0604020202090204"/>
                <a:ea typeface="Arial" panose="020B0604020202090204"/>
                <a:cs typeface="Arial" panose="020B0604020202090204"/>
              </a:defRPr>
            </a:lvl7pPr>
            <a:lvl8pPr algn="ctr">
              <a:buNone/>
              <a:defRPr sz="1135" b="1">
                <a:solidFill>
                  <a:srgbClr val="438274"/>
                </a:solidFill>
                <a:latin typeface="Arial" panose="020B0604020202090204"/>
                <a:ea typeface="Arial" panose="020B0604020202090204"/>
                <a:cs typeface="Arial" panose="020B0604020202090204"/>
              </a:defRPr>
            </a:lvl8pPr>
            <a:lvl9pPr algn="ctr">
              <a:buNone/>
              <a:defRPr sz="1135" b="1">
                <a:solidFill>
                  <a:srgbClr val="438274"/>
                </a:solidFill>
                <a:latin typeface="Arial" panose="020B0604020202090204"/>
                <a:ea typeface="Arial" panose="020B0604020202090204"/>
                <a:cs typeface="Arial" panose="020B0604020202090204"/>
              </a:defRPr>
            </a:lvl9pPr>
          </a:lstStyle>
          <a:p>
            <a:pPr algn="ctr">
              <a:buNone/>
              <a:defRPr sz="1135" b="1">
                <a:solidFill>
                  <a:srgbClr val="438274"/>
                </a:solidFill>
                <a:latin typeface="Arial" panose="020B0604020202090204"/>
                <a:ea typeface="Arial" panose="020B0604020202090204"/>
                <a:cs typeface="Arial" panose="020B0604020202090204"/>
              </a:defRPr>
            </a:pPr>
            <a:r>
              <a:rPr sz="1600" b="1">
                <a:solidFill>
                  <a:srgbClr val="438274"/>
                </a:solidFill>
                <a:latin typeface="Arial" panose="020B0604020202090204"/>
                <a:ea typeface="Arial" panose="020B0604020202090204"/>
                <a:cs typeface="Arial" panose="020B0604020202090204"/>
              </a:rPr>
              <a:t>T</a:t>
            </a:r>
            <a:endParaRPr sz="1600" b="1">
              <a:solidFill>
                <a:srgbClr val="438274"/>
              </a:solidFill>
              <a:latin typeface="Arial" panose="020B0604020202090204"/>
              <a:ea typeface="Arial" panose="020B0604020202090204"/>
              <a:cs typeface="Arial" panose="020B0604020202090204"/>
            </a:endParaRPr>
          </a:p>
        </p:txBody>
      </p:sp>
      <p:sp>
        <p:nvSpPr>
          <p:cNvPr id="804" name="Rewrite family symbol V"/>
          <p:cNvSpPr>
            <a:spLocks noGrp="1"/>
          </p:cNvSpPr>
          <p:nvPr/>
        </p:nvSpPr>
        <p:spPr>
          <a:xfrm>
            <a:off x="1685925" y="3096778"/>
            <a:ext cx="342900" cy="172822"/>
          </a:xfrm>
          <a:prstGeom prst="rect">
            <a:avLst/>
          </a:prstGeom>
          <a:noFill/>
          <a:ln w="0">
            <a:noFill/>
            <a:prstDash val="solid"/>
          </a:ln>
        </p:spPr>
        <p:txBody>
          <a:bodyPr wrap="none" lIns="0" tIns="0" rIns="0" bIns="0" anchor="ctr">
            <a:noAutofit/>
          </a:bodyPr>
          <a:lstStyle>
            <a:defPPr algn="ctr">
              <a:defRPr sz="1135" b="1">
                <a:solidFill>
                  <a:srgbClr val="80669C"/>
                </a:solidFill>
                <a:latin typeface="Arial" panose="020B0604020202090204"/>
                <a:ea typeface="Arial" panose="020B0604020202090204"/>
                <a:cs typeface="Arial" panose="020B0604020202090204"/>
              </a:defRPr>
            </a:defPPr>
            <a:lvl1pPr algn="ctr">
              <a:buNone/>
              <a:defRPr sz="1135" b="1">
                <a:solidFill>
                  <a:srgbClr val="80669C"/>
                </a:solidFill>
                <a:latin typeface="Arial" panose="020B0604020202090204"/>
                <a:ea typeface="Arial" panose="020B0604020202090204"/>
                <a:cs typeface="Arial" panose="020B0604020202090204"/>
              </a:defRPr>
            </a:lvl1pPr>
            <a:lvl2pPr algn="ctr">
              <a:buNone/>
              <a:defRPr sz="1135" b="1">
                <a:solidFill>
                  <a:srgbClr val="80669C"/>
                </a:solidFill>
                <a:latin typeface="Arial" panose="020B0604020202090204"/>
                <a:ea typeface="Arial" panose="020B0604020202090204"/>
                <a:cs typeface="Arial" panose="020B0604020202090204"/>
              </a:defRPr>
            </a:lvl2pPr>
            <a:lvl3pPr algn="ctr">
              <a:buNone/>
              <a:defRPr sz="1135" b="1">
                <a:solidFill>
                  <a:srgbClr val="80669C"/>
                </a:solidFill>
                <a:latin typeface="Arial" panose="020B0604020202090204"/>
                <a:ea typeface="Arial" panose="020B0604020202090204"/>
                <a:cs typeface="Arial" panose="020B0604020202090204"/>
              </a:defRPr>
            </a:lvl3pPr>
            <a:lvl4pPr algn="ctr">
              <a:buNone/>
              <a:defRPr sz="1135" b="1">
                <a:solidFill>
                  <a:srgbClr val="80669C"/>
                </a:solidFill>
                <a:latin typeface="Arial" panose="020B0604020202090204"/>
                <a:ea typeface="Arial" panose="020B0604020202090204"/>
                <a:cs typeface="Arial" panose="020B0604020202090204"/>
              </a:defRPr>
            </a:lvl4pPr>
            <a:lvl5pPr algn="ctr">
              <a:buNone/>
              <a:defRPr sz="1135" b="1">
                <a:solidFill>
                  <a:srgbClr val="80669C"/>
                </a:solidFill>
                <a:latin typeface="Arial" panose="020B0604020202090204"/>
                <a:ea typeface="Arial" panose="020B0604020202090204"/>
                <a:cs typeface="Arial" panose="020B0604020202090204"/>
              </a:defRPr>
            </a:lvl5pPr>
            <a:lvl6pPr algn="ctr">
              <a:buNone/>
              <a:defRPr sz="1135" b="1">
                <a:solidFill>
                  <a:srgbClr val="80669C"/>
                </a:solidFill>
                <a:latin typeface="Arial" panose="020B0604020202090204"/>
                <a:ea typeface="Arial" panose="020B0604020202090204"/>
                <a:cs typeface="Arial" panose="020B0604020202090204"/>
              </a:defRPr>
            </a:lvl6pPr>
            <a:lvl7pPr algn="ctr">
              <a:buNone/>
              <a:defRPr sz="1135" b="1">
                <a:solidFill>
                  <a:srgbClr val="80669C"/>
                </a:solidFill>
                <a:latin typeface="Arial" panose="020B0604020202090204"/>
                <a:ea typeface="Arial" panose="020B0604020202090204"/>
                <a:cs typeface="Arial" panose="020B0604020202090204"/>
              </a:defRPr>
            </a:lvl7pPr>
            <a:lvl8pPr algn="ctr">
              <a:buNone/>
              <a:defRPr sz="1135" b="1">
                <a:solidFill>
                  <a:srgbClr val="80669C"/>
                </a:solidFill>
                <a:latin typeface="Arial" panose="020B0604020202090204"/>
                <a:ea typeface="Arial" panose="020B0604020202090204"/>
                <a:cs typeface="Arial" panose="020B0604020202090204"/>
              </a:defRPr>
            </a:lvl8pPr>
            <a:lvl9pPr algn="ctr">
              <a:buNone/>
              <a:defRPr sz="1135" b="1">
                <a:solidFill>
                  <a:srgbClr val="80669C"/>
                </a:solidFill>
                <a:latin typeface="Arial" panose="020B0604020202090204"/>
                <a:ea typeface="Arial" panose="020B0604020202090204"/>
                <a:cs typeface="Arial" panose="020B0604020202090204"/>
              </a:defRPr>
            </a:lvl9pPr>
          </a:lstStyle>
          <a:p>
            <a:pPr algn="ctr">
              <a:buNone/>
              <a:defRPr sz="1135" b="1">
                <a:solidFill>
                  <a:srgbClr val="80669C"/>
                </a:solidFill>
                <a:latin typeface="Arial" panose="020B0604020202090204"/>
                <a:ea typeface="Arial" panose="020B0604020202090204"/>
                <a:cs typeface="Arial" panose="020B0604020202090204"/>
              </a:defRPr>
            </a:pPr>
            <a:r>
              <a:rPr sz="1600" b="1">
                <a:solidFill>
                  <a:srgbClr val="80669C"/>
                </a:solidFill>
                <a:latin typeface="Arial" panose="020B0604020202090204"/>
                <a:ea typeface="Arial" panose="020B0604020202090204"/>
                <a:cs typeface="Arial" panose="020B0604020202090204"/>
              </a:rPr>
              <a:t>V</a:t>
            </a:r>
            <a:endParaRPr sz="1600" b="1">
              <a:solidFill>
                <a:srgbClr val="80669C"/>
              </a:solidFill>
              <a:latin typeface="Arial" panose="020B0604020202090204"/>
              <a:ea typeface="Arial" panose="020B0604020202090204"/>
              <a:cs typeface="Arial" panose="020B0604020202090204"/>
            </a:endParaRPr>
          </a:p>
        </p:txBody>
      </p:sp>
      <p:sp>
        <p:nvSpPr>
          <p:cNvPr id="805" name="Applicability grade Low"/>
          <p:cNvSpPr>
            <a:spLocks noGrp="1"/>
          </p:cNvSpPr>
          <p:nvPr/>
        </p:nvSpPr>
        <p:spPr>
          <a:xfrm>
            <a:off x="333375" y="3301409"/>
            <a:ext cx="495300" cy="153619"/>
          </a:xfrm>
          <a:prstGeom prst="rect">
            <a:avLst/>
          </a:prstGeom>
          <a:noFill/>
          <a:ln w="0">
            <a:noFill/>
            <a:prstDash val="solid"/>
          </a:ln>
        </p:spPr>
        <p:txBody>
          <a:bodyPr wrap="none" lIns="0" tIns="0" rIns="0" bIns="0" anchor="ctr">
            <a:noAutofit/>
          </a:bodyPr>
          <a:lstStyle>
            <a:defPPr algn="l">
              <a:defRPr sz="1010" b="0">
                <a:solidFill>
                  <a:srgbClr val="657E8B"/>
                </a:solidFill>
                <a:latin typeface="Arial" panose="020B0604020202090204"/>
                <a:ea typeface="Arial" panose="020B0604020202090204"/>
                <a:cs typeface="Arial" panose="020B0604020202090204"/>
              </a:defRPr>
            </a:defPPr>
            <a:lvl1pPr algn="l">
              <a:buNone/>
              <a:defRPr sz="1010" b="0">
                <a:solidFill>
                  <a:srgbClr val="657E8B"/>
                </a:solidFill>
                <a:latin typeface="Arial" panose="020B0604020202090204"/>
                <a:ea typeface="Arial" panose="020B0604020202090204"/>
                <a:cs typeface="Arial" panose="020B0604020202090204"/>
              </a:defRPr>
            </a:lvl1pPr>
            <a:lvl2pPr algn="l">
              <a:buNone/>
              <a:defRPr sz="1010" b="0">
                <a:solidFill>
                  <a:srgbClr val="657E8B"/>
                </a:solidFill>
                <a:latin typeface="Arial" panose="020B0604020202090204"/>
                <a:ea typeface="Arial" panose="020B0604020202090204"/>
                <a:cs typeface="Arial" panose="020B0604020202090204"/>
              </a:defRPr>
            </a:lvl2pPr>
            <a:lvl3pPr algn="l">
              <a:buNone/>
              <a:defRPr sz="1010" b="0">
                <a:solidFill>
                  <a:srgbClr val="657E8B"/>
                </a:solidFill>
                <a:latin typeface="Arial" panose="020B0604020202090204"/>
                <a:ea typeface="Arial" panose="020B0604020202090204"/>
                <a:cs typeface="Arial" panose="020B0604020202090204"/>
              </a:defRPr>
            </a:lvl3pPr>
            <a:lvl4pPr algn="l">
              <a:buNone/>
              <a:defRPr sz="1010" b="0">
                <a:solidFill>
                  <a:srgbClr val="657E8B"/>
                </a:solidFill>
                <a:latin typeface="Arial" panose="020B0604020202090204"/>
                <a:ea typeface="Arial" panose="020B0604020202090204"/>
                <a:cs typeface="Arial" panose="020B0604020202090204"/>
              </a:defRPr>
            </a:lvl4pPr>
            <a:lvl5pPr algn="l">
              <a:buNone/>
              <a:defRPr sz="1010" b="0">
                <a:solidFill>
                  <a:srgbClr val="657E8B"/>
                </a:solidFill>
                <a:latin typeface="Arial" panose="020B0604020202090204"/>
                <a:ea typeface="Arial" panose="020B0604020202090204"/>
                <a:cs typeface="Arial" panose="020B0604020202090204"/>
              </a:defRPr>
            </a:lvl5pPr>
            <a:lvl6pPr algn="l">
              <a:buNone/>
              <a:defRPr sz="1010" b="0">
                <a:solidFill>
                  <a:srgbClr val="657E8B"/>
                </a:solidFill>
                <a:latin typeface="Arial" panose="020B0604020202090204"/>
                <a:ea typeface="Arial" panose="020B0604020202090204"/>
                <a:cs typeface="Arial" panose="020B0604020202090204"/>
              </a:defRPr>
            </a:lvl6pPr>
            <a:lvl7pPr algn="l">
              <a:buNone/>
              <a:defRPr sz="1010" b="0">
                <a:solidFill>
                  <a:srgbClr val="657E8B"/>
                </a:solidFill>
                <a:latin typeface="Arial" panose="020B0604020202090204"/>
                <a:ea typeface="Arial" panose="020B0604020202090204"/>
                <a:cs typeface="Arial" panose="020B0604020202090204"/>
              </a:defRPr>
            </a:lvl7pPr>
            <a:lvl8pPr algn="l">
              <a:buNone/>
              <a:defRPr sz="1010" b="0">
                <a:solidFill>
                  <a:srgbClr val="657E8B"/>
                </a:solidFill>
                <a:latin typeface="Arial" panose="020B0604020202090204"/>
                <a:ea typeface="Arial" panose="020B0604020202090204"/>
                <a:cs typeface="Arial" panose="020B0604020202090204"/>
              </a:defRPr>
            </a:lvl8pPr>
            <a:lvl9pPr algn="l">
              <a:buNone/>
              <a:defRPr sz="1010" b="0">
                <a:solidFill>
                  <a:srgbClr val="657E8B"/>
                </a:solidFill>
                <a:latin typeface="Arial" panose="020B0604020202090204"/>
                <a:ea typeface="Arial" panose="020B0604020202090204"/>
                <a:cs typeface="Arial" panose="020B0604020202090204"/>
              </a:defRPr>
            </a:lvl9pPr>
          </a:lstStyle>
          <a:p>
            <a:pPr algn="l">
              <a:buNone/>
              <a:defRPr sz="1010" b="0">
                <a:solidFill>
                  <a:srgbClr val="657E8B"/>
                </a:solidFill>
                <a:latin typeface="Arial" panose="020B0604020202090204"/>
                <a:ea typeface="Arial" panose="020B0604020202090204"/>
                <a:cs typeface="Arial" panose="020B0604020202090204"/>
              </a:defRPr>
            </a:pPr>
            <a:r>
              <a:rPr sz="1600" b="0">
                <a:solidFill>
                  <a:srgbClr val="657E8B"/>
                </a:solidFill>
                <a:latin typeface="Arial" panose="020B0604020202090204"/>
                <a:ea typeface="Arial" panose="020B0604020202090204"/>
                <a:cs typeface="Arial" panose="020B0604020202090204"/>
              </a:rPr>
              <a:t>Low</a:t>
            </a:r>
            <a:endParaRPr sz="1600" b="0">
              <a:solidFill>
                <a:srgbClr val="657E8B"/>
              </a:solidFill>
              <a:latin typeface="Arial" panose="020B0604020202090204"/>
              <a:ea typeface="Arial" panose="020B0604020202090204"/>
              <a:cs typeface="Arial" panose="020B0604020202090204"/>
            </a:endParaRPr>
          </a:p>
        </p:txBody>
      </p:sp>
      <p:sp>
        <p:nvSpPr>
          <p:cNvPr id="806" name="Applicable rewrite Low0"/>
          <p:cNvSpPr>
            <a:spLocks noGrp="1"/>
          </p:cNvSpPr>
          <p:nvPr/>
        </p:nvSpPr>
        <p:spPr>
          <a:xfrm>
            <a:off x="990600" y="3324417"/>
            <a:ext cx="123825" cy="77115"/>
          </a:xfrm>
          <a:custGeom>
            <a:avLst/>
            <a:gdLst/>
            <a:ahLst/>
            <a:cxnLst/>
            <a:pathLst>
              <a:path w="123825" h="108966">
                <a:moveTo>
                  <a:pt x="0" y="61913"/>
                </a:moveTo>
                <a:lnTo>
                  <a:pt x="43339" y="108966"/>
                </a:lnTo>
                <a:lnTo>
                  <a:pt x="123825" y="0"/>
                </a:lnTo>
              </a:path>
            </a:pathLst>
          </a:custGeom>
          <a:noFill/>
          <a:ln w="21908">
            <a:solidFill>
              <a:srgbClr val="476E89"/>
            </a:solidFill>
            <a:prstDash val="solid"/>
          </a:ln>
        </p:spPr>
      </p:sp>
      <p:sp>
        <p:nvSpPr>
          <p:cNvPr id="807" name="Applicable rewrite Low1"/>
          <p:cNvSpPr>
            <a:spLocks noGrp="1"/>
          </p:cNvSpPr>
          <p:nvPr/>
        </p:nvSpPr>
        <p:spPr>
          <a:xfrm>
            <a:off x="1381125" y="3324417"/>
            <a:ext cx="123825" cy="77115"/>
          </a:xfrm>
          <a:custGeom>
            <a:avLst/>
            <a:gdLst/>
            <a:ahLst/>
            <a:cxnLst/>
            <a:pathLst>
              <a:path w="123825" h="108966">
                <a:moveTo>
                  <a:pt x="0" y="61913"/>
                </a:moveTo>
                <a:lnTo>
                  <a:pt x="43339" y="108966"/>
                </a:lnTo>
                <a:lnTo>
                  <a:pt x="123825" y="0"/>
                </a:lnTo>
              </a:path>
            </a:pathLst>
          </a:custGeom>
          <a:noFill/>
          <a:ln w="21908">
            <a:solidFill>
              <a:srgbClr val="438274"/>
            </a:solidFill>
            <a:prstDash val="solid"/>
          </a:ln>
        </p:spPr>
      </p:sp>
      <p:sp>
        <p:nvSpPr>
          <p:cNvPr id="808" name="Inapplicable rewrite Low2"/>
          <p:cNvSpPr>
            <a:spLocks noGrp="1"/>
          </p:cNvSpPr>
          <p:nvPr/>
        </p:nvSpPr>
        <p:spPr>
          <a:xfrm>
            <a:off x="1771650" y="3378218"/>
            <a:ext cx="142875" cy="0"/>
          </a:xfrm>
          <a:custGeom>
            <a:avLst/>
            <a:gdLst/>
            <a:ahLst/>
            <a:cxnLst/>
            <a:pathLst>
              <a:path w="142875" h="95">
                <a:moveTo>
                  <a:pt x="0" y="0"/>
                </a:moveTo>
                <a:lnTo>
                  <a:pt x="142875" y="0"/>
                </a:lnTo>
              </a:path>
            </a:pathLst>
          </a:custGeom>
          <a:noFill/>
          <a:ln w="19050">
            <a:solidFill>
              <a:srgbClr val="A8B7C1"/>
            </a:solidFill>
            <a:prstDash val="solid"/>
          </a:ln>
        </p:spPr>
      </p:sp>
      <p:sp>
        <p:nvSpPr>
          <p:cNvPr id="809" name="Applicability grade Mid"/>
          <p:cNvSpPr>
            <a:spLocks noGrp="1"/>
          </p:cNvSpPr>
          <p:nvPr/>
        </p:nvSpPr>
        <p:spPr>
          <a:xfrm>
            <a:off x="333375" y="3536789"/>
            <a:ext cx="495300" cy="153619"/>
          </a:xfrm>
          <a:prstGeom prst="rect">
            <a:avLst/>
          </a:prstGeom>
          <a:noFill/>
          <a:ln w="0">
            <a:noFill/>
            <a:prstDash val="solid"/>
          </a:ln>
        </p:spPr>
        <p:txBody>
          <a:bodyPr wrap="none" lIns="0" tIns="0" rIns="0" bIns="0" anchor="ctr">
            <a:noAutofit/>
          </a:bodyPr>
          <a:lstStyle>
            <a:defPPr algn="l">
              <a:defRPr sz="1010" b="0">
                <a:solidFill>
                  <a:srgbClr val="657E8B"/>
                </a:solidFill>
                <a:latin typeface="Arial" panose="020B0604020202090204"/>
                <a:ea typeface="Arial" panose="020B0604020202090204"/>
                <a:cs typeface="Arial" panose="020B0604020202090204"/>
              </a:defRPr>
            </a:defPPr>
            <a:lvl1pPr algn="l">
              <a:buNone/>
              <a:defRPr sz="1010" b="0">
                <a:solidFill>
                  <a:srgbClr val="657E8B"/>
                </a:solidFill>
                <a:latin typeface="Arial" panose="020B0604020202090204"/>
                <a:ea typeface="Arial" panose="020B0604020202090204"/>
                <a:cs typeface="Arial" panose="020B0604020202090204"/>
              </a:defRPr>
            </a:lvl1pPr>
            <a:lvl2pPr algn="l">
              <a:buNone/>
              <a:defRPr sz="1010" b="0">
                <a:solidFill>
                  <a:srgbClr val="657E8B"/>
                </a:solidFill>
                <a:latin typeface="Arial" panose="020B0604020202090204"/>
                <a:ea typeface="Arial" panose="020B0604020202090204"/>
                <a:cs typeface="Arial" panose="020B0604020202090204"/>
              </a:defRPr>
            </a:lvl2pPr>
            <a:lvl3pPr algn="l">
              <a:buNone/>
              <a:defRPr sz="1010" b="0">
                <a:solidFill>
                  <a:srgbClr val="657E8B"/>
                </a:solidFill>
                <a:latin typeface="Arial" panose="020B0604020202090204"/>
                <a:ea typeface="Arial" panose="020B0604020202090204"/>
                <a:cs typeface="Arial" panose="020B0604020202090204"/>
              </a:defRPr>
            </a:lvl3pPr>
            <a:lvl4pPr algn="l">
              <a:buNone/>
              <a:defRPr sz="1010" b="0">
                <a:solidFill>
                  <a:srgbClr val="657E8B"/>
                </a:solidFill>
                <a:latin typeface="Arial" panose="020B0604020202090204"/>
                <a:ea typeface="Arial" panose="020B0604020202090204"/>
                <a:cs typeface="Arial" panose="020B0604020202090204"/>
              </a:defRPr>
            </a:lvl4pPr>
            <a:lvl5pPr algn="l">
              <a:buNone/>
              <a:defRPr sz="1010" b="0">
                <a:solidFill>
                  <a:srgbClr val="657E8B"/>
                </a:solidFill>
                <a:latin typeface="Arial" panose="020B0604020202090204"/>
                <a:ea typeface="Arial" panose="020B0604020202090204"/>
                <a:cs typeface="Arial" panose="020B0604020202090204"/>
              </a:defRPr>
            </a:lvl5pPr>
            <a:lvl6pPr algn="l">
              <a:buNone/>
              <a:defRPr sz="1010" b="0">
                <a:solidFill>
                  <a:srgbClr val="657E8B"/>
                </a:solidFill>
                <a:latin typeface="Arial" panose="020B0604020202090204"/>
                <a:ea typeface="Arial" panose="020B0604020202090204"/>
                <a:cs typeface="Arial" panose="020B0604020202090204"/>
              </a:defRPr>
            </a:lvl6pPr>
            <a:lvl7pPr algn="l">
              <a:buNone/>
              <a:defRPr sz="1010" b="0">
                <a:solidFill>
                  <a:srgbClr val="657E8B"/>
                </a:solidFill>
                <a:latin typeface="Arial" panose="020B0604020202090204"/>
                <a:ea typeface="Arial" panose="020B0604020202090204"/>
                <a:cs typeface="Arial" panose="020B0604020202090204"/>
              </a:defRPr>
            </a:lvl7pPr>
            <a:lvl8pPr algn="l">
              <a:buNone/>
              <a:defRPr sz="1010" b="0">
                <a:solidFill>
                  <a:srgbClr val="657E8B"/>
                </a:solidFill>
                <a:latin typeface="Arial" panose="020B0604020202090204"/>
                <a:ea typeface="Arial" panose="020B0604020202090204"/>
                <a:cs typeface="Arial" panose="020B0604020202090204"/>
              </a:defRPr>
            </a:lvl8pPr>
            <a:lvl9pPr algn="l">
              <a:buNone/>
              <a:defRPr sz="1010" b="0">
                <a:solidFill>
                  <a:srgbClr val="657E8B"/>
                </a:solidFill>
                <a:latin typeface="Arial" panose="020B0604020202090204"/>
                <a:ea typeface="Arial" panose="020B0604020202090204"/>
                <a:cs typeface="Arial" panose="020B0604020202090204"/>
              </a:defRPr>
            </a:lvl9pPr>
          </a:lstStyle>
          <a:p>
            <a:pPr algn="l">
              <a:buNone/>
              <a:defRPr sz="1010" b="0">
                <a:solidFill>
                  <a:srgbClr val="657E8B"/>
                </a:solidFill>
                <a:latin typeface="Arial" panose="020B0604020202090204"/>
                <a:ea typeface="Arial" panose="020B0604020202090204"/>
                <a:cs typeface="Arial" panose="020B0604020202090204"/>
              </a:defRPr>
            </a:pPr>
            <a:r>
              <a:rPr sz="1600" b="0">
                <a:solidFill>
                  <a:srgbClr val="657E8B"/>
                </a:solidFill>
                <a:latin typeface="Arial" panose="020B0604020202090204"/>
                <a:ea typeface="Arial" panose="020B0604020202090204"/>
                <a:cs typeface="Arial" panose="020B0604020202090204"/>
              </a:rPr>
              <a:t>Mid</a:t>
            </a:r>
            <a:endParaRPr sz="1600" b="0">
              <a:solidFill>
                <a:srgbClr val="657E8B"/>
              </a:solidFill>
              <a:latin typeface="Arial" panose="020B0604020202090204"/>
              <a:ea typeface="Arial" panose="020B0604020202090204"/>
              <a:cs typeface="Arial" panose="020B0604020202090204"/>
            </a:endParaRPr>
          </a:p>
        </p:txBody>
      </p:sp>
      <p:sp>
        <p:nvSpPr>
          <p:cNvPr id="810" name="Applicable rewrite Mid0"/>
          <p:cNvSpPr>
            <a:spLocks noGrp="1"/>
          </p:cNvSpPr>
          <p:nvPr/>
        </p:nvSpPr>
        <p:spPr>
          <a:xfrm>
            <a:off x="990600" y="3559797"/>
            <a:ext cx="123825" cy="77115"/>
          </a:xfrm>
          <a:custGeom>
            <a:avLst/>
            <a:gdLst/>
            <a:ahLst/>
            <a:cxnLst/>
            <a:pathLst>
              <a:path w="123825" h="108966">
                <a:moveTo>
                  <a:pt x="0" y="61913"/>
                </a:moveTo>
                <a:lnTo>
                  <a:pt x="43339" y="108966"/>
                </a:lnTo>
                <a:lnTo>
                  <a:pt x="123825" y="0"/>
                </a:lnTo>
              </a:path>
            </a:pathLst>
          </a:custGeom>
          <a:noFill/>
          <a:ln w="21908">
            <a:solidFill>
              <a:srgbClr val="476E89"/>
            </a:solidFill>
            <a:prstDash val="solid"/>
          </a:ln>
        </p:spPr>
      </p:sp>
      <p:sp>
        <p:nvSpPr>
          <p:cNvPr id="811" name="Applicable rewrite Mid1"/>
          <p:cNvSpPr>
            <a:spLocks noGrp="1"/>
          </p:cNvSpPr>
          <p:nvPr/>
        </p:nvSpPr>
        <p:spPr>
          <a:xfrm>
            <a:off x="1381125" y="3559797"/>
            <a:ext cx="123825" cy="77115"/>
          </a:xfrm>
          <a:custGeom>
            <a:avLst/>
            <a:gdLst/>
            <a:ahLst/>
            <a:cxnLst/>
            <a:pathLst>
              <a:path w="123825" h="108966">
                <a:moveTo>
                  <a:pt x="0" y="61913"/>
                </a:moveTo>
                <a:lnTo>
                  <a:pt x="43339" y="108966"/>
                </a:lnTo>
                <a:lnTo>
                  <a:pt x="123825" y="0"/>
                </a:lnTo>
              </a:path>
            </a:pathLst>
          </a:custGeom>
          <a:noFill/>
          <a:ln w="21908">
            <a:solidFill>
              <a:srgbClr val="438274"/>
            </a:solidFill>
            <a:prstDash val="solid"/>
          </a:ln>
        </p:spPr>
      </p:sp>
      <p:sp>
        <p:nvSpPr>
          <p:cNvPr id="812" name="Applicable rewrite Mid2"/>
          <p:cNvSpPr>
            <a:spLocks noGrp="1"/>
          </p:cNvSpPr>
          <p:nvPr/>
        </p:nvSpPr>
        <p:spPr>
          <a:xfrm>
            <a:off x="1771650" y="3559797"/>
            <a:ext cx="123825" cy="77115"/>
          </a:xfrm>
          <a:custGeom>
            <a:avLst/>
            <a:gdLst/>
            <a:ahLst/>
            <a:cxnLst/>
            <a:pathLst>
              <a:path w="123825" h="108966">
                <a:moveTo>
                  <a:pt x="0" y="61913"/>
                </a:moveTo>
                <a:lnTo>
                  <a:pt x="43339" y="108966"/>
                </a:lnTo>
                <a:lnTo>
                  <a:pt x="123825" y="0"/>
                </a:lnTo>
              </a:path>
            </a:pathLst>
          </a:custGeom>
          <a:noFill/>
          <a:ln w="21908">
            <a:solidFill>
              <a:srgbClr val="80669C"/>
            </a:solidFill>
            <a:prstDash val="solid"/>
          </a:ln>
        </p:spPr>
      </p:sp>
      <p:sp>
        <p:nvSpPr>
          <p:cNvPr id="813" name="Applicability grade High"/>
          <p:cNvSpPr>
            <a:spLocks noGrp="1"/>
          </p:cNvSpPr>
          <p:nvPr/>
        </p:nvSpPr>
        <p:spPr>
          <a:xfrm>
            <a:off x="333375" y="3772169"/>
            <a:ext cx="495300" cy="153619"/>
          </a:xfrm>
          <a:prstGeom prst="rect">
            <a:avLst/>
          </a:prstGeom>
          <a:noFill/>
          <a:ln w="0">
            <a:noFill/>
            <a:prstDash val="solid"/>
          </a:ln>
        </p:spPr>
        <p:txBody>
          <a:bodyPr wrap="none" lIns="0" tIns="0" rIns="0" bIns="0" anchor="ctr">
            <a:noAutofit/>
          </a:bodyPr>
          <a:lstStyle>
            <a:defPPr algn="l">
              <a:defRPr sz="1010" b="0">
                <a:solidFill>
                  <a:srgbClr val="657E8B"/>
                </a:solidFill>
                <a:latin typeface="Arial" panose="020B0604020202090204"/>
                <a:ea typeface="Arial" panose="020B0604020202090204"/>
                <a:cs typeface="Arial" panose="020B0604020202090204"/>
              </a:defRPr>
            </a:defPPr>
            <a:lvl1pPr algn="l">
              <a:buNone/>
              <a:defRPr sz="1010" b="0">
                <a:solidFill>
                  <a:srgbClr val="657E8B"/>
                </a:solidFill>
                <a:latin typeface="Arial" panose="020B0604020202090204"/>
                <a:ea typeface="Arial" panose="020B0604020202090204"/>
                <a:cs typeface="Arial" panose="020B0604020202090204"/>
              </a:defRPr>
            </a:lvl1pPr>
            <a:lvl2pPr algn="l">
              <a:buNone/>
              <a:defRPr sz="1010" b="0">
                <a:solidFill>
                  <a:srgbClr val="657E8B"/>
                </a:solidFill>
                <a:latin typeface="Arial" panose="020B0604020202090204"/>
                <a:ea typeface="Arial" panose="020B0604020202090204"/>
                <a:cs typeface="Arial" panose="020B0604020202090204"/>
              </a:defRPr>
            </a:lvl2pPr>
            <a:lvl3pPr algn="l">
              <a:buNone/>
              <a:defRPr sz="1010" b="0">
                <a:solidFill>
                  <a:srgbClr val="657E8B"/>
                </a:solidFill>
                <a:latin typeface="Arial" panose="020B0604020202090204"/>
                <a:ea typeface="Arial" panose="020B0604020202090204"/>
                <a:cs typeface="Arial" panose="020B0604020202090204"/>
              </a:defRPr>
            </a:lvl3pPr>
            <a:lvl4pPr algn="l">
              <a:buNone/>
              <a:defRPr sz="1010" b="0">
                <a:solidFill>
                  <a:srgbClr val="657E8B"/>
                </a:solidFill>
                <a:latin typeface="Arial" panose="020B0604020202090204"/>
                <a:ea typeface="Arial" panose="020B0604020202090204"/>
                <a:cs typeface="Arial" panose="020B0604020202090204"/>
              </a:defRPr>
            </a:lvl4pPr>
            <a:lvl5pPr algn="l">
              <a:buNone/>
              <a:defRPr sz="1010" b="0">
                <a:solidFill>
                  <a:srgbClr val="657E8B"/>
                </a:solidFill>
                <a:latin typeface="Arial" panose="020B0604020202090204"/>
                <a:ea typeface="Arial" panose="020B0604020202090204"/>
                <a:cs typeface="Arial" panose="020B0604020202090204"/>
              </a:defRPr>
            </a:lvl5pPr>
            <a:lvl6pPr algn="l">
              <a:buNone/>
              <a:defRPr sz="1010" b="0">
                <a:solidFill>
                  <a:srgbClr val="657E8B"/>
                </a:solidFill>
                <a:latin typeface="Arial" panose="020B0604020202090204"/>
                <a:ea typeface="Arial" panose="020B0604020202090204"/>
                <a:cs typeface="Arial" panose="020B0604020202090204"/>
              </a:defRPr>
            </a:lvl6pPr>
            <a:lvl7pPr algn="l">
              <a:buNone/>
              <a:defRPr sz="1010" b="0">
                <a:solidFill>
                  <a:srgbClr val="657E8B"/>
                </a:solidFill>
                <a:latin typeface="Arial" panose="020B0604020202090204"/>
                <a:ea typeface="Arial" panose="020B0604020202090204"/>
                <a:cs typeface="Arial" panose="020B0604020202090204"/>
              </a:defRPr>
            </a:lvl7pPr>
            <a:lvl8pPr algn="l">
              <a:buNone/>
              <a:defRPr sz="1010" b="0">
                <a:solidFill>
                  <a:srgbClr val="657E8B"/>
                </a:solidFill>
                <a:latin typeface="Arial" panose="020B0604020202090204"/>
                <a:ea typeface="Arial" panose="020B0604020202090204"/>
                <a:cs typeface="Arial" panose="020B0604020202090204"/>
              </a:defRPr>
            </a:lvl8pPr>
            <a:lvl9pPr algn="l">
              <a:buNone/>
              <a:defRPr sz="1010" b="0">
                <a:solidFill>
                  <a:srgbClr val="657E8B"/>
                </a:solidFill>
                <a:latin typeface="Arial" panose="020B0604020202090204"/>
                <a:ea typeface="Arial" panose="020B0604020202090204"/>
                <a:cs typeface="Arial" panose="020B0604020202090204"/>
              </a:defRPr>
            </a:lvl9pPr>
          </a:lstStyle>
          <a:p>
            <a:pPr algn="l">
              <a:buNone/>
              <a:defRPr sz="1010" b="0">
                <a:solidFill>
                  <a:srgbClr val="657E8B"/>
                </a:solidFill>
                <a:latin typeface="Arial" panose="020B0604020202090204"/>
                <a:ea typeface="Arial" panose="020B0604020202090204"/>
                <a:cs typeface="Arial" panose="020B0604020202090204"/>
              </a:defRPr>
            </a:pPr>
            <a:r>
              <a:rPr sz="1600" b="0">
                <a:solidFill>
                  <a:srgbClr val="657E8B"/>
                </a:solidFill>
                <a:latin typeface="Arial" panose="020B0604020202090204"/>
                <a:ea typeface="Arial" panose="020B0604020202090204"/>
                <a:cs typeface="Arial" panose="020B0604020202090204"/>
              </a:rPr>
              <a:t>High</a:t>
            </a:r>
            <a:endParaRPr sz="1600" b="0">
              <a:solidFill>
                <a:srgbClr val="657E8B"/>
              </a:solidFill>
              <a:latin typeface="Arial" panose="020B0604020202090204"/>
              <a:ea typeface="Arial" panose="020B0604020202090204"/>
              <a:cs typeface="Arial" panose="020B0604020202090204"/>
            </a:endParaRPr>
          </a:p>
        </p:txBody>
      </p:sp>
      <p:sp>
        <p:nvSpPr>
          <p:cNvPr id="814" name="Inapplicable rewrite High0"/>
          <p:cNvSpPr>
            <a:spLocks noGrp="1"/>
          </p:cNvSpPr>
          <p:nvPr/>
        </p:nvSpPr>
        <p:spPr>
          <a:xfrm>
            <a:off x="990600" y="3848978"/>
            <a:ext cx="142875" cy="0"/>
          </a:xfrm>
          <a:custGeom>
            <a:avLst/>
            <a:gdLst/>
            <a:ahLst/>
            <a:cxnLst/>
            <a:pathLst>
              <a:path w="142875" h="95">
                <a:moveTo>
                  <a:pt x="0" y="0"/>
                </a:moveTo>
                <a:lnTo>
                  <a:pt x="142875" y="0"/>
                </a:lnTo>
              </a:path>
            </a:pathLst>
          </a:custGeom>
          <a:noFill/>
          <a:ln w="19050">
            <a:solidFill>
              <a:srgbClr val="A8B7C1"/>
            </a:solidFill>
            <a:prstDash val="solid"/>
          </a:ln>
        </p:spPr>
      </p:sp>
      <p:sp>
        <p:nvSpPr>
          <p:cNvPr id="815" name="Applicable rewrite High1"/>
          <p:cNvSpPr>
            <a:spLocks noGrp="1"/>
          </p:cNvSpPr>
          <p:nvPr/>
        </p:nvSpPr>
        <p:spPr>
          <a:xfrm>
            <a:off x="1381125" y="3795177"/>
            <a:ext cx="123825" cy="77115"/>
          </a:xfrm>
          <a:custGeom>
            <a:avLst/>
            <a:gdLst/>
            <a:ahLst/>
            <a:cxnLst/>
            <a:pathLst>
              <a:path w="123825" h="108966">
                <a:moveTo>
                  <a:pt x="0" y="61913"/>
                </a:moveTo>
                <a:lnTo>
                  <a:pt x="43339" y="108966"/>
                </a:lnTo>
                <a:lnTo>
                  <a:pt x="123825" y="0"/>
                </a:lnTo>
              </a:path>
            </a:pathLst>
          </a:custGeom>
          <a:noFill/>
          <a:ln w="21908">
            <a:solidFill>
              <a:srgbClr val="438274"/>
            </a:solidFill>
            <a:prstDash val="solid"/>
          </a:ln>
        </p:spPr>
      </p:sp>
      <p:sp>
        <p:nvSpPr>
          <p:cNvPr id="816" name="Applicable rewrite High2"/>
          <p:cNvSpPr>
            <a:spLocks noGrp="1"/>
          </p:cNvSpPr>
          <p:nvPr/>
        </p:nvSpPr>
        <p:spPr>
          <a:xfrm>
            <a:off x="1771650" y="3795177"/>
            <a:ext cx="123825" cy="77115"/>
          </a:xfrm>
          <a:custGeom>
            <a:avLst/>
            <a:gdLst/>
            <a:ahLst/>
            <a:cxnLst/>
            <a:pathLst>
              <a:path w="123825" h="108966">
                <a:moveTo>
                  <a:pt x="0" y="61913"/>
                </a:moveTo>
                <a:lnTo>
                  <a:pt x="43339" y="108966"/>
                </a:lnTo>
                <a:lnTo>
                  <a:pt x="123825" y="0"/>
                </a:lnTo>
              </a:path>
            </a:pathLst>
          </a:custGeom>
          <a:noFill/>
          <a:ln w="21908">
            <a:solidFill>
              <a:srgbClr val="80669C"/>
            </a:solidFill>
            <a:prstDash val="solid"/>
          </a:ln>
        </p:spPr>
      </p:sp>
      <p:sp>
        <p:nvSpPr>
          <p:cNvPr id="817" name="Applicability table divider"/>
          <p:cNvSpPr>
            <a:spLocks noGrp="1"/>
          </p:cNvSpPr>
          <p:nvPr/>
        </p:nvSpPr>
        <p:spPr>
          <a:xfrm>
            <a:off x="2152650" y="3102487"/>
            <a:ext cx="0" cy="1015497"/>
          </a:xfrm>
          <a:custGeom>
            <a:avLst/>
            <a:gdLst/>
            <a:ahLst/>
            <a:cxnLst/>
            <a:pathLst>
              <a:path w="95" h="1438275">
                <a:moveTo>
                  <a:pt x="0" y="0"/>
                </a:moveTo>
                <a:lnTo>
                  <a:pt x="0" y="1438275"/>
                </a:lnTo>
              </a:path>
            </a:pathLst>
          </a:custGeom>
          <a:noFill/>
          <a:ln w="9525">
            <a:solidFill>
              <a:srgbClr val="CEDDE5"/>
            </a:solidFill>
            <a:prstDash val="solid"/>
          </a:ln>
        </p:spPr>
      </p:sp>
      <p:sp>
        <p:nvSpPr>
          <p:cNvPr id="818" name="Rewrite example A"/>
          <p:cNvSpPr>
            <a:spLocks noGrp="1"/>
          </p:cNvSpPr>
          <p:nvPr/>
        </p:nvSpPr>
        <p:spPr>
          <a:xfrm>
            <a:off x="2324100" y="3068862"/>
            <a:ext cx="4619625" cy="322807"/>
          </a:xfrm>
          <a:prstGeom prst="roundRect">
            <a:avLst>
              <a:gd name="adj" fmla="val 10417"/>
            </a:avLst>
          </a:prstGeom>
          <a:solidFill>
            <a:srgbClr val="EDF4F8"/>
          </a:solidFill>
          <a:ln w="0">
            <a:noFill/>
            <a:prstDash val="solid"/>
          </a:ln>
        </p:spPr>
      </p:sp>
      <p:pic>
        <p:nvPicPr>
          <p:cNvPr id="819" name="图片 818"/>
          <p:cNvPicPr>
            <a:picLocks noChangeAspect="1"/>
          </p:cNvPicPr>
          <p:nvPr/>
        </p:nvPicPr>
        <p:blipFill>
          <a:blip r:embed="rId5">
            <a:extLst>
              <a:ext uri="{96DAC541-7B7A-43D3-8B79-37D633B846F1}">
                <asvg:svgBlip xmlns:asvg="http://schemas.microsoft.com/office/drawing/2016/SVG/main" r:embed="rId20"/>
              </a:ext>
            </a:extLst>
          </a:blip>
          <a:stretch>
            <a:fillRect/>
          </a:stretch>
        </p:blipFill>
        <p:spPr>
          <a:xfrm>
            <a:off x="2561923" y="3136113"/>
            <a:ext cx="181579" cy="181579"/>
          </a:xfrm>
          <a:prstGeom prst="rect">
            <a:avLst/>
          </a:prstGeom>
        </p:spPr>
      </p:pic>
      <p:sp>
        <p:nvSpPr>
          <p:cNvPr id="820" name="Rewrite category A"/>
          <p:cNvSpPr>
            <a:spLocks noGrp="1"/>
          </p:cNvSpPr>
          <p:nvPr/>
        </p:nvSpPr>
        <p:spPr>
          <a:xfrm>
            <a:off x="3171825" y="3089037"/>
            <a:ext cx="3619500" cy="121053"/>
          </a:xfrm>
          <a:prstGeom prst="rect">
            <a:avLst/>
          </a:prstGeom>
          <a:noFill/>
          <a:ln w="0">
            <a:noFill/>
            <a:prstDash val="solid"/>
          </a:ln>
        </p:spPr>
        <p:txBody>
          <a:bodyPr wrap="none" lIns="0" tIns="0" rIns="0" bIns="0" anchor="ctr">
            <a:noAutofit/>
          </a:bodyPr>
          <a:lstStyle>
            <a:defPPr algn="l">
              <a:defRPr sz="790" b="1">
                <a:solidFill>
                  <a:srgbClr val="476E89"/>
                </a:solidFill>
                <a:latin typeface="Arial" panose="020B0604020202090204"/>
                <a:ea typeface="Arial" panose="020B0604020202090204"/>
                <a:cs typeface="Arial" panose="020B0604020202090204"/>
              </a:defRPr>
            </a:defPPr>
            <a:lvl1pPr algn="l">
              <a:buNone/>
              <a:defRPr sz="790" b="1">
                <a:solidFill>
                  <a:srgbClr val="476E89"/>
                </a:solidFill>
                <a:latin typeface="Arial" panose="020B0604020202090204"/>
                <a:ea typeface="Arial" panose="020B0604020202090204"/>
                <a:cs typeface="Arial" panose="020B0604020202090204"/>
              </a:defRPr>
            </a:lvl1pPr>
            <a:lvl2pPr algn="l">
              <a:buNone/>
              <a:defRPr sz="790" b="1">
                <a:solidFill>
                  <a:srgbClr val="476E89"/>
                </a:solidFill>
                <a:latin typeface="Arial" panose="020B0604020202090204"/>
                <a:ea typeface="Arial" panose="020B0604020202090204"/>
                <a:cs typeface="Arial" panose="020B0604020202090204"/>
              </a:defRPr>
            </a:lvl2pPr>
            <a:lvl3pPr algn="l">
              <a:buNone/>
              <a:defRPr sz="790" b="1">
                <a:solidFill>
                  <a:srgbClr val="476E89"/>
                </a:solidFill>
                <a:latin typeface="Arial" panose="020B0604020202090204"/>
                <a:ea typeface="Arial" panose="020B0604020202090204"/>
                <a:cs typeface="Arial" panose="020B0604020202090204"/>
              </a:defRPr>
            </a:lvl3pPr>
            <a:lvl4pPr algn="l">
              <a:buNone/>
              <a:defRPr sz="790" b="1">
                <a:solidFill>
                  <a:srgbClr val="476E89"/>
                </a:solidFill>
                <a:latin typeface="Arial" panose="020B0604020202090204"/>
                <a:ea typeface="Arial" panose="020B0604020202090204"/>
                <a:cs typeface="Arial" panose="020B0604020202090204"/>
              </a:defRPr>
            </a:lvl4pPr>
            <a:lvl5pPr algn="l">
              <a:buNone/>
              <a:defRPr sz="790" b="1">
                <a:solidFill>
                  <a:srgbClr val="476E89"/>
                </a:solidFill>
                <a:latin typeface="Arial" panose="020B0604020202090204"/>
                <a:ea typeface="Arial" panose="020B0604020202090204"/>
                <a:cs typeface="Arial" panose="020B0604020202090204"/>
              </a:defRPr>
            </a:lvl5pPr>
            <a:lvl6pPr algn="l">
              <a:buNone/>
              <a:defRPr sz="790" b="1">
                <a:solidFill>
                  <a:srgbClr val="476E89"/>
                </a:solidFill>
                <a:latin typeface="Arial" panose="020B0604020202090204"/>
                <a:ea typeface="Arial" panose="020B0604020202090204"/>
                <a:cs typeface="Arial" panose="020B0604020202090204"/>
              </a:defRPr>
            </a:lvl6pPr>
            <a:lvl7pPr algn="l">
              <a:buNone/>
              <a:defRPr sz="790" b="1">
                <a:solidFill>
                  <a:srgbClr val="476E89"/>
                </a:solidFill>
                <a:latin typeface="Arial" panose="020B0604020202090204"/>
                <a:ea typeface="Arial" panose="020B0604020202090204"/>
                <a:cs typeface="Arial" panose="020B0604020202090204"/>
              </a:defRPr>
            </a:lvl7pPr>
            <a:lvl8pPr algn="l">
              <a:buNone/>
              <a:defRPr sz="790" b="1">
                <a:solidFill>
                  <a:srgbClr val="476E89"/>
                </a:solidFill>
                <a:latin typeface="Arial" panose="020B0604020202090204"/>
                <a:ea typeface="Arial" panose="020B0604020202090204"/>
                <a:cs typeface="Arial" panose="020B0604020202090204"/>
              </a:defRPr>
            </a:lvl8pPr>
            <a:lvl9pPr algn="l">
              <a:buNone/>
              <a:defRPr sz="790" b="1">
                <a:solidFill>
                  <a:srgbClr val="476E89"/>
                </a:solidFill>
                <a:latin typeface="Arial" panose="020B0604020202090204"/>
                <a:ea typeface="Arial" panose="020B0604020202090204"/>
                <a:cs typeface="Arial" panose="020B0604020202090204"/>
              </a:defRPr>
            </a:lvl9pPr>
          </a:lstStyle>
          <a:p>
            <a:pPr algn="l">
              <a:buNone/>
              <a:defRPr sz="790" b="1">
                <a:solidFill>
                  <a:srgbClr val="476E89"/>
                </a:solidFill>
                <a:latin typeface="Arial" panose="020B0604020202090204"/>
                <a:ea typeface="Arial" panose="020B0604020202090204"/>
                <a:cs typeface="Arial" panose="020B0604020202090204"/>
              </a:defRPr>
            </a:pPr>
            <a:r>
              <a:rPr sz="1090" b="1">
                <a:solidFill>
                  <a:srgbClr val="476E89"/>
                </a:solidFill>
                <a:latin typeface="Arial" panose="020B0604020202090204"/>
                <a:ea typeface="Arial" panose="020B0604020202090204"/>
                <a:cs typeface="Arial" panose="020B0604020202090204"/>
              </a:rPr>
              <a:t>A  Atomic motion</a:t>
            </a:r>
            <a:endParaRPr sz="1090" b="1">
              <a:solidFill>
                <a:srgbClr val="476E89"/>
              </a:solidFill>
              <a:latin typeface="Arial" panose="020B0604020202090204"/>
              <a:ea typeface="Arial" panose="020B0604020202090204"/>
              <a:cs typeface="Arial" panose="020B0604020202090204"/>
            </a:endParaRPr>
          </a:p>
        </p:txBody>
      </p:sp>
      <p:sp>
        <p:nvSpPr>
          <p:cNvPr id="821" name="Rewrite instruction A"/>
          <p:cNvSpPr>
            <a:spLocks noGrp="1"/>
          </p:cNvSpPr>
          <p:nvPr/>
        </p:nvSpPr>
        <p:spPr>
          <a:xfrm>
            <a:off x="3171825" y="3197656"/>
            <a:ext cx="3619500" cy="172822"/>
          </a:xfrm>
          <a:prstGeom prst="rect">
            <a:avLst/>
          </a:prstGeom>
          <a:noFill/>
          <a:ln w="0">
            <a:noFill/>
            <a:prstDash val="solid"/>
          </a:ln>
        </p:spPr>
        <p:txBody>
          <a:bodyPr wrap="none" lIns="0" tIns="0" rIns="0" bIns="0" anchor="ctr">
            <a:noAutofit/>
          </a:bodyPr>
          <a:lstStyle>
            <a:defPPr algn="l">
              <a:defRPr sz="1135" b="0">
                <a:solidFill>
                  <a:srgbClr val="29414E"/>
                </a:solidFill>
                <a:latin typeface="Arial" panose="020B0604020202090204"/>
                <a:ea typeface="Arial" panose="020B0604020202090204"/>
                <a:cs typeface="Arial" panose="020B0604020202090204"/>
              </a:defRPr>
            </a:defPPr>
            <a:lvl1pPr algn="l">
              <a:buNone/>
              <a:defRPr sz="1135" b="0">
                <a:solidFill>
                  <a:srgbClr val="29414E"/>
                </a:solidFill>
                <a:latin typeface="Arial" panose="020B0604020202090204"/>
                <a:ea typeface="Arial" panose="020B0604020202090204"/>
                <a:cs typeface="Arial" panose="020B0604020202090204"/>
              </a:defRPr>
            </a:lvl1pPr>
            <a:lvl2pPr algn="l">
              <a:buNone/>
              <a:defRPr sz="1135" b="0">
                <a:solidFill>
                  <a:srgbClr val="29414E"/>
                </a:solidFill>
                <a:latin typeface="Arial" panose="020B0604020202090204"/>
                <a:ea typeface="Arial" panose="020B0604020202090204"/>
                <a:cs typeface="Arial" panose="020B0604020202090204"/>
              </a:defRPr>
            </a:lvl2pPr>
            <a:lvl3pPr algn="l">
              <a:buNone/>
              <a:defRPr sz="1135" b="0">
                <a:solidFill>
                  <a:srgbClr val="29414E"/>
                </a:solidFill>
                <a:latin typeface="Arial" panose="020B0604020202090204"/>
                <a:ea typeface="Arial" panose="020B0604020202090204"/>
                <a:cs typeface="Arial" panose="020B0604020202090204"/>
              </a:defRPr>
            </a:lvl3pPr>
            <a:lvl4pPr algn="l">
              <a:buNone/>
              <a:defRPr sz="1135" b="0">
                <a:solidFill>
                  <a:srgbClr val="29414E"/>
                </a:solidFill>
                <a:latin typeface="Arial" panose="020B0604020202090204"/>
                <a:ea typeface="Arial" panose="020B0604020202090204"/>
                <a:cs typeface="Arial" panose="020B0604020202090204"/>
              </a:defRPr>
            </a:lvl4pPr>
            <a:lvl5pPr algn="l">
              <a:buNone/>
              <a:defRPr sz="1135" b="0">
                <a:solidFill>
                  <a:srgbClr val="29414E"/>
                </a:solidFill>
                <a:latin typeface="Arial" panose="020B0604020202090204"/>
                <a:ea typeface="Arial" panose="020B0604020202090204"/>
                <a:cs typeface="Arial" panose="020B0604020202090204"/>
              </a:defRPr>
            </a:lvl5pPr>
            <a:lvl6pPr algn="l">
              <a:buNone/>
              <a:defRPr sz="1135" b="0">
                <a:solidFill>
                  <a:srgbClr val="29414E"/>
                </a:solidFill>
                <a:latin typeface="Arial" panose="020B0604020202090204"/>
                <a:ea typeface="Arial" panose="020B0604020202090204"/>
                <a:cs typeface="Arial" panose="020B0604020202090204"/>
              </a:defRPr>
            </a:lvl6pPr>
            <a:lvl7pPr algn="l">
              <a:buNone/>
              <a:defRPr sz="1135" b="0">
                <a:solidFill>
                  <a:srgbClr val="29414E"/>
                </a:solidFill>
                <a:latin typeface="Arial" panose="020B0604020202090204"/>
                <a:ea typeface="Arial" panose="020B0604020202090204"/>
                <a:cs typeface="Arial" panose="020B0604020202090204"/>
              </a:defRPr>
            </a:lvl7pPr>
            <a:lvl8pPr algn="l">
              <a:buNone/>
              <a:defRPr sz="1135" b="0">
                <a:solidFill>
                  <a:srgbClr val="29414E"/>
                </a:solidFill>
                <a:latin typeface="Arial" panose="020B0604020202090204"/>
                <a:ea typeface="Arial" panose="020B0604020202090204"/>
                <a:cs typeface="Arial" panose="020B0604020202090204"/>
              </a:defRPr>
            </a:lvl8pPr>
            <a:lvl9pPr algn="l">
              <a:buNone/>
              <a:defRPr sz="1135" b="0">
                <a:solidFill>
                  <a:srgbClr val="29414E"/>
                </a:solidFill>
                <a:latin typeface="Arial" panose="020B0604020202090204"/>
                <a:ea typeface="Arial" panose="020B0604020202090204"/>
                <a:cs typeface="Arial" panose="020B0604020202090204"/>
              </a:defRPr>
            </a:lvl9pPr>
          </a:lstStyle>
          <a:p>
            <a:pPr algn="l">
              <a:buNone/>
              <a:defRPr sz="1135" b="0">
                <a:solidFill>
                  <a:srgbClr val="29414E"/>
                </a:solidFill>
                <a:latin typeface="Arial" panose="020B0604020202090204"/>
                <a:ea typeface="Arial" panose="020B0604020202090204"/>
                <a:cs typeface="Arial" panose="020B0604020202090204"/>
              </a:defRPr>
            </a:pPr>
            <a:r>
              <a:rPr sz="1600" b="0">
                <a:solidFill>
                  <a:srgbClr val="29414E"/>
                </a:solidFill>
                <a:latin typeface="Arial" panose="020B0604020202090204"/>
                <a:ea typeface="Arial" panose="020B0604020202090204"/>
                <a:cs typeface="Arial" panose="020B0604020202090204"/>
              </a:rPr>
              <a:t>Move downward.</a:t>
            </a:r>
            <a:endParaRPr sz="1600" b="0">
              <a:solidFill>
                <a:srgbClr val="29414E"/>
              </a:solidFill>
              <a:latin typeface="Arial" panose="020B0604020202090204"/>
              <a:ea typeface="Arial" panose="020B0604020202090204"/>
              <a:cs typeface="Arial" panose="020B0604020202090204"/>
            </a:endParaRPr>
          </a:p>
        </p:txBody>
      </p:sp>
      <p:sp>
        <p:nvSpPr>
          <p:cNvPr id="822" name="Rewrite example T"/>
          <p:cNvSpPr>
            <a:spLocks noGrp="1"/>
          </p:cNvSpPr>
          <p:nvPr/>
        </p:nvSpPr>
        <p:spPr>
          <a:xfrm>
            <a:off x="2324100" y="3425294"/>
            <a:ext cx="4619625" cy="322807"/>
          </a:xfrm>
          <a:prstGeom prst="roundRect">
            <a:avLst>
              <a:gd name="adj" fmla="val 10417"/>
            </a:avLst>
          </a:prstGeom>
          <a:solidFill>
            <a:srgbClr val="ECF6F2"/>
          </a:solidFill>
          <a:ln w="0">
            <a:noFill/>
            <a:prstDash val="solid"/>
          </a:ln>
        </p:spPr>
      </p:sp>
      <p:pic>
        <p:nvPicPr>
          <p:cNvPr id="823" name="图片 822"/>
          <p:cNvPicPr>
            <a:picLocks noChangeAspect="1"/>
          </p:cNvPicPr>
          <p:nvPr/>
        </p:nvPicPr>
        <p:blipFill>
          <a:blip r:embed="rId5">
            <a:extLst>
              <a:ext uri="{96DAC541-7B7A-43D3-8B79-37D633B846F1}">
                <asvg:svgBlip xmlns:asvg="http://schemas.microsoft.com/office/drawing/2016/SVG/main" r:embed="rId21"/>
              </a:ext>
            </a:extLst>
          </a:blip>
          <a:stretch>
            <a:fillRect/>
          </a:stretch>
        </p:blipFill>
        <p:spPr>
          <a:xfrm>
            <a:off x="2561923" y="3492546"/>
            <a:ext cx="181579" cy="181579"/>
          </a:xfrm>
          <a:prstGeom prst="rect">
            <a:avLst/>
          </a:prstGeom>
        </p:spPr>
      </p:pic>
      <p:sp>
        <p:nvSpPr>
          <p:cNvPr id="824" name="Rewrite category T"/>
          <p:cNvSpPr>
            <a:spLocks noGrp="1"/>
          </p:cNvSpPr>
          <p:nvPr/>
        </p:nvSpPr>
        <p:spPr>
          <a:xfrm>
            <a:off x="3171825" y="3445470"/>
            <a:ext cx="3619500" cy="121053"/>
          </a:xfrm>
          <a:prstGeom prst="rect">
            <a:avLst/>
          </a:prstGeom>
          <a:noFill/>
          <a:ln w="0">
            <a:noFill/>
            <a:prstDash val="solid"/>
          </a:ln>
        </p:spPr>
        <p:txBody>
          <a:bodyPr wrap="none" lIns="0" tIns="0" rIns="0" bIns="0" anchor="ctr">
            <a:noAutofit/>
          </a:bodyPr>
          <a:lstStyle>
            <a:defPPr algn="l">
              <a:defRPr sz="790" b="1">
                <a:solidFill>
                  <a:srgbClr val="438274"/>
                </a:solidFill>
                <a:latin typeface="Arial" panose="020B0604020202090204"/>
                <a:ea typeface="Arial" panose="020B0604020202090204"/>
                <a:cs typeface="Arial" panose="020B0604020202090204"/>
              </a:defRPr>
            </a:defPPr>
            <a:lvl1pPr algn="l">
              <a:buNone/>
              <a:defRPr sz="790" b="1">
                <a:solidFill>
                  <a:srgbClr val="438274"/>
                </a:solidFill>
                <a:latin typeface="Arial" panose="020B0604020202090204"/>
                <a:ea typeface="Arial" panose="020B0604020202090204"/>
                <a:cs typeface="Arial" panose="020B0604020202090204"/>
              </a:defRPr>
            </a:lvl1pPr>
            <a:lvl2pPr algn="l">
              <a:buNone/>
              <a:defRPr sz="790" b="1">
                <a:solidFill>
                  <a:srgbClr val="438274"/>
                </a:solidFill>
                <a:latin typeface="Arial" panose="020B0604020202090204"/>
                <a:ea typeface="Arial" panose="020B0604020202090204"/>
                <a:cs typeface="Arial" panose="020B0604020202090204"/>
              </a:defRPr>
            </a:lvl2pPr>
            <a:lvl3pPr algn="l">
              <a:buNone/>
              <a:defRPr sz="790" b="1">
                <a:solidFill>
                  <a:srgbClr val="438274"/>
                </a:solidFill>
                <a:latin typeface="Arial" panose="020B0604020202090204"/>
                <a:ea typeface="Arial" panose="020B0604020202090204"/>
                <a:cs typeface="Arial" panose="020B0604020202090204"/>
              </a:defRPr>
            </a:lvl3pPr>
            <a:lvl4pPr algn="l">
              <a:buNone/>
              <a:defRPr sz="790" b="1">
                <a:solidFill>
                  <a:srgbClr val="438274"/>
                </a:solidFill>
                <a:latin typeface="Arial" panose="020B0604020202090204"/>
                <a:ea typeface="Arial" panose="020B0604020202090204"/>
                <a:cs typeface="Arial" panose="020B0604020202090204"/>
              </a:defRPr>
            </a:lvl4pPr>
            <a:lvl5pPr algn="l">
              <a:buNone/>
              <a:defRPr sz="790" b="1">
                <a:solidFill>
                  <a:srgbClr val="438274"/>
                </a:solidFill>
                <a:latin typeface="Arial" panose="020B0604020202090204"/>
                <a:ea typeface="Arial" panose="020B0604020202090204"/>
                <a:cs typeface="Arial" panose="020B0604020202090204"/>
              </a:defRPr>
            </a:lvl5pPr>
            <a:lvl6pPr algn="l">
              <a:buNone/>
              <a:defRPr sz="790" b="1">
                <a:solidFill>
                  <a:srgbClr val="438274"/>
                </a:solidFill>
                <a:latin typeface="Arial" panose="020B0604020202090204"/>
                <a:ea typeface="Arial" panose="020B0604020202090204"/>
                <a:cs typeface="Arial" panose="020B0604020202090204"/>
              </a:defRPr>
            </a:lvl6pPr>
            <a:lvl7pPr algn="l">
              <a:buNone/>
              <a:defRPr sz="790" b="1">
                <a:solidFill>
                  <a:srgbClr val="438274"/>
                </a:solidFill>
                <a:latin typeface="Arial" panose="020B0604020202090204"/>
                <a:ea typeface="Arial" panose="020B0604020202090204"/>
                <a:cs typeface="Arial" panose="020B0604020202090204"/>
              </a:defRPr>
            </a:lvl7pPr>
            <a:lvl8pPr algn="l">
              <a:buNone/>
              <a:defRPr sz="790" b="1">
                <a:solidFill>
                  <a:srgbClr val="438274"/>
                </a:solidFill>
                <a:latin typeface="Arial" panose="020B0604020202090204"/>
                <a:ea typeface="Arial" panose="020B0604020202090204"/>
                <a:cs typeface="Arial" panose="020B0604020202090204"/>
              </a:defRPr>
            </a:lvl8pPr>
            <a:lvl9pPr algn="l">
              <a:buNone/>
              <a:defRPr sz="790" b="1">
                <a:solidFill>
                  <a:srgbClr val="438274"/>
                </a:solidFill>
                <a:latin typeface="Arial" panose="020B0604020202090204"/>
                <a:ea typeface="Arial" panose="020B0604020202090204"/>
                <a:cs typeface="Arial" panose="020B0604020202090204"/>
              </a:defRPr>
            </a:lvl9pPr>
          </a:lstStyle>
          <a:p>
            <a:pPr algn="l">
              <a:buNone/>
              <a:defRPr sz="790" b="1">
                <a:solidFill>
                  <a:srgbClr val="438274"/>
                </a:solidFill>
                <a:latin typeface="Arial" panose="020B0604020202090204"/>
                <a:ea typeface="Arial" panose="020B0604020202090204"/>
                <a:cs typeface="Arial" panose="020B0604020202090204"/>
              </a:defRPr>
            </a:pPr>
            <a:r>
              <a:rPr sz="1090" b="1">
                <a:solidFill>
                  <a:srgbClr val="438274"/>
                </a:solidFill>
                <a:latin typeface="Arial" panose="020B0604020202090204"/>
                <a:ea typeface="Arial" panose="020B0604020202090204"/>
                <a:cs typeface="Arial" panose="020B0604020202090204"/>
              </a:rPr>
              <a:t>T  Local task</a:t>
            </a:r>
            <a:endParaRPr sz="1090" b="1">
              <a:solidFill>
                <a:srgbClr val="438274"/>
              </a:solidFill>
              <a:latin typeface="Arial" panose="020B0604020202090204"/>
              <a:ea typeface="Arial" panose="020B0604020202090204"/>
              <a:cs typeface="Arial" panose="020B0604020202090204"/>
            </a:endParaRPr>
          </a:p>
        </p:txBody>
      </p:sp>
      <p:sp>
        <p:nvSpPr>
          <p:cNvPr id="825" name="Rewrite instruction T"/>
          <p:cNvSpPr>
            <a:spLocks noGrp="1"/>
          </p:cNvSpPr>
          <p:nvPr/>
        </p:nvSpPr>
        <p:spPr>
          <a:xfrm>
            <a:off x="3171825" y="3554088"/>
            <a:ext cx="3619500" cy="172822"/>
          </a:xfrm>
          <a:prstGeom prst="rect">
            <a:avLst/>
          </a:prstGeom>
          <a:noFill/>
          <a:ln w="0">
            <a:noFill/>
            <a:prstDash val="solid"/>
          </a:ln>
        </p:spPr>
        <p:txBody>
          <a:bodyPr wrap="none" lIns="0" tIns="0" rIns="0" bIns="0" anchor="ctr">
            <a:noAutofit/>
          </a:bodyPr>
          <a:lstStyle>
            <a:defPPr algn="l">
              <a:defRPr sz="1135" b="0">
                <a:solidFill>
                  <a:srgbClr val="29414E"/>
                </a:solidFill>
                <a:latin typeface="Arial" panose="020B0604020202090204"/>
                <a:ea typeface="Arial" panose="020B0604020202090204"/>
                <a:cs typeface="Arial" panose="020B0604020202090204"/>
              </a:defRPr>
            </a:defPPr>
            <a:lvl1pPr algn="l">
              <a:buNone/>
              <a:defRPr sz="1135" b="0">
                <a:solidFill>
                  <a:srgbClr val="29414E"/>
                </a:solidFill>
                <a:latin typeface="Arial" panose="020B0604020202090204"/>
                <a:ea typeface="Arial" panose="020B0604020202090204"/>
                <a:cs typeface="Arial" panose="020B0604020202090204"/>
              </a:defRPr>
            </a:lvl1pPr>
            <a:lvl2pPr algn="l">
              <a:buNone/>
              <a:defRPr sz="1135" b="0">
                <a:solidFill>
                  <a:srgbClr val="29414E"/>
                </a:solidFill>
                <a:latin typeface="Arial" panose="020B0604020202090204"/>
                <a:ea typeface="Arial" panose="020B0604020202090204"/>
                <a:cs typeface="Arial" panose="020B0604020202090204"/>
              </a:defRPr>
            </a:lvl2pPr>
            <a:lvl3pPr algn="l">
              <a:buNone/>
              <a:defRPr sz="1135" b="0">
                <a:solidFill>
                  <a:srgbClr val="29414E"/>
                </a:solidFill>
                <a:latin typeface="Arial" panose="020B0604020202090204"/>
                <a:ea typeface="Arial" panose="020B0604020202090204"/>
                <a:cs typeface="Arial" panose="020B0604020202090204"/>
              </a:defRPr>
            </a:lvl3pPr>
            <a:lvl4pPr algn="l">
              <a:buNone/>
              <a:defRPr sz="1135" b="0">
                <a:solidFill>
                  <a:srgbClr val="29414E"/>
                </a:solidFill>
                <a:latin typeface="Arial" panose="020B0604020202090204"/>
                <a:ea typeface="Arial" panose="020B0604020202090204"/>
                <a:cs typeface="Arial" panose="020B0604020202090204"/>
              </a:defRPr>
            </a:lvl4pPr>
            <a:lvl5pPr algn="l">
              <a:buNone/>
              <a:defRPr sz="1135" b="0">
                <a:solidFill>
                  <a:srgbClr val="29414E"/>
                </a:solidFill>
                <a:latin typeface="Arial" panose="020B0604020202090204"/>
                <a:ea typeface="Arial" panose="020B0604020202090204"/>
                <a:cs typeface="Arial" panose="020B0604020202090204"/>
              </a:defRPr>
            </a:lvl5pPr>
            <a:lvl6pPr algn="l">
              <a:buNone/>
              <a:defRPr sz="1135" b="0">
                <a:solidFill>
                  <a:srgbClr val="29414E"/>
                </a:solidFill>
                <a:latin typeface="Arial" panose="020B0604020202090204"/>
                <a:ea typeface="Arial" panose="020B0604020202090204"/>
                <a:cs typeface="Arial" panose="020B0604020202090204"/>
              </a:defRPr>
            </a:lvl6pPr>
            <a:lvl7pPr algn="l">
              <a:buNone/>
              <a:defRPr sz="1135" b="0">
                <a:solidFill>
                  <a:srgbClr val="29414E"/>
                </a:solidFill>
                <a:latin typeface="Arial" panose="020B0604020202090204"/>
                <a:ea typeface="Arial" panose="020B0604020202090204"/>
                <a:cs typeface="Arial" panose="020B0604020202090204"/>
              </a:defRPr>
            </a:lvl7pPr>
            <a:lvl8pPr algn="l">
              <a:buNone/>
              <a:defRPr sz="1135" b="0">
                <a:solidFill>
                  <a:srgbClr val="29414E"/>
                </a:solidFill>
                <a:latin typeface="Arial" panose="020B0604020202090204"/>
                <a:ea typeface="Arial" panose="020B0604020202090204"/>
                <a:cs typeface="Arial" panose="020B0604020202090204"/>
              </a:defRPr>
            </a:lvl8pPr>
            <a:lvl9pPr algn="l">
              <a:buNone/>
              <a:defRPr sz="1135" b="0">
                <a:solidFill>
                  <a:srgbClr val="29414E"/>
                </a:solidFill>
                <a:latin typeface="Arial" panose="020B0604020202090204"/>
                <a:ea typeface="Arial" panose="020B0604020202090204"/>
                <a:cs typeface="Arial" panose="020B0604020202090204"/>
              </a:defRPr>
            </a:lvl9pPr>
          </a:lstStyle>
          <a:p>
            <a:pPr algn="l">
              <a:buNone/>
              <a:defRPr sz="1135" b="0">
                <a:solidFill>
                  <a:srgbClr val="29414E"/>
                </a:solidFill>
                <a:latin typeface="Arial" panose="020B0604020202090204"/>
                <a:ea typeface="Arial" panose="020B0604020202090204"/>
                <a:cs typeface="Arial" panose="020B0604020202090204"/>
              </a:defRPr>
            </a:pPr>
            <a:r>
              <a:rPr sz="1600" b="0">
                <a:solidFill>
                  <a:srgbClr val="29414E"/>
                </a:solidFill>
                <a:latin typeface="Arial" panose="020B0604020202090204"/>
                <a:ea typeface="Arial" panose="020B0604020202090204"/>
                <a:cs typeface="Arial" panose="020B0604020202090204"/>
              </a:rPr>
              <a:t>Approach the knife.</a:t>
            </a:r>
            <a:endParaRPr sz="1600" b="0">
              <a:solidFill>
                <a:srgbClr val="29414E"/>
              </a:solidFill>
              <a:latin typeface="Arial" panose="020B0604020202090204"/>
              <a:ea typeface="Arial" panose="020B0604020202090204"/>
              <a:cs typeface="Arial" panose="020B0604020202090204"/>
            </a:endParaRPr>
          </a:p>
        </p:txBody>
      </p:sp>
      <p:sp>
        <p:nvSpPr>
          <p:cNvPr id="826" name="Rewrite example V"/>
          <p:cNvSpPr>
            <a:spLocks noGrp="1"/>
          </p:cNvSpPr>
          <p:nvPr/>
        </p:nvSpPr>
        <p:spPr>
          <a:xfrm>
            <a:off x="2324100" y="3781727"/>
            <a:ext cx="4619625" cy="322807"/>
          </a:xfrm>
          <a:prstGeom prst="roundRect">
            <a:avLst>
              <a:gd name="adj" fmla="val 10417"/>
            </a:avLst>
          </a:prstGeom>
          <a:solidFill>
            <a:srgbClr val="F4F0F8"/>
          </a:solidFill>
          <a:ln w="0">
            <a:noFill/>
            <a:prstDash val="solid"/>
          </a:ln>
        </p:spPr>
      </p:sp>
      <p:pic>
        <p:nvPicPr>
          <p:cNvPr id="827" name="图片 826"/>
          <p:cNvPicPr>
            <a:picLocks noChangeAspect="1"/>
          </p:cNvPicPr>
          <p:nvPr/>
        </p:nvPicPr>
        <p:blipFill>
          <a:blip r:embed="rId11"/>
          <a:srcRect b="21768"/>
          <a:stretch>
            <a:fillRect/>
          </a:stretch>
        </p:blipFill>
        <p:spPr>
          <a:xfrm>
            <a:off x="2483170" y="3815353"/>
            <a:ext cx="443860" cy="255555"/>
          </a:xfrm>
          <a:prstGeom prst="rect">
            <a:avLst/>
          </a:prstGeom>
        </p:spPr>
      </p:pic>
      <p:sp>
        <p:nvSpPr>
          <p:cNvPr id="828" name="Visual-prompt target box"/>
          <p:cNvSpPr>
            <a:spLocks noGrp="1"/>
          </p:cNvSpPr>
          <p:nvPr/>
        </p:nvSpPr>
        <p:spPr>
          <a:xfrm>
            <a:off x="2557147" y="3929680"/>
            <a:ext cx="154678" cy="87427"/>
          </a:xfrm>
          <a:prstGeom prst="rect">
            <a:avLst/>
          </a:prstGeom>
          <a:noFill/>
          <a:ln w="23813">
            <a:solidFill>
              <a:srgbClr val="FFFFFF"/>
            </a:solidFill>
            <a:prstDash val="solid"/>
          </a:ln>
        </p:spPr>
      </p:sp>
      <p:sp>
        <p:nvSpPr>
          <p:cNvPr id="829" name="Visual-prompt red box"/>
          <p:cNvSpPr>
            <a:spLocks noGrp="1"/>
          </p:cNvSpPr>
          <p:nvPr/>
        </p:nvSpPr>
        <p:spPr>
          <a:xfrm>
            <a:off x="2557147" y="3929680"/>
            <a:ext cx="154678" cy="87427"/>
          </a:xfrm>
          <a:prstGeom prst="rect">
            <a:avLst/>
          </a:prstGeom>
          <a:noFill/>
          <a:ln w="13335">
            <a:solidFill>
              <a:srgbClr val="C45A54"/>
            </a:solidFill>
            <a:prstDash val="solid"/>
          </a:ln>
        </p:spPr>
      </p:sp>
      <p:sp>
        <p:nvSpPr>
          <p:cNvPr id="830" name="Rewrite category V"/>
          <p:cNvSpPr>
            <a:spLocks noGrp="1"/>
          </p:cNvSpPr>
          <p:nvPr/>
        </p:nvSpPr>
        <p:spPr>
          <a:xfrm>
            <a:off x="3171825" y="3801902"/>
            <a:ext cx="3619500" cy="121053"/>
          </a:xfrm>
          <a:prstGeom prst="rect">
            <a:avLst/>
          </a:prstGeom>
          <a:noFill/>
          <a:ln w="0">
            <a:noFill/>
            <a:prstDash val="solid"/>
          </a:ln>
        </p:spPr>
        <p:txBody>
          <a:bodyPr wrap="none" lIns="0" tIns="0" rIns="0" bIns="0" anchor="ctr">
            <a:noAutofit/>
          </a:bodyPr>
          <a:lstStyle>
            <a:defPPr algn="l">
              <a:defRPr sz="790" b="1">
                <a:solidFill>
                  <a:srgbClr val="80669C"/>
                </a:solidFill>
                <a:latin typeface="Arial" panose="020B0604020202090204"/>
                <a:ea typeface="Arial" panose="020B0604020202090204"/>
                <a:cs typeface="Arial" panose="020B0604020202090204"/>
              </a:defRPr>
            </a:defPPr>
            <a:lvl1pPr algn="l">
              <a:buNone/>
              <a:defRPr sz="790" b="1">
                <a:solidFill>
                  <a:srgbClr val="80669C"/>
                </a:solidFill>
                <a:latin typeface="Arial" panose="020B0604020202090204"/>
                <a:ea typeface="Arial" panose="020B0604020202090204"/>
                <a:cs typeface="Arial" panose="020B0604020202090204"/>
              </a:defRPr>
            </a:lvl1pPr>
            <a:lvl2pPr algn="l">
              <a:buNone/>
              <a:defRPr sz="790" b="1">
                <a:solidFill>
                  <a:srgbClr val="80669C"/>
                </a:solidFill>
                <a:latin typeface="Arial" panose="020B0604020202090204"/>
                <a:ea typeface="Arial" panose="020B0604020202090204"/>
                <a:cs typeface="Arial" panose="020B0604020202090204"/>
              </a:defRPr>
            </a:lvl2pPr>
            <a:lvl3pPr algn="l">
              <a:buNone/>
              <a:defRPr sz="790" b="1">
                <a:solidFill>
                  <a:srgbClr val="80669C"/>
                </a:solidFill>
                <a:latin typeface="Arial" panose="020B0604020202090204"/>
                <a:ea typeface="Arial" panose="020B0604020202090204"/>
                <a:cs typeface="Arial" panose="020B0604020202090204"/>
              </a:defRPr>
            </a:lvl3pPr>
            <a:lvl4pPr algn="l">
              <a:buNone/>
              <a:defRPr sz="790" b="1">
                <a:solidFill>
                  <a:srgbClr val="80669C"/>
                </a:solidFill>
                <a:latin typeface="Arial" panose="020B0604020202090204"/>
                <a:ea typeface="Arial" panose="020B0604020202090204"/>
                <a:cs typeface="Arial" panose="020B0604020202090204"/>
              </a:defRPr>
            </a:lvl4pPr>
            <a:lvl5pPr algn="l">
              <a:buNone/>
              <a:defRPr sz="790" b="1">
                <a:solidFill>
                  <a:srgbClr val="80669C"/>
                </a:solidFill>
                <a:latin typeface="Arial" panose="020B0604020202090204"/>
                <a:ea typeface="Arial" panose="020B0604020202090204"/>
                <a:cs typeface="Arial" panose="020B0604020202090204"/>
              </a:defRPr>
            </a:lvl5pPr>
            <a:lvl6pPr algn="l">
              <a:buNone/>
              <a:defRPr sz="790" b="1">
                <a:solidFill>
                  <a:srgbClr val="80669C"/>
                </a:solidFill>
                <a:latin typeface="Arial" panose="020B0604020202090204"/>
                <a:ea typeface="Arial" panose="020B0604020202090204"/>
                <a:cs typeface="Arial" panose="020B0604020202090204"/>
              </a:defRPr>
            </a:lvl6pPr>
            <a:lvl7pPr algn="l">
              <a:buNone/>
              <a:defRPr sz="790" b="1">
                <a:solidFill>
                  <a:srgbClr val="80669C"/>
                </a:solidFill>
                <a:latin typeface="Arial" panose="020B0604020202090204"/>
                <a:ea typeface="Arial" panose="020B0604020202090204"/>
                <a:cs typeface="Arial" panose="020B0604020202090204"/>
              </a:defRPr>
            </a:lvl7pPr>
            <a:lvl8pPr algn="l">
              <a:buNone/>
              <a:defRPr sz="790" b="1">
                <a:solidFill>
                  <a:srgbClr val="80669C"/>
                </a:solidFill>
                <a:latin typeface="Arial" panose="020B0604020202090204"/>
                <a:ea typeface="Arial" panose="020B0604020202090204"/>
                <a:cs typeface="Arial" panose="020B0604020202090204"/>
              </a:defRPr>
            </a:lvl8pPr>
            <a:lvl9pPr algn="l">
              <a:buNone/>
              <a:defRPr sz="790" b="1">
                <a:solidFill>
                  <a:srgbClr val="80669C"/>
                </a:solidFill>
                <a:latin typeface="Arial" panose="020B0604020202090204"/>
                <a:ea typeface="Arial" panose="020B0604020202090204"/>
                <a:cs typeface="Arial" panose="020B0604020202090204"/>
              </a:defRPr>
            </a:lvl9pPr>
          </a:lstStyle>
          <a:p>
            <a:pPr algn="l">
              <a:buNone/>
              <a:defRPr sz="790" b="1">
                <a:solidFill>
                  <a:srgbClr val="80669C"/>
                </a:solidFill>
                <a:latin typeface="Arial" panose="020B0604020202090204"/>
                <a:ea typeface="Arial" panose="020B0604020202090204"/>
                <a:cs typeface="Arial" panose="020B0604020202090204"/>
              </a:defRPr>
            </a:pPr>
            <a:r>
              <a:rPr sz="1090" b="1">
                <a:solidFill>
                  <a:srgbClr val="80669C"/>
                </a:solidFill>
                <a:latin typeface="Arial" panose="020B0604020202090204"/>
                <a:ea typeface="Arial" panose="020B0604020202090204"/>
                <a:cs typeface="Arial" panose="020B0604020202090204"/>
              </a:rPr>
              <a:t>V  Visual prompt</a:t>
            </a:r>
            <a:endParaRPr sz="1090" b="1">
              <a:solidFill>
                <a:srgbClr val="80669C"/>
              </a:solidFill>
              <a:latin typeface="Arial" panose="020B0604020202090204"/>
              <a:ea typeface="Arial" panose="020B0604020202090204"/>
              <a:cs typeface="Arial" panose="020B0604020202090204"/>
            </a:endParaRPr>
          </a:p>
        </p:txBody>
      </p:sp>
      <p:sp>
        <p:nvSpPr>
          <p:cNvPr id="831" name="Rewrite instruction V"/>
          <p:cNvSpPr>
            <a:spLocks noGrp="1"/>
          </p:cNvSpPr>
          <p:nvPr/>
        </p:nvSpPr>
        <p:spPr>
          <a:xfrm>
            <a:off x="3171825" y="3916230"/>
            <a:ext cx="3619500" cy="161403"/>
          </a:xfrm>
          <a:prstGeom prst="rect">
            <a:avLst/>
          </a:prstGeom>
          <a:noFill/>
          <a:ln w="0">
            <a:noFill/>
            <a:prstDash val="solid"/>
          </a:ln>
        </p:spPr>
        <p:txBody>
          <a:bodyPr wrap="none" lIns="0" tIns="0" rIns="0" bIns="0" anchor="ctr">
            <a:noAutofit/>
          </a:bodyPr>
          <a:lstStyle>
            <a:defPPr algn="l">
              <a:defRPr sz="955" b="0">
                <a:solidFill>
                  <a:srgbClr val="29414E"/>
                </a:solidFill>
                <a:latin typeface="Arial" panose="020B0604020202090204"/>
                <a:ea typeface="Arial" panose="020B0604020202090204"/>
                <a:cs typeface="Arial" panose="020B0604020202090204"/>
              </a:defRPr>
            </a:defPPr>
            <a:lvl1pPr algn="l">
              <a:buNone/>
              <a:defRPr sz="955" b="0">
                <a:solidFill>
                  <a:srgbClr val="29414E"/>
                </a:solidFill>
                <a:latin typeface="Arial" panose="020B0604020202090204"/>
                <a:ea typeface="Arial" panose="020B0604020202090204"/>
                <a:cs typeface="Arial" panose="020B0604020202090204"/>
              </a:defRPr>
            </a:lvl1pPr>
            <a:lvl2pPr algn="l">
              <a:buNone/>
              <a:defRPr sz="955" b="0">
                <a:solidFill>
                  <a:srgbClr val="29414E"/>
                </a:solidFill>
                <a:latin typeface="Arial" panose="020B0604020202090204"/>
                <a:ea typeface="Arial" panose="020B0604020202090204"/>
                <a:cs typeface="Arial" panose="020B0604020202090204"/>
              </a:defRPr>
            </a:lvl2pPr>
            <a:lvl3pPr algn="l">
              <a:buNone/>
              <a:defRPr sz="955" b="0">
                <a:solidFill>
                  <a:srgbClr val="29414E"/>
                </a:solidFill>
                <a:latin typeface="Arial" panose="020B0604020202090204"/>
                <a:ea typeface="Arial" panose="020B0604020202090204"/>
                <a:cs typeface="Arial" panose="020B0604020202090204"/>
              </a:defRPr>
            </a:lvl3pPr>
            <a:lvl4pPr algn="l">
              <a:buNone/>
              <a:defRPr sz="955" b="0">
                <a:solidFill>
                  <a:srgbClr val="29414E"/>
                </a:solidFill>
                <a:latin typeface="Arial" panose="020B0604020202090204"/>
                <a:ea typeface="Arial" panose="020B0604020202090204"/>
                <a:cs typeface="Arial" panose="020B0604020202090204"/>
              </a:defRPr>
            </a:lvl4pPr>
            <a:lvl5pPr algn="l">
              <a:buNone/>
              <a:defRPr sz="955" b="0">
                <a:solidFill>
                  <a:srgbClr val="29414E"/>
                </a:solidFill>
                <a:latin typeface="Arial" panose="020B0604020202090204"/>
                <a:ea typeface="Arial" panose="020B0604020202090204"/>
                <a:cs typeface="Arial" panose="020B0604020202090204"/>
              </a:defRPr>
            </a:lvl5pPr>
            <a:lvl6pPr algn="l">
              <a:buNone/>
              <a:defRPr sz="955" b="0">
                <a:solidFill>
                  <a:srgbClr val="29414E"/>
                </a:solidFill>
                <a:latin typeface="Arial" panose="020B0604020202090204"/>
                <a:ea typeface="Arial" panose="020B0604020202090204"/>
                <a:cs typeface="Arial" panose="020B0604020202090204"/>
              </a:defRPr>
            </a:lvl6pPr>
            <a:lvl7pPr algn="l">
              <a:buNone/>
              <a:defRPr sz="955" b="0">
                <a:solidFill>
                  <a:srgbClr val="29414E"/>
                </a:solidFill>
                <a:latin typeface="Arial" panose="020B0604020202090204"/>
                <a:ea typeface="Arial" panose="020B0604020202090204"/>
                <a:cs typeface="Arial" panose="020B0604020202090204"/>
              </a:defRPr>
            </a:lvl7pPr>
            <a:lvl8pPr algn="l">
              <a:buNone/>
              <a:defRPr sz="955" b="0">
                <a:solidFill>
                  <a:srgbClr val="29414E"/>
                </a:solidFill>
                <a:latin typeface="Arial" panose="020B0604020202090204"/>
                <a:ea typeface="Arial" panose="020B0604020202090204"/>
                <a:cs typeface="Arial" panose="020B0604020202090204"/>
              </a:defRPr>
            </a:lvl8pPr>
            <a:lvl9pPr algn="l">
              <a:buNone/>
              <a:defRPr sz="955" b="0">
                <a:solidFill>
                  <a:srgbClr val="29414E"/>
                </a:solidFill>
                <a:latin typeface="Arial" panose="020B0604020202090204"/>
                <a:ea typeface="Arial" panose="020B0604020202090204"/>
                <a:cs typeface="Arial" panose="020B0604020202090204"/>
              </a:defRPr>
            </a:lvl9pPr>
          </a:lstStyle>
          <a:p>
            <a:pPr algn="l">
              <a:buNone/>
              <a:defRPr sz="955"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Approach the object in the red box.</a:t>
            </a:r>
            <a:endParaRPr sz="1400" b="0">
              <a:solidFill>
                <a:srgbClr val="29414E"/>
              </a:solidFill>
              <a:latin typeface="Arial" panose="020B0604020202090204"/>
              <a:ea typeface="Arial" panose="020B0604020202090204"/>
              <a:cs typeface="Arial" panose="020B0604020202090204"/>
            </a:endParaRPr>
          </a:p>
        </p:txBody>
      </p:sp>
      <p:pic>
        <p:nvPicPr>
          <p:cNvPr id="832" name="图片 831"/>
          <p:cNvPicPr>
            <a:picLocks noChangeAspect="1"/>
          </p:cNvPicPr>
          <p:nvPr/>
        </p:nvPicPr>
        <p:blipFill>
          <a:blip r:embed="rId5">
            <a:extLst>
              <a:ext uri="{96DAC541-7B7A-43D3-8B79-37D633B846F1}">
                <asvg:svgBlip xmlns:asvg="http://schemas.microsoft.com/office/drawing/2016/SVG/main" r:embed="rId22"/>
              </a:ext>
            </a:extLst>
          </a:blip>
          <a:stretch>
            <a:fillRect/>
          </a:stretch>
        </p:blipFill>
        <p:spPr>
          <a:xfrm>
            <a:off x="7574873" y="3075587"/>
            <a:ext cx="195029" cy="195029"/>
          </a:xfrm>
          <a:prstGeom prst="rect">
            <a:avLst/>
          </a:prstGeom>
        </p:spPr>
      </p:pic>
      <p:pic>
        <p:nvPicPr>
          <p:cNvPr id="833" name="图片 832"/>
          <p:cNvPicPr>
            <a:picLocks noChangeAspect="1"/>
          </p:cNvPicPr>
          <p:nvPr/>
        </p:nvPicPr>
        <p:blipFill>
          <a:blip r:embed="rId5">
            <a:extLst>
              <a:ext uri="{96DAC541-7B7A-43D3-8B79-37D633B846F1}">
                <asvg:svgBlip xmlns:asvg="http://schemas.microsoft.com/office/drawing/2016/SVG/main" r:embed="rId23"/>
              </a:ext>
            </a:extLst>
          </a:blip>
          <a:stretch>
            <a:fillRect/>
          </a:stretch>
        </p:blipFill>
        <p:spPr>
          <a:xfrm>
            <a:off x="7549949" y="3317692"/>
            <a:ext cx="121053" cy="121053"/>
          </a:xfrm>
          <a:prstGeom prst="rect">
            <a:avLst/>
          </a:prstGeom>
        </p:spPr>
      </p:pic>
      <p:sp>
        <p:nvSpPr>
          <p:cNvPr id="834" name="Metadata key 0"/>
          <p:cNvSpPr>
            <a:spLocks noGrp="1"/>
          </p:cNvSpPr>
          <p:nvPr/>
        </p:nvSpPr>
        <p:spPr>
          <a:xfrm>
            <a:off x="7772400" y="3317692"/>
            <a:ext cx="600075" cy="134503"/>
          </a:xfrm>
          <a:prstGeom prst="rect">
            <a:avLst/>
          </a:prstGeom>
          <a:noFill/>
          <a:ln w="0">
            <a:noFill/>
            <a:prstDash val="solid"/>
          </a:ln>
        </p:spPr>
        <p:txBody>
          <a:bodyPr wrap="none" lIns="0" tIns="0" rIns="0" bIns="0" anchor="ctr">
            <a:noAutofit/>
          </a:bodyPr>
          <a:lstStyle>
            <a:defPPr algn="l">
              <a:defRPr sz="855" b="0">
                <a:solidFill>
                  <a:srgbClr val="657E8B"/>
                </a:solidFill>
                <a:latin typeface="Arial" panose="020B0604020202090204"/>
                <a:ea typeface="Arial" panose="020B0604020202090204"/>
                <a:cs typeface="Arial" panose="020B0604020202090204"/>
              </a:defRPr>
            </a:defPPr>
            <a:lvl1pPr algn="l">
              <a:buNone/>
              <a:defRPr sz="855" b="0">
                <a:solidFill>
                  <a:srgbClr val="657E8B"/>
                </a:solidFill>
                <a:latin typeface="Arial" panose="020B0604020202090204"/>
                <a:ea typeface="Arial" panose="020B0604020202090204"/>
                <a:cs typeface="Arial" panose="020B0604020202090204"/>
              </a:defRPr>
            </a:lvl1pPr>
            <a:lvl2pPr algn="l">
              <a:buNone/>
              <a:defRPr sz="855" b="0">
                <a:solidFill>
                  <a:srgbClr val="657E8B"/>
                </a:solidFill>
                <a:latin typeface="Arial" panose="020B0604020202090204"/>
                <a:ea typeface="Arial" panose="020B0604020202090204"/>
                <a:cs typeface="Arial" panose="020B0604020202090204"/>
              </a:defRPr>
            </a:lvl2pPr>
            <a:lvl3pPr algn="l">
              <a:buNone/>
              <a:defRPr sz="855" b="0">
                <a:solidFill>
                  <a:srgbClr val="657E8B"/>
                </a:solidFill>
                <a:latin typeface="Arial" panose="020B0604020202090204"/>
                <a:ea typeface="Arial" panose="020B0604020202090204"/>
                <a:cs typeface="Arial" panose="020B0604020202090204"/>
              </a:defRPr>
            </a:lvl3pPr>
            <a:lvl4pPr algn="l">
              <a:buNone/>
              <a:defRPr sz="855" b="0">
                <a:solidFill>
                  <a:srgbClr val="657E8B"/>
                </a:solidFill>
                <a:latin typeface="Arial" panose="020B0604020202090204"/>
                <a:ea typeface="Arial" panose="020B0604020202090204"/>
                <a:cs typeface="Arial" panose="020B0604020202090204"/>
              </a:defRPr>
            </a:lvl4pPr>
            <a:lvl5pPr algn="l">
              <a:buNone/>
              <a:defRPr sz="855" b="0">
                <a:solidFill>
                  <a:srgbClr val="657E8B"/>
                </a:solidFill>
                <a:latin typeface="Arial" panose="020B0604020202090204"/>
                <a:ea typeface="Arial" panose="020B0604020202090204"/>
                <a:cs typeface="Arial" panose="020B0604020202090204"/>
              </a:defRPr>
            </a:lvl5pPr>
            <a:lvl6pPr algn="l">
              <a:buNone/>
              <a:defRPr sz="855" b="0">
                <a:solidFill>
                  <a:srgbClr val="657E8B"/>
                </a:solidFill>
                <a:latin typeface="Arial" panose="020B0604020202090204"/>
                <a:ea typeface="Arial" panose="020B0604020202090204"/>
                <a:cs typeface="Arial" panose="020B0604020202090204"/>
              </a:defRPr>
            </a:lvl6pPr>
            <a:lvl7pPr algn="l">
              <a:buNone/>
              <a:defRPr sz="855" b="0">
                <a:solidFill>
                  <a:srgbClr val="657E8B"/>
                </a:solidFill>
                <a:latin typeface="Arial" panose="020B0604020202090204"/>
                <a:ea typeface="Arial" panose="020B0604020202090204"/>
                <a:cs typeface="Arial" panose="020B0604020202090204"/>
              </a:defRPr>
            </a:lvl7pPr>
            <a:lvl8pPr algn="l">
              <a:buNone/>
              <a:defRPr sz="855" b="0">
                <a:solidFill>
                  <a:srgbClr val="657E8B"/>
                </a:solidFill>
                <a:latin typeface="Arial" panose="020B0604020202090204"/>
                <a:ea typeface="Arial" panose="020B0604020202090204"/>
                <a:cs typeface="Arial" panose="020B0604020202090204"/>
              </a:defRPr>
            </a:lvl8pPr>
            <a:lvl9pPr algn="l">
              <a:buNone/>
              <a:defRPr sz="855" b="0">
                <a:solidFill>
                  <a:srgbClr val="657E8B"/>
                </a:solidFill>
                <a:latin typeface="Arial" panose="020B0604020202090204"/>
                <a:ea typeface="Arial" panose="020B0604020202090204"/>
                <a:cs typeface="Arial" panose="020B0604020202090204"/>
              </a:defRPr>
            </a:lvl9pPr>
          </a:lstStyle>
          <a:p>
            <a:pPr algn="l">
              <a:buNone/>
              <a:defRPr sz="855"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Task</a:t>
            </a:r>
            <a:endParaRPr sz="1400" b="0">
              <a:solidFill>
                <a:srgbClr val="657E8B"/>
              </a:solidFill>
              <a:latin typeface="Arial" panose="020B0604020202090204"/>
              <a:ea typeface="Arial" panose="020B0604020202090204"/>
              <a:cs typeface="Arial" panose="020B0604020202090204"/>
            </a:endParaRPr>
          </a:p>
        </p:txBody>
      </p:sp>
      <p:sp>
        <p:nvSpPr>
          <p:cNvPr id="835" name="Metadata value 0"/>
          <p:cNvSpPr>
            <a:spLocks noGrp="1"/>
          </p:cNvSpPr>
          <p:nvPr/>
        </p:nvSpPr>
        <p:spPr>
          <a:xfrm>
            <a:off x="8401050" y="3317692"/>
            <a:ext cx="952500" cy="134503"/>
          </a:xfrm>
          <a:prstGeom prst="rect">
            <a:avLst/>
          </a:prstGeom>
          <a:noFill/>
          <a:ln w="0">
            <a:noFill/>
            <a:prstDash val="solid"/>
          </a:ln>
        </p:spPr>
        <p:txBody>
          <a:bodyPr wrap="none" lIns="0" tIns="0" rIns="0" bIns="0" anchor="ctr">
            <a:noAutofit/>
          </a:bodyPr>
          <a:lstStyle>
            <a:defPPr algn="l">
              <a:defRPr sz="880" b="0">
                <a:solidFill>
                  <a:srgbClr val="29414E"/>
                </a:solidFill>
                <a:latin typeface="Arial" panose="020B0604020202090204"/>
                <a:ea typeface="Arial" panose="020B0604020202090204"/>
                <a:cs typeface="Arial" panose="020B0604020202090204"/>
              </a:defRPr>
            </a:defPPr>
            <a:lvl1pPr algn="l">
              <a:buNone/>
              <a:defRPr sz="880" b="0">
                <a:solidFill>
                  <a:srgbClr val="29414E"/>
                </a:solidFill>
                <a:latin typeface="Arial" panose="020B0604020202090204"/>
                <a:ea typeface="Arial" panose="020B0604020202090204"/>
                <a:cs typeface="Arial" panose="020B0604020202090204"/>
              </a:defRPr>
            </a:lvl1pPr>
            <a:lvl2pPr algn="l">
              <a:buNone/>
              <a:defRPr sz="880" b="0">
                <a:solidFill>
                  <a:srgbClr val="29414E"/>
                </a:solidFill>
                <a:latin typeface="Arial" panose="020B0604020202090204"/>
                <a:ea typeface="Arial" panose="020B0604020202090204"/>
                <a:cs typeface="Arial" panose="020B0604020202090204"/>
              </a:defRPr>
            </a:lvl2pPr>
            <a:lvl3pPr algn="l">
              <a:buNone/>
              <a:defRPr sz="880" b="0">
                <a:solidFill>
                  <a:srgbClr val="29414E"/>
                </a:solidFill>
                <a:latin typeface="Arial" panose="020B0604020202090204"/>
                <a:ea typeface="Arial" panose="020B0604020202090204"/>
                <a:cs typeface="Arial" panose="020B0604020202090204"/>
              </a:defRPr>
            </a:lvl3pPr>
            <a:lvl4pPr algn="l">
              <a:buNone/>
              <a:defRPr sz="880" b="0">
                <a:solidFill>
                  <a:srgbClr val="29414E"/>
                </a:solidFill>
                <a:latin typeface="Arial" panose="020B0604020202090204"/>
                <a:ea typeface="Arial" panose="020B0604020202090204"/>
                <a:cs typeface="Arial" panose="020B0604020202090204"/>
              </a:defRPr>
            </a:lvl4pPr>
            <a:lvl5pPr algn="l">
              <a:buNone/>
              <a:defRPr sz="880" b="0">
                <a:solidFill>
                  <a:srgbClr val="29414E"/>
                </a:solidFill>
                <a:latin typeface="Arial" panose="020B0604020202090204"/>
                <a:ea typeface="Arial" panose="020B0604020202090204"/>
                <a:cs typeface="Arial" panose="020B0604020202090204"/>
              </a:defRPr>
            </a:lvl5pPr>
            <a:lvl6pPr algn="l">
              <a:buNone/>
              <a:defRPr sz="880" b="0">
                <a:solidFill>
                  <a:srgbClr val="29414E"/>
                </a:solidFill>
                <a:latin typeface="Arial" panose="020B0604020202090204"/>
                <a:ea typeface="Arial" panose="020B0604020202090204"/>
                <a:cs typeface="Arial" panose="020B0604020202090204"/>
              </a:defRPr>
            </a:lvl6pPr>
            <a:lvl7pPr algn="l">
              <a:buNone/>
              <a:defRPr sz="880" b="0">
                <a:solidFill>
                  <a:srgbClr val="29414E"/>
                </a:solidFill>
                <a:latin typeface="Arial" panose="020B0604020202090204"/>
                <a:ea typeface="Arial" panose="020B0604020202090204"/>
                <a:cs typeface="Arial" panose="020B0604020202090204"/>
              </a:defRPr>
            </a:lvl7pPr>
            <a:lvl8pPr algn="l">
              <a:buNone/>
              <a:defRPr sz="880" b="0">
                <a:solidFill>
                  <a:srgbClr val="29414E"/>
                </a:solidFill>
                <a:latin typeface="Arial" panose="020B0604020202090204"/>
                <a:ea typeface="Arial" panose="020B0604020202090204"/>
                <a:cs typeface="Arial" panose="020B0604020202090204"/>
              </a:defRPr>
            </a:lvl8pPr>
            <a:lvl9pPr algn="l">
              <a:buNone/>
              <a:defRPr sz="880" b="0">
                <a:solidFill>
                  <a:srgbClr val="29414E"/>
                </a:solidFill>
                <a:latin typeface="Arial" panose="020B0604020202090204"/>
                <a:ea typeface="Arial" panose="020B0604020202090204"/>
                <a:cs typeface="Arial" panose="020B0604020202090204"/>
              </a:defRPr>
            </a:lvl9pPr>
          </a:lstStyle>
          <a:p>
            <a:pPr algn="l">
              <a:buNone/>
              <a:defRPr sz="880"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Subtask</a:t>
            </a:r>
            <a:endParaRPr sz="1400" b="0">
              <a:solidFill>
                <a:srgbClr val="29414E"/>
              </a:solidFill>
              <a:latin typeface="Arial" panose="020B0604020202090204"/>
              <a:ea typeface="Arial" panose="020B0604020202090204"/>
              <a:cs typeface="Arial" panose="020B0604020202090204"/>
            </a:endParaRPr>
          </a:p>
        </p:txBody>
      </p:sp>
      <p:pic>
        <p:nvPicPr>
          <p:cNvPr id="836" name="图片 835"/>
          <p:cNvPicPr>
            <a:picLocks noChangeAspect="1"/>
          </p:cNvPicPr>
          <p:nvPr/>
        </p:nvPicPr>
        <p:blipFill>
          <a:blip r:embed="rId5">
            <a:extLst>
              <a:ext uri="{96DAC541-7B7A-43D3-8B79-37D633B846F1}">
                <asvg:svgBlip xmlns:asvg="http://schemas.microsoft.com/office/drawing/2016/SVG/main" r:embed="rId24"/>
              </a:ext>
            </a:extLst>
          </a:blip>
          <a:stretch>
            <a:fillRect/>
          </a:stretch>
        </p:blipFill>
        <p:spPr>
          <a:xfrm>
            <a:off x="7549949" y="3505996"/>
            <a:ext cx="121053" cy="121053"/>
          </a:xfrm>
          <a:prstGeom prst="rect">
            <a:avLst/>
          </a:prstGeom>
        </p:spPr>
      </p:pic>
      <p:sp>
        <p:nvSpPr>
          <p:cNvPr id="837" name="Metadata key 1"/>
          <p:cNvSpPr>
            <a:spLocks noGrp="1"/>
          </p:cNvSpPr>
          <p:nvPr/>
        </p:nvSpPr>
        <p:spPr>
          <a:xfrm>
            <a:off x="7772400" y="3505996"/>
            <a:ext cx="600075" cy="134503"/>
          </a:xfrm>
          <a:prstGeom prst="rect">
            <a:avLst/>
          </a:prstGeom>
          <a:noFill/>
          <a:ln w="0">
            <a:noFill/>
            <a:prstDash val="solid"/>
          </a:ln>
        </p:spPr>
        <p:txBody>
          <a:bodyPr wrap="none" lIns="0" tIns="0" rIns="0" bIns="0" anchor="ctr">
            <a:noAutofit/>
          </a:bodyPr>
          <a:lstStyle>
            <a:defPPr algn="l">
              <a:defRPr sz="855" b="0">
                <a:solidFill>
                  <a:srgbClr val="657E8B"/>
                </a:solidFill>
                <a:latin typeface="Arial" panose="020B0604020202090204"/>
                <a:ea typeface="Arial" panose="020B0604020202090204"/>
                <a:cs typeface="Arial" panose="020B0604020202090204"/>
              </a:defRPr>
            </a:defPPr>
            <a:lvl1pPr algn="l">
              <a:buNone/>
              <a:defRPr sz="855" b="0">
                <a:solidFill>
                  <a:srgbClr val="657E8B"/>
                </a:solidFill>
                <a:latin typeface="Arial" panose="020B0604020202090204"/>
                <a:ea typeface="Arial" panose="020B0604020202090204"/>
                <a:cs typeface="Arial" panose="020B0604020202090204"/>
              </a:defRPr>
            </a:lvl1pPr>
            <a:lvl2pPr algn="l">
              <a:buNone/>
              <a:defRPr sz="855" b="0">
                <a:solidFill>
                  <a:srgbClr val="657E8B"/>
                </a:solidFill>
                <a:latin typeface="Arial" panose="020B0604020202090204"/>
                <a:ea typeface="Arial" panose="020B0604020202090204"/>
                <a:cs typeface="Arial" panose="020B0604020202090204"/>
              </a:defRPr>
            </a:lvl2pPr>
            <a:lvl3pPr algn="l">
              <a:buNone/>
              <a:defRPr sz="855" b="0">
                <a:solidFill>
                  <a:srgbClr val="657E8B"/>
                </a:solidFill>
                <a:latin typeface="Arial" panose="020B0604020202090204"/>
                <a:ea typeface="Arial" panose="020B0604020202090204"/>
                <a:cs typeface="Arial" panose="020B0604020202090204"/>
              </a:defRPr>
            </a:lvl3pPr>
            <a:lvl4pPr algn="l">
              <a:buNone/>
              <a:defRPr sz="855" b="0">
                <a:solidFill>
                  <a:srgbClr val="657E8B"/>
                </a:solidFill>
                <a:latin typeface="Arial" panose="020B0604020202090204"/>
                <a:ea typeface="Arial" panose="020B0604020202090204"/>
                <a:cs typeface="Arial" panose="020B0604020202090204"/>
              </a:defRPr>
            </a:lvl4pPr>
            <a:lvl5pPr algn="l">
              <a:buNone/>
              <a:defRPr sz="855" b="0">
                <a:solidFill>
                  <a:srgbClr val="657E8B"/>
                </a:solidFill>
                <a:latin typeface="Arial" panose="020B0604020202090204"/>
                <a:ea typeface="Arial" panose="020B0604020202090204"/>
                <a:cs typeface="Arial" panose="020B0604020202090204"/>
              </a:defRPr>
            </a:lvl5pPr>
            <a:lvl6pPr algn="l">
              <a:buNone/>
              <a:defRPr sz="855" b="0">
                <a:solidFill>
                  <a:srgbClr val="657E8B"/>
                </a:solidFill>
                <a:latin typeface="Arial" panose="020B0604020202090204"/>
                <a:ea typeface="Arial" panose="020B0604020202090204"/>
                <a:cs typeface="Arial" panose="020B0604020202090204"/>
              </a:defRPr>
            </a:lvl6pPr>
            <a:lvl7pPr algn="l">
              <a:buNone/>
              <a:defRPr sz="855" b="0">
                <a:solidFill>
                  <a:srgbClr val="657E8B"/>
                </a:solidFill>
                <a:latin typeface="Arial" panose="020B0604020202090204"/>
                <a:ea typeface="Arial" panose="020B0604020202090204"/>
                <a:cs typeface="Arial" panose="020B0604020202090204"/>
              </a:defRPr>
            </a:lvl7pPr>
            <a:lvl8pPr algn="l">
              <a:buNone/>
              <a:defRPr sz="855" b="0">
                <a:solidFill>
                  <a:srgbClr val="657E8B"/>
                </a:solidFill>
                <a:latin typeface="Arial" panose="020B0604020202090204"/>
                <a:ea typeface="Arial" panose="020B0604020202090204"/>
                <a:cs typeface="Arial" panose="020B0604020202090204"/>
              </a:defRPr>
            </a:lvl8pPr>
            <a:lvl9pPr algn="l">
              <a:buNone/>
              <a:defRPr sz="855" b="0">
                <a:solidFill>
                  <a:srgbClr val="657E8B"/>
                </a:solidFill>
                <a:latin typeface="Arial" panose="020B0604020202090204"/>
                <a:ea typeface="Arial" panose="020B0604020202090204"/>
                <a:cs typeface="Arial" panose="020B0604020202090204"/>
              </a:defRPr>
            </a:lvl9pPr>
          </a:lstStyle>
          <a:p>
            <a:pPr algn="l">
              <a:buNone/>
              <a:defRPr sz="855"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Phase</a:t>
            </a:r>
            <a:endParaRPr sz="1400" b="0">
              <a:solidFill>
                <a:srgbClr val="657E8B"/>
              </a:solidFill>
              <a:latin typeface="Arial" panose="020B0604020202090204"/>
              <a:ea typeface="Arial" panose="020B0604020202090204"/>
              <a:cs typeface="Arial" panose="020B0604020202090204"/>
            </a:endParaRPr>
          </a:p>
        </p:txBody>
      </p:sp>
      <p:sp>
        <p:nvSpPr>
          <p:cNvPr id="838" name="Metadata value 1"/>
          <p:cNvSpPr>
            <a:spLocks noGrp="1"/>
          </p:cNvSpPr>
          <p:nvPr/>
        </p:nvSpPr>
        <p:spPr>
          <a:xfrm>
            <a:off x="8401050" y="3505996"/>
            <a:ext cx="952500" cy="134503"/>
          </a:xfrm>
          <a:prstGeom prst="rect">
            <a:avLst/>
          </a:prstGeom>
          <a:noFill/>
          <a:ln w="0">
            <a:noFill/>
            <a:prstDash val="solid"/>
          </a:ln>
        </p:spPr>
        <p:txBody>
          <a:bodyPr wrap="none" lIns="0" tIns="0" rIns="0" bIns="0" anchor="ctr">
            <a:noAutofit/>
          </a:bodyPr>
          <a:lstStyle>
            <a:defPPr algn="l">
              <a:defRPr sz="880" b="0">
                <a:solidFill>
                  <a:srgbClr val="29414E"/>
                </a:solidFill>
                <a:latin typeface="Arial" panose="020B0604020202090204"/>
                <a:ea typeface="Arial" panose="020B0604020202090204"/>
                <a:cs typeface="Arial" panose="020B0604020202090204"/>
              </a:defRPr>
            </a:defPPr>
            <a:lvl1pPr algn="l">
              <a:buNone/>
              <a:defRPr sz="880" b="0">
                <a:solidFill>
                  <a:srgbClr val="29414E"/>
                </a:solidFill>
                <a:latin typeface="Arial" panose="020B0604020202090204"/>
                <a:ea typeface="Arial" panose="020B0604020202090204"/>
                <a:cs typeface="Arial" panose="020B0604020202090204"/>
              </a:defRPr>
            </a:lvl1pPr>
            <a:lvl2pPr algn="l">
              <a:buNone/>
              <a:defRPr sz="880" b="0">
                <a:solidFill>
                  <a:srgbClr val="29414E"/>
                </a:solidFill>
                <a:latin typeface="Arial" panose="020B0604020202090204"/>
                <a:ea typeface="Arial" panose="020B0604020202090204"/>
                <a:cs typeface="Arial" panose="020B0604020202090204"/>
              </a:defRPr>
            </a:lvl2pPr>
            <a:lvl3pPr algn="l">
              <a:buNone/>
              <a:defRPr sz="880" b="0">
                <a:solidFill>
                  <a:srgbClr val="29414E"/>
                </a:solidFill>
                <a:latin typeface="Arial" panose="020B0604020202090204"/>
                <a:ea typeface="Arial" panose="020B0604020202090204"/>
                <a:cs typeface="Arial" panose="020B0604020202090204"/>
              </a:defRPr>
            </a:lvl3pPr>
            <a:lvl4pPr algn="l">
              <a:buNone/>
              <a:defRPr sz="880" b="0">
                <a:solidFill>
                  <a:srgbClr val="29414E"/>
                </a:solidFill>
                <a:latin typeface="Arial" panose="020B0604020202090204"/>
                <a:ea typeface="Arial" panose="020B0604020202090204"/>
                <a:cs typeface="Arial" panose="020B0604020202090204"/>
              </a:defRPr>
            </a:lvl4pPr>
            <a:lvl5pPr algn="l">
              <a:buNone/>
              <a:defRPr sz="880" b="0">
                <a:solidFill>
                  <a:srgbClr val="29414E"/>
                </a:solidFill>
                <a:latin typeface="Arial" panose="020B0604020202090204"/>
                <a:ea typeface="Arial" panose="020B0604020202090204"/>
                <a:cs typeface="Arial" panose="020B0604020202090204"/>
              </a:defRPr>
            </a:lvl5pPr>
            <a:lvl6pPr algn="l">
              <a:buNone/>
              <a:defRPr sz="880" b="0">
                <a:solidFill>
                  <a:srgbClr val="29414E"/>
                </a:solidFill>
                <a:latin typeface="Arial" panose="020B0604020202090204"/>
                <a:ea typeface="Arial" panose="020B0604020202090204"/>
                <a:cs typeface="Arial" panose="020B0604020202090204"/>
              </a:defRPr>
            </a:lvl6pPr>
            <a:lvl7pPr algn="l">
              <a:buNone/>
              <a:defRPr sz="880" b="0">
                <a:solidFill>
                  <a:srgbClr val="29414E"/>
                </a:solidFill>
                <a:latin typeface="Arial" panose="020B0604020202090204"/>
                <a:ea typeface="Arial" panose="020B0604020202090204"/>
                <a:cs typeface="Arial" panose="020B0604020202090204"/>
              </a:defRPr>
            </a:lvl7pPr>
            <a:lvl8pPr algn="l">
              <a:buNone/>
              <a:defRPr sz="880" b="0">
                <a:solidFill>
                  <a:srgbClr val="29414E"/>
                </a:solidFill>
                <a:latin typeface="Arial" panose="020B0604020202090204"/>
                <a:ea typeface="Arial" panose="020B0604020202090204"/>
                <a:cs typeface="Arial" panose="020B0604020202090204"/>
              </a:defRPr>
            </a:lvl8pPr>
            <a:lvl9pPr algn="l">
              <a:buNone/>
              <a:defRPr sz="880" b="0">
                <a:solidFill>
                  <a:srgbClr val="29414E"/>
                </a:solidFill>
                <a:latin typeface="Arial" panose="020B0604020202090204"/>
                <a:ea typeface="Arial" panose="020B0604020202090204"/>
                <a:cs typeface="Arial" panose="020B0604020202090204"/>
              </a:defRPr>
            </a:lvl9pPr>
          </a:lstStyle>
          <a:p>
            <a:pPr algn="l">
              <a:buNone/>
              <a:defRPr sz="880"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Approach</a:t>
            </a:r>
            <a:endParaRPr sz="1400" b="0">
              <a:solidFill>
                <a:srgbClr val="29414E"/>
              </a:solidFill>
              <a:latin typeface="Arial" panose="020B0604020202090204"/>
              <a:ea typeface="Arial" panose="020B0604020202090204"/>
              <a:cs typeface="Arial" panose="020B0604020202090204"/>
            </a:endParaRPr>
          </a:p>
        </p:txBody>
      </p:sp>
      <p:pic>
        <p:nvPicPr>
          <p:cNvPr id="839" name="图片 838"/>
          <p:cNvPicPr>
            <a:picLocks noChangeAspect="1"/>
          </p:cNvPicPr>
          <p:nvPr/>
        </p:nvPicPr>
        <p:blipFill>
          <a:blip r:embed="rId5">
            <a:extLst>
              <a:ext uri="{96DAC541-7B7A-43D3-8B79-37D633B846F1}">
                <asvg:svgBlip xmlns:asvg="http://schemas.microsoft.com/office/drawing/2016/SVG/main" r:embed="rId25"/>
              </a:ext>
            </a:extLst>
          </a:blip>
          <a:stretch>
            <a:fillRect/>
          </a:stretch>
        </p:blipFill>
        <p:spPr>
          <a:xfrm>
            <a:off x="7549949" y="3694300"/>
            <a:ext cx="121053" cy="121053"/>
          </a:xfrm>
          <a:prstGeom prst="rect">
            <a:avLst/>
          </a:prstGeom>
        </p:spPr>
      </p:pic>
      <p:sp>
        <p:nvSpPr>
          <p:cNvPr id="840" name="Metadata key 2"/>
          <p:cNvSpPr>
            <a:spLocks noGrp="1"/>
          </p:cNvSpPr>
          <p:nvPr/>
        </p:nvSpPr>
        <p:spPr>
          <a:xfrm>
            <a:off x="7772400" y="3694300"/>
            <a:ext cx="600075" cy="134503"/>
          </a:xfrm>
          <a:prstGeom prst="rect">
            <a:avLst/>
          </a:prstGeom>
          <a:noFill/>
          <a:ln w="0">
            <a:noFill/>
            <a:prstDash val="solid"/>
          </a:ln>
        </p:spPr>
        <p:txBody>
          <a:bodyPr wrap="none" lIns="0" tIns="0" rIns="0" bIns="0" anchor="ctr">
            <a:noAutofit/>
          </a:bodyPr>
          <a:lstStyle>
            <a:defPPr algn="l">
              <a:defRPr sz="855" b="0">
                <a:solidFill>
                  <a:srgbClr val="657E8B"/>
                </a:solidFill>
                <a:latin typeface="Arial" panose="020B0604020202090204"/>
                <a:ea typeface="Arial" panose="020B0604020202090204"/>
                <a:cs typeface="Arial" panose="020B0604020202090204"/>
              </a:defRPr>
            </a:defPPr>
            <a:lvl1pPr algn="l">
              <a:buNone/>
              <a:defRPr sz="855" b="0">
                <a:solidFill>
                  <a:srgbClr val="657E8B"/>
                </a:solidFill>
                <a:latin typeface="Arial" panose="020B0604020202090204"/>
                <a:ea typeface="Arial" panose="020B0604020202090204"/>
                <a:cs typeface="Arial" panose="020B0604020202090204"/>
              </a:defRPr>
            </a:lvl1pPr>
            <a:lvl2pPr algn="l">
              <a:buNone/>
              <a:defRPr sz="855" b="0">
                <a:solidFill>
                  <a:srgbClr val="657E8B"/>
                </a:solidFill>
                <a:latin typeface="Arial" panose="020B0604020202090204"/>
                <a:ea typeface="Arial" panose="020B0604020202090204"/>
                <a:cs typeface="Arial" panose="020B0604020202090204"/>
              </a:defRPr>
            </a:lvl2pPr>
            <a:lvl3pPr algn="l">
              <a:buNone/>
              <a:defRPr sz="855" b="0">
                <a:solidFill>
                  <a:srgbClr val="657E8B"/>
                </a:solidFill>
                <a:latin typeface="Arial" panose="020B0604020202090204"/>
                <a:ea typeface="Arial" panose="020B0604020202090204"/>
                <a:cs typeface="Arial" panose="020B0604020202090204"/>
              </a:defRPr>
            </a:lvl3pPr>
            <a:lvl4pPr algn="l">
              <a:buNone/>
              <a:defRPr sz="855" b="0">
                <a:solidFill>
                  <a:srgbClr val="657E8B"/>
                </a:solidFill>
                <a:latin typeface="Arial" panose="020B0604020202090204"/>
                <a:ea typeface="Arial" panose="020B0604020202090204"/>
                <a:cs typeface="Arial" panose="020B0604020202090204"/>
              </a:defRPr>
            </a:lvl4pPr>
            <a:lvl5pPr algn="l">
              <a:buNone/>
              <a:defRPr sz="855" b="0">
                <a:solidFill>
                  <a:srgbClr val="657E8B"/>
                </a:solidFill>
                <a:latin typeface="Arial" panose="020B0604020202090204"/>
                <a:ea typeface="Arial" panose="020B0604020202090204"/>
                <a:cs typeface="Arial" panose="020B0604020202090204"/>
              </a:defRPr>
            </a:lvl5pPr>
            <a:lvl6pPr algn="l">
              <a:buNone/>
              <a:defRPr sz="855" b="0">
                <a:solidFill>
                  <a:srgbClr val="657E8B"/>
                </a:solidFill>
                <a:latin typeface="Arial" panose="020B0604020202090204"/>
                <a:ea typeface="Arial" panose="020B0604020202090204"/>
                <a:cs typeface="Arial" panose="020B0604020202090204"/>
              </a:defRPr>
            </a:lvl6pPr>
            <a:lvl7pPr algn="l">
              <a:buNone/>
              <a:defRPr sz="855" b="0">
                <a:solidFill>
                  <a:srgbClr val="657E8B"/>
                </a:solidFill>
                <a:latin typeface="Arial" panose="020B0604020202090204"/>
                <a:ea typeface="Arial" panose="020B0604020202090204"/>
                <a:cs typeface="Arial" panose="020B0604020202090204"/>
              </a:defRPr>
            </a:lvl7pPr>
            <a:lvl8pPr algn="l">
              <a:buNone/>
              <a:defRPr sz="855" b="0">
                <a:solidFill>
                  <a:srgbClr val="657E8B"/>
                </a:solidFill>
                <a:latin typeface="Arial" panose="020B0604020202090204"/>
                <a:ea typeface="Arial" panose="020B0604020202090204"/>
                <a:cs typeface="Arial" panose="020B0604020202090204"/>
              </a:defRPr>
            </a:lvl8pPr>
            <a:lvl9pPr algn="l">
              <a:buNone/>
              <a:defRPr sz="855" b="0">
                <a:solidFill>
                  <a:srgbClr val="657E8B"/>
                </a:solidFill>
                <a:latin typeface="Arial" panose="020B0604020202090204"/>
                <a:ea typeface="Arial" panose="020B0604020202090204"/>
                <a:cs typeface="Arial" panose="020B0604020202090204"/>
              </a:defRPr>
            </a:lvl9pPr>
          </a:lstStyle>
          <a:p>
            <a:pPr algn="l">
              <a:buNone/>
              <a:defRPr sz="855"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Family</a:t>
            </a:r>
            <a:endParaRPr sz="1400" b="0">
              <a:solidFill>
                <a:srgbClr val="657E8B"/>
              </a:solidFill>
              <a:latin typeface="Arial" panose="020B0604020202090204"/>
              <a:ea typeface="Arial" panose="020B0604020202090204"/>
              <a:cs typeface="Arial" panose="020B0604020202090204"/>
            </a:endParaRPr>
          </a:p>
        </p:txBody>
      </p:sp>
      <p:sp>
        <p:nvSpPr>
          <p:cNvPr id="841" name="Metadata value 2"/>
          <p:cNvSpPr>
            <a:spLocks noGrp="1"/>
          </p:cNvSpPr>
          <p:nvPr/>
        </p:nvSpPr>
        <p:spPr>
          <a:xfrm>
            <a:off x="8401050" y="3694300"/>
            <a:ext cx="952500" cy="134503"/>
          </a:xfrm>
          <a:prstGeom prst="rect">
            <a:avLst/>
          </a:prstGeom>
          <a:noFill/>
          <a:ln w="0">
            <a:noFill/>
            <a:prstDash val="solid"/>
          </a:ln>
        </p:spPr>
        <p:txBody>
          <a:bodyPr wrap="none" lIns="0" tIns="0" rIns="0" bIns="0" anchor="ctr">
            <a:noAutofit/>
          </a:bodyPr>
          <a:lstStyle>
            <a:defPPr algn="l">
              <a:defRPr sz="880" b="0">
                <a:solidFill>
                  <a:srgbClr val="29414E"/>
                </a:solidFill>
                <a:latin typeface="Arial" panose="020B0604020202090204"/>
                <a:ea typeface="Arial" panose="020B0604020202090204"/>
                <a:cs typeface="Arial" panose="020B0604020202090204"/>
              </a:defRPr>
            </a:defPPr>
            <a:lvl1pPr algn="l">
              <a:buNone/>
              <a:defRPr sz="880" b="0">
                <a:solidFill>
                  <a:srgbClr val="29414E"/>
                </a:solidFill>
                <a:latin typeface="Arial" panose="020B0604020202090204"/>
                <a:ea typeface="Arial" panose="020B0604020202090204"/>
                <a:cs typeface="Arial" panose="020B0604020202090204"/>
              </a:defRPr>
            </a:lvl1pPr>
            <a:lvl2pPr algn="l">
              <a:buNone/>
              <a:defRPr sz="880" b="0">
                <a:solidFill>
                  <a:srgbClr val="29414E"/>
                </a:solidFill>
                <a:latin typeface="Arial" panose="020B0604020202090204"/>
                <a:ea typeface="Arial" panose="020B0604020202090204"/>
                <a:cs typeface="Arial" panose="020B0604020202090204"/>
              </a:defRPr>
            </a:lvl2pPr>
            <a:lvl3pPr algn="l">
              <a:buNone/>
              <a:defRPr sz="880" b="0">
                <a:solidFill>
                  <a:srgbClr val="29414E"/>
                </a:solidFill>
                <a:latin typeface="Arial" panose="020B0604020202090204"/>
                <a:ea typeface="Arial" panose="020B0604020202090204"/>
                <a:cs typeface="Arial" panose="020B0604020202090204"/>
              </a:defRPr>
            </a:lvl3pPr>
            <a:lvl4pPr algn="l">
              <a:buNone/>
              <a:defRPr sz="880" b="0">
                <a:solidFill>
                  <a:srgbClr val="29414E"/>
                </a:solidFill>
                <a:latin typeface="Arial" panose="020B0604020202090204"/>
                <a:ea typeface="Arial" panose="020B0604020202090204"/>
                <a:cs typeface="Arial" panose="020B0604020202090204"/>
              </a:defRPr>
            </a:lvl4pPr>
            <a:lvl5pPr algn="l">
              <a:buNone/>
              <a:defRPr sz="880" b="0">
                <a:solidFill>
                  <a:srgbClr val="29414E"/>
                </a:solidFill>
                <a:latin typeface="Arial" panose="020B0604020202090204"/>
                <a:ea typeface="Arial" panose="020B0604020202090204"/>
                <a:cs typeface="Arial" panose="020B0604020202090204"/>
              </a:defRPr>
            </a:lvl5pPr>
            <a:lvl6pPr algn="l">
              <a:buNone/>
              <a:defRPr sz="880" b="0">
                <a:solidFill>
                  <a:srgbClr val="29414E"/>
                </a:solidFill>
                <a:latin typeface="Arial" panose="020B0604020202090204"/>
                <a:ea typeface="Arial" panose="020B0604020202090204"/>
                <a:cs typeface="Arial" panose="020B0604020202090204"/>
              </a:defRPr>
            </a:lvl6pPr>
            <a:lvl7pPr algn="l">
              <a:buNone/>
              <a:defRPr sz="880" b="0">
                <a:solidFill>
                  <a:srgbClr val="29414E"/>
                </a:solidFill>
                <a:latin typeface="Arial" panose="020B0604020202090204"/>
                <a:ea typeface="Arial" panose="020B0604020202090204"/>
                <a:cs typeface="Arial" panose="020B0604020202090204"/>
              </a:defRPr>
            </a:lvl7pPr>
            <a:lvl8pPr algn="l">
              <a:buNone/>
              <a:defRPr sz="880" b="0">
                <a:solidFill>
                  <a:srgbClr val="29414E"/>
                </a:solidFill>
                <a:latin typeface="Arial" panose="020B0604020202090204"/>
                <a:ea typeface="Arial" panose="020B0604020202090204"/>
                <a:cs typeface="Arial" panose="020B0604020202090204"/>
              </a:defRPr>
            </a:lvl8pPr>
            <a:lvl9pPr algn="l">
              <a:buNone/>
              <a:defRPr sz="880" b="0">
                <a:solidFill>
                  <a:srgbClr val="29414E"/>
                </a:solidFill>
                <a:latin typeface="Arial" panose="020B0604020202090204"/>
                <a:ea typeface="Arial" panose="020B0604020202090204"/>
                <a:cs typeface="Arial" panose="020B0604020202090204"/>
              </a:defRPr>
            </a:lvl9pPr>
          </a:lstStyle>
          <a:p>
            <a:pPr algn="l">
              <a:buNone/>
              <a:defRPr sz="880" b="0">
                <a:solidFill>
                  <a:srgbClr val="29414E"/>
                </a:solidFill>
                <a:latin typeface="Arial" panose="020B0604020202090204"/>
                <a:ea typeface="Arial" panose="020B0604020202090204"/>
                <a:cs typeface="Arial" panose="020B0604020202090204"/>
              </a:defRPr>
            </a:pPr>
            <a:r>
              <a:rPr sz="1400" b="0">
                <a:solidFill>
                  <a:srgbClr val="29414E"/>
                </a:solidFill>
                <a:latin typeface="Arial" panose="020B0604020202090204"/>
                <a:ea typeface="Arial" panose="020B0604020202090204"/>
                <a:cs typeface="Arial" panose="020B0604020202090204"/>
              </a:rPr>
              <a:t>A / T / V</a:t>
            </a:r>
            <a:endParaRPr sz="1400" b="0">
              <a:solidFill>
                <a:srgbClr val="29414E"/>
              </a:solidFill>
              <a:latin typeface="Arial" panose="020B0604020202090204"/>
              <a:ea typeface="Arial" panose="020B0604020202090204"/>
              <a:cs typeface="Arial" panose="020B0604020202090204"/>
            </a:endParaRPr>
          </a:p>
        </p:txBody>
      </p:sp>
      <p:pic>
        <p:nvPicPr>
          <p:cNvPr id="842" name="图片 841"/>
          <p:cNvPicPr>
            <a:picLocks noChangeAspect="1"/>
          </p:cNvPicPr>
          <p:nvPr/>
        </p:nvPicPr>
        <p:blipFill>
          <a:blip r:embed="rId5">
            <a:extLst>
              <a:ext uri="{96DAC541-7B7A-43D3-8B79-37D633B846F1}">
                <asvg:svgBlip xmlns:asvg="http://schemas.microsoft.com/office/drawing/2016/SVG/main" r:embed="rId26"/>
              </a:ext>
            </a:extLst>
          </a:blip>
          <a:stretch>
            <a:fillRect/>
          </a:stretch>
        </p:blipFill>
        <p:spPr>
          <a:xfrm>
            <a:off x="7549949" y="3882604"/>
            <a:ext cx="121053" cy="121053"/>
          </a:xfrm>
          <a:prstGeom prst="rect">
            <a:avLst/>
          </a:prstGeom>
        </p:spPr>
      </p:pic>
      <p:sp>
        <p:nvSpPr>
          <p:cNvPr id="843" name="Metadata key 3"/>
          <p:cNvSpPr>
            <a:spLocks noGrp="1"/>
          </p:cNvSpPr>
          <p:nvPr/>
        </p:nvSpPr>
        <p:spPr>
          <a:xfrm>
            <a:off x="7772400" y="3882604"/>
            <a:ext cx="600075" cy="134503"/>
          </a:xfrm>
          <a:prstGeom prst="rect">
            <a:avLst/>
          </a:prstGeom>
          <a:noFill/>
          <a:ln w="0">
            <a:noFill/>
            <a:prstDash val="solid"/>
          </a:ln>
        </p:spPr>
        <p:txBody>
          <a:bodyPr wrap="none" lIns="0" tIns="0" rIns="0" bIns="0" anchor="ctr">
            <a:noAutofit/>
          </a:bodyPr>
          <a:lstStyle>
            <a:defPPr algn="l">
              <a:defRPr sz="855" b="0">
                <a:solidFill>
                  <a:srgbClr val="657E8B"/>
                </a:solidFill>
                <a:latin typeface="Arial" panose="020B0604020202090204"/>
                <a:ea typeface="Arial" panose="020B0604020202090204"/>
                <a:cs typeface="Arial" panose="020B0604020202090204"/>
              </a:defRPr>
            </a:defPPr>
            <a:lvl1pPr algn="l">
              <a:buNone/>
              <a:defRPr sz="855" b="0">
                <a:solidFill>
                  <a:srgbClr val="657E8B"/>
                </a:solidFill>
                <a:latin typeface="Arial" panose="020B0604020202090204"/>
                <a:ea typeface="Arial" panose="020B0604020202090204"/>
                <a:cs typeface="Arial" panose="020B0604020202090204"/>
              </a:defRPr>
            </a:lvl1pPr>
            <a:lvl2pPr algn="l">
              <a:buNone/>
              <a:defRPr sz="855" b="0">
                <a:solidFill>
                  <a:srgbClr val="657E8B"/>
                </a:solidFill>
                <a:latin typeface="Arial" panose="020B0604020202090204"/>
                <a:ea typeface="Arial" panose="020B0604020202090204"/>
                <a:cs typeface="Arial" panose="020B0604020202090204"/>
              </a:defRPr>
            </a:lvl2pPr>
            <a:lvl3pPr algn="l">
              <a:buNone/>
              <a:defRPr sz="855" b="0">
                <a:solidFill>
                  <a:srgbClr val="657E8B"/>
                </a:solidFill>
                <a:latin typeface="Arial" panose="020B0604020202090204"/>
                <a:ea typeface="Arial" panose="020B0604020202090204"/>
                <a:cs typeface="Arial" panose="020B0604020202090204"/>
              </a:defRPr>
            </a:lvl3pPr>
            <a:lvl4pPr algn="l">
              <a:buNone/>
              <a:defRPr sz="855" b="0">
                <a:solidFill>
                  <a:srgbClr val="657E8B"/>
                </a:solidFill>
                <a:latin typeface="Arial" panose="020B0604020202090204"/>
                <a:ea typeface="Arial" panose="020B0604020202090204"/>
                <a:cs typeface="Arial" panose="020B0604020202090204"/>
              </a:defRPr>
            </a:lvl4pPr>
            <a:lvl5pPr algn="l">
              <a:buNone/>
              <a:defRPr sz="855" b="0">
                <a:solidFill>
                  <a:srgbClr val="657E8B"/>
                </a:solidFill>
                <a:latin typeface="Arial" panose="020B0604020202090204"/>
                <a:ea typeface="Arial" panose="020B0604020202090204"/>
                <a:cs typeface="Arial" panose="020B0604020202090204"/>
              </a:defRPr>
            </a:lvl5pPr>
            <a:lvl6pPr algn="l">
              <a:buNone/>
              <a:defRPr sz="855" b="0">
                <a:solidFill>
                  <a:srgbClr val="657E8B"/>
                </a:solidFill>
                <a:latin typeface="Arial" panose="020B0604020202090204"/>
                <a:ea typeface="Arial" panose="020B0604020202090204"/>
                <a:cs typeface="Arial" panose="020B0604020202090204"/>
              </a:defRPr>
            </a:lvl6pPr>
            <a:lvl7pPr algn="l">
              <a:buNone/>
              <a:defRPr sz="855" b="0">
                <a:solidFill>
                  <a:srgbClr val="657E8B"/>
                </a:solidFill>
                <a:latin typeface="Arial" panose="020B0604020202090204"/>
                <a:ea typeface="Arial" panose="020B0604020202090204"/>
                <a:cs typeface="Arial" panose="020B0604020202090204"/>
              </a:defRPr>
            </a:lvl7pPr>
            <a:lvl8pPr algn="l">
              <a:buNone/>
              <a:defRPr sz="855" b="0">
                <a:solidFill>
                  <a:srgbClr val="657E8B"/>
                </a:solidFill>
                <a:latin typeface="Arial" panose="020B0604020202090204"/>
                <a:ea typeface="Arial" panose="020B0604020202090204"/>
                <a:cs typeface="Arial" panose="020B0604020202090204"/>
              </a:defRPr>
            </a:lvl8pPr>
            <a:lvl9pPr algn="l">
              <a:buNone/>
              <a:defRPr sz="855" b="0">
                <a:solidFill>
                  <a:srgbClr val="657E8B"/>
                </a:solidFill>
                <a:latin typeface="Arial" panose="020B0604020202090204"/>
                <a:ea typeface="Arial" panose="020B0604020202090204"/>
                <a:cs typeface="Arial" panose="020B0604020202090204"/>
              </a:defRPr>
            </a:lvl9pPr>
          </a:lstStyle>
          <a:p>
            <a:pPr algn="l">
              <a:buNone/>
              <a:defRPr sz="855"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Scope</a:t>
            </a:r>
            <a:endParaRPr sz="1400" b="0">
              <a:solidFill>
                <a:srgbClr val="657E8B"/>
              </a:solidFill>
              <a:latin typeface="Arial" panose="020B0604020202090204"/>
              <a:ea typeface="Arial" panose="020B0604020202090204"/>
              <a:cs typeface="Arial" panose="020B0604020202090204"/>
            </a:endParaRPr>
          </a:p>
        </p:txBody>
      </p:sp>
      <p:sp>
        <p:nvSpPr>
          <p:cNvPr id="844" name="Metadata value 3"/>
          <p:cNvSpPr>
            <a:spLocks noGrp="1"/>
          </p:cNvSpPr>
          <p:nvPr/>
        </p:nvSpPr>
        <p:spPr>
          <a:xfrm>
            <a:off x="8401050" y="3882604"/>
            <a:ext cx="952500" cy="134503"/>
          </a:xfrm>
          <a:prstGeom prst="rect">
            <a:avLst/>
          </a:prstGeom>
          <a:noFill/>
          <a:ln w="0">
            <a:noFill/>
            <a:prstDash val="solid"/>
          </a:ln>
        </p:spPr>
        <p:txBody>
          <a:bodyPr wrap="none" lIns="0" tIns="0" rIns="0" bIns="0" anchor="ctr">
            <a:noAutofit/>
          </a:bodyPr>
          <a:lstStyle>
            <a:defPPr algn="l">
              <a:defRPr sz="880" b="1">
                <a:solidFill>
                  <a:srgbClr val="29414E"/>
                </a:solidFill>
                <a:latin typeface="Arial" panose="020B0604020202090204"/>
                <a:ea typeface="Arial" panose="020B0604020202090204"/>
                <a:cs typeface="Arial" panose="020B0604020202090204"/>
              </a:defRPr>
            </a:defPPr>
            <a:lvl1pPr algn="l">
              <a:buNone/>
              <a:defRPr sz="880" b="1">
                <a:solidFill>
                  <a:srgbClr val="29414E"/>
                </a:solidFill>
                <a:latin typeface="Arial" panose="020B0604020202090204"/>
                <a:ea typeface="Arial" panose="020B0604020202090204"/>
                <a:cs typeface="Arial" panose="020B0604020202090204"/>
              </a:defRPr>
            </a:lvl1pPr>
            <a:lvl2pPr algn="l">
              <a:buNone/>
              <a:defRPr sz="880" b="1">
                <a:solidFill>
                  <a:srgbClr val="29414E"/>
                </a:solidFill>
                <a:latin typeface="Arial" panose="020B0604020202090204"/>
                <a:ea typeface="Arial" panose="020B0604020202090204"/>
                <a:cs typeface="Arial" panose="020B0604020202090204"/>
              </a:defRPr>
            </a:lvl2pPr>
            <a:lvl3pPr algn="l">
              <a:buNone/>
              <a:defRPr sz="880" b="1">
                <a:solidFill>
                  <a:srgbClr val="29414E"/>
                </a:solidFill>
                <a:latin typeface="Arial" panose="020B0604020202090204"/>
                <a:ea typeface="Arial" panose="020B0604020202090204"/>
                <a:cs typeface="Arial" panose="020B0604020202090204"/>
              </a:defRPr>
            </a:lvl3pPr>
            <a:lvl4pPr algn="l">
              <a:buNone/>
              <a:defRPr sz="880" b="1">
                <a:solidFill>
                  <a:srgbClr val="29414E"/>
                </a:solidFill>
                <a:latin typeface="Arial" panose="020B0604020202090204"/>
                <a:ea typeface="Arial" panose="020B0604020202090204"/>
                <a:cs typeface="Arial" panose="020B0604020202090204"/>
              </a:defRPr>
            </a:lvl4pPr>
            <a:lvl5pPr algn="l">
              <a:buNone/>
              <a:defRPr sz="880" b="1">
                <a:solidFill>
                  <a:srgbClr val="29414E"/>
                </a:solidFill>
                <a:latin typeface="Arial" panose="020B0604020202090204"/>
                <a:ea typeface="Arial" panose="020B0604020202090204"/>
                <a:cs typeface="Arial" panose="020B0604020202090204"/>
              </a:defRPr>
            </a:lvl5pPr>
            <a:lvl6pPr algn="l">
              <a:buNone/>
              <a:defRPr sz="880" b="1">
                <a:solidFill>
                  <a:srgbClr val="29414E"/>
                </a:solidFill>
                <a:latin typeface="Arial" panose="020B0604020202090204"/>
                <a:ea typeface="Arial" panose="020B0604020202090204"/>
                <a:cs typeface="Arial" panose="020B0604020202090204"/>
              </a:defRPr>
            </a:lvl6pPr>
            <a:lvl7pPr algn="l">
              <a:buNone/>
              <a:defRPr sz="880" b="1">
                <a:solidFill>
                  <a:srgbClr val="29414E"/>
                </a:solidFill>
                <a:latin typeface="Arial" panose="020B0604020202090204"/>
                <a:ea typeface="Arial" panose="020B0604020202090204"/>
                <a:cs typeface="Arial" panose="020B0604020202090204"/>
              </a:defRPr>
            </a:lvl7pPr>
            <a:lvl8pPr algn="l">
              <a:buNone/>
              <a:defRPr sz="880" b="1">
                <a:solidFill>
                  <a:srgbClr val="29414E"/>
                </a:solidFill>
                <a:latin typeface="Arial" panose="020B0604020202090204"/>
                <a:ea typeface="Arial" panose="020B0604020202090204"/>
                <a:cs typeface="Arial" panose="020B0604020202090204"/>
              </a:defRPr>
            </a:lvl8pPr>
            <a:lvl9pPr algn="l">
              <a:buNone/>
              <a:defRPr sz="880" b="1">
                <a:solidFill>
                  <a:srgbClr val="29414E"/>
                </a:solidFill>
                <a:latin typeface="Arial" panose="020B0604020202090204"/>
                <a:ea typeface="Arial" panose="020B0604020202090204"/>
                <a:cs typeface="Arial" panose="020B0604020202090204"/>
              </a:defRPr>
            </a:lvl9pPr>
          </a:lstStyle>
          <a:p>
            <a:pPr algn="l">
              <a:buNone/>
              <a:defRPr sz="880" b="1">
                <a:solidFill>
                  <a:srgbClr val="29414E"/>
                </a:solidFill>
                <a:latin typeface="Arial" panose="020B0604020202090204"/>
                <a:ea typeface="Arial" panose="020B0604020202090204"/>
                <a:cs typeface="Arial" panose="020B0604020202090204"/>
              </a:defRPr>
            </a:pPr>
            <a:r>
              <a:rPr sz="1400" b="1">
                <a:solidFill>
                  <a:srgbClr val="29414E"/>
                </a:solidFill>
                <a:latin typeface="Arial" panose="020B0604020202090204"/>
                <a:ea typeface="Arial" panose="020B0604020202090204"/>
                <a:cs typeface="Arial" panose="020B0604020202090204"/>
              </a:rPr>
              <a:t>Mid</a:t>
            </a:r>
            <a:endParaRPr sz="1400" b="1">
              <a:solidFill>
                <a:srgbClr val="29414E"/>
              </a:solidFill>
              <a:latin typeface="Arial" panose="020B0604020202090204"/>
              <a:ea typeface="Arial" panose="020B0604020202090204"/>
              <a:cs typeface="Arial" panose="020B0604020202090204"/>
            </a:endParaRPr>
          </a:p>
        </p:txBody>
      </p:sp>
      <p:sp>
        <p:nvSpPr>
          <p:cNvPr id="845" name="Symbolic sampling weight 0"/>
          <p:cNvSpPr>
            <a:spLocks noGrp="1"/>
          </p:cNvSpPr>
          <p:nvPr/>
        </p:nvSpPr>
        <p:spPr>
          <a:xfrm>
            <a:off x="9467850" y="3492546"/>
            <a:ext cx="123825" cy="262281"/>
          </a:xfrm>
          <a:prstGeom prst="rect">
            <a:avLst/>
          </a:prstGeom>
          <a:solidFill>
            <a:srgbClr val="476E89"/>
          </a:solidFill>
          <a:ln w="0">
            <a:noFill/>
            <a:prstDash val="solid"/>
          </a:ln>
        </p:spPr>
      </p:sp>
      <p:sp>
        <p:nvSpPr>
          <p:cNvPr id="846" name="Sampling-weight symbol 0"/>
          <p:cNvSpPr>
            <a:spLocks noGrp="1"/>
          </p:cNvSpPr>
          <p:nvPr/>
        </p:nvSpPr>
        <p:spPr>
          <a:xfrm>
            <a:off x="9439275" y="3788452"/>
            <a:ext cx="209550" cy="107602"/>
          </a:xfrm>
          <a:prstGeom prst="rect">
            <a:avLst/>
          </a:prstGeom>
          <a:noFill/>
          <a:ln w="0">
            <a:noFill/>
            <a:prstDash val="solid"/>
          </a:ln>
        </p:spPr>
        <p:txBody>
          <a:bodyPr wrap="none" lIns="0" tIns="0" rIns="0" bIns="0" anchor="ctr">
            <a:noAutofit/>
          </a:bodyPr>
          <a:lstStyle>
            <a:defPPr algn="ctr">
              <a:defRPr sz="665" b="0">
                <a:solidFill>
                  <a:srgbClr val="657E8B"/>
                </a:solidFill>
                <a:latin typeface="Arial" panose="020B0604020202090204"/>
                <a:ea typeface="Arial" panose="020B0604020202090204"/>
                <a:cs typeface="Arial" panose="020B0604020202090204"/>
              </a:defRPr>
            </a:defPPr>
            <a:lvl1pPr algn="ctr">
              <a:buNone/>
              <a:defRPr sz="665" b="0">
                <a:solidFill>
                  <a:srgbClr val="657E8B"/>
                </a:solidFill>
                <a:latin typeface="Arial" panose="020B0604020202090204"/>
                <a:ea typeface="Arial" panose="020B0604020202090204"/>
                <a:cs typeface="Arial" panose="020B0604020202090204"/>
              </a:defRPr>
            </a:lvl1pPr>
            <a:lvl2pPr algn="ctr">
              <a:buNone/>
              <a:defRPr sz="665" b="0">
                <a:solidFill>
                  <a:srgbClr val="657E8B"/>
                </a:solidFill>
                <a:latin typeface="Arial" panose="020B0604020202090204"/>
                <a:ea typeface="Arial" panose="020B0604020202090204"/>
                <a:cs typeface="Arial" panose="020B0604020202090204"/>
              </a:defRPr>
            </a:lvl2pPr>
            <a:lvl3pPr algn="ctr">
              <a:buNone/>
              <a:defRPr sz="665" b="0">
                <a:solidFill>
                  <a:srgbClr val="657E8B"/>
                </a:solidFill>
                <a:latin typeface="Arial" panose="020B0604020202090204"/>
                <a:ea typeface="Arial" panose="020B0604020202090204"/>
                <a:cs typeface="Arial" panose="020B0604020202090204"/>
              </a:defRPr>
            </a:lvl3pPr>
            <a:lvl4pPr algn="ctr">
              <a:buNone/>
              <a:defRPr sz="665" b="0">
                <a:solidFill>
                  <a:srgbClr val="657E8B"/>
                </a:solidFill>
                <a:latin typeface="Arial" panose="020B0604020202090204"/>
                <a:ea typeface="Arial" panose="020B0604020202090204"/>
                <a:cs typeface="Arial" panose="020B0604020202090204"/>
              </a:defRPr>
            </a:lvl4pPr>
            <a:lvl5pPr algn="ctr">
              <a:buNone/>
              <a:defRPr sz="665" b="0">
                <a:solidFill>
                  <a:srgbClr val="657E8B"/>
                </a:solidFill>
                <a:latin typeface="Arial" panose="020B0604020202090204"/>
                <a:ea typeface="Arial" panose="020B0604020202090204"/>
                <a:cs typeface="Arial" panose="020B0604020202090204"/>
              </a:defRPr>
            </a:lvl5pPr>
            <a:lvl6pPr algn="ctr">
              <a:buNone/>
              <a:defRPr sz="665" b="0">
                <a:solidFill>
                  <a:srgbClr val="657E8B"/>
                </a:solidFill>
                <a:latin typeface="Arial" panose="020B0604020202090204"/>
                <a:ea typeface="Arial" panose="020B0604020202090204"/>
                <a:cs typeface="Arial" panose="020B0604020202090204"/>
              </a:defRPr>
            </a:lvl6pPr>
            <a:lvl7pPr algn="ctr">
              <a:buNone/>
              <a:defRPr sz="665" b="0">
                <a:solidFill>
                  <a:srgbClr val="657E8B"/>
                </a:solidFill>
                <a:latin typeface="Arial" panose="020B0604020202090204"/>
                <a:ea typeface="Arial" panose="020B0604020202090204"/>
                <a:cs typeface="Arial" panose="020B0604020202090204"/>
              </a:defRPr>
            </a:lvl7pPr>
            <a:lvl8pPr algn="ctr">
              <a:buNone/>
              <a:defRPr sz="665" b="0">
                <a:solidFill>
                  <a:srgbClr val="657E8B"/>
                </a:solidFill>
                <a:latin typeface="Arial" panose="020B0604020202090204"/>
                <a:ea typeface="Arial" panose="020B0604020202090204"/>
                <a:cs typeface="Arial" panose="020B0604020202090204"/>
              </a:defRPr>
            </a:lvl8pPr>
            <a:lvl9pPr algn="ctr">
              <a:buNone/>
              <a:defRPr sz="665" b="0">
                <a:solidFill>
                  <a:srgbClr val="657E8B"/>
                </a:solidFill>
                <a:latin typeface="Arial" panose="020B0604020202090204"/>
                <a:ea typeface="Arial" panose="020B0604020202090204"/>
                <a:cs typeface="Arial" panose="020B0604020202090204"/>
              </a:defRPr>
            </a:lvl9pPr>
          </a:lstStyle>
          <a:p>
            <a:pPr algn="ctr">
              <a:buNone/>
              <a:defRPr sz="665" b="0">
                <a:solidFill>
                  <a:srgbClr val="657E8B"/>
                </a:solidFill>
                <a:latin typeface="Arial" panose="020B0604020202090204"/>
                <a:ea typeface="Arial" panose="020B0604020202090204"/>
                <a:cs typeface="Arial" panose="020B0604020202090204"/>
              </a:defRPr>
            </a:pPr>
            <a:r>
              <a:rPr sz="1070" b="0">
                <a:solidFill>
                  <a:srgbClr val="657E8B"/>
                </a:solidFill>
                <a:latin typeface="Arial" panose="020B0604020202090204"/>
                <a:ea typeface="Arial" panose="020B0604020202090204"/>
                <a:cs typeface="Arial" panose="020B0604020202090204"/>
              </a:rPr>
              <a:t>w1</a:t>
            </a:r>
            <a:endParaRPr sz="1070" b="0">
              <a:solidFill>
                <a:srgbClr val="657E8B"/>
              </a:solidFill>
              <a:latin typeface="Arial" panose="020B0604020202090204"/>
              <a:ea typeface="Arial" panose="020B0604020202090204"/>
              <a:cs typeface="Arial" panose="020B0604020202090204"/>
            </a:endParaRPr>
          </a:p>
        </p:txBody>
      </p:sp>
      <p:sp>
        <p:nvSpPr>
          <p:cNvPr id="847" name="Symbolic sampling weight 1"/>
          <p:cNvSpPr>
            <a:spLocks noGrp="1"/>
          </p:cNvSpPr>
          <p:nvPr/>
        </p:nvSpPr>
        <p:spPr>
          <a:xfrm>
            <a:off x="9677400" y="3324417"/>
            <a:ext cx="123825" cy="430409"/>
          </a:xfrm>
          <a:prstGeom prst="rect">
            <a:avLst/>
          </a:prstGeom>
          <a:solidFill>
            <a:srgbClr val="438274"/>
          </a:solidFill>
          <a:ln w="0">
            <a:noFill/>
            <a:prstDash val="solid"/>
          </a:ln>
        </p:spPr>
      </p:sp>
      <p:sp>
        <p:nvSpPr>
          <p:cNvPr id="848" name="Sampling-weight symbol 1"/>
          <p:cNvSpPr>
            <a:spLocks noGrp="1"/>
          </p:cNvSpPr>
          <p:nvPr/>
        </p:nvSpPr>
        <p:spPr>
          <a:xfrm>
            <a:off x="9648825" y="3788452"/>
            <a:ext cx="209550" cy="107602"/>
          </a:xfrm>
          <a:prstGeom prst="rect">
            <a:avLst/>
          </a:prstGeom>
          <a:noFill/>
          <a:ln w="0">
            <a:noFill/>
            <a:prstDash val="solid"/>
          </a:ln>
        </p:spPr>
        <p:txBody>
          <a:bodyPr wrap="none" lIns="0" tIns="0" rIns="0" bIns="0" anchor="ctr">
            <a:noAutofit/>
          </a:bodyPr>
          <a:lstStyle>
            <a:defPPr algn="ctr">
              <a:defRPr sz="665" b="0">
                <a:solidFill>
                  <a:srgbClr val="657E8B"/>
                </a:solidFill>
                <a:latin typeface="Arial" panose="020B0604020202090204"/>
                <a:ea typeface="Arial" panose="020B0604020202090204"/>
                <a:cs typeface="Arial" panose="020B0604020202090204"/>
              </a:defRPr>
            </a:defPPr>
            <a:lvl1pPr algn="ctr">
              <a:buNone/>
              <a:defRPr sz="665" b="0">
                <a:solidFill>
                  <a:srgbClr val="657E8B"/>
                </a:solidFill>
                <a:latin typeface="Arial" panose="020B0604020202090204"/>
                <a:ea typeface="Arial" panose="020B0604020202090204"/>
                <a:cs typeface="Arial" panose="020B0604020202090204"/>
              </a:defRPr>
            </a:lvl1pPr>
            <a:lvl2pPr algn="ctr">
              <a:buNone/>
              <a:defRPr sz="665" b="0">
                <a:solidFill>
                  <a:srgbClr val="657E8B"/>
                </a:solidFill>
                <a:latin typeface="Arial" panose="020B0604020202090204"/>
                <a:ea typeface="Arial" panose="020B0604020202090204"/>
                <a:cs typeface="Arial" panose="020B0604020202090204"/>
              </a:defRPr>
            </a:lvl2pPr>
            <a:lvl3pPr algn="ctr">
              <a:buNone/>
              <a:defRPr sz="665" b="0">
                <a:solidFill>
                  <a:srgbClr val="657E8B"/>
                </a:solidFill>
                <a:latin typeface="Arial" panose="020B0604020202090204"/>
                <a:ea typeface="Arial" panose="020B0604020202090204"/>
                <a:cs typeface="Arial" panose="020B0604020202090204"/>
              </a:defRPr>
            </a:lvl3pPr>
            <a:lvl4pPr algn="ctr">
              <a:buNone/>
              <a:defRPr sz="665" b="0">
                <a:solidFill>
                  <a:srgbClr val="657E8B"/>
                </a:solidFill>
                <a:latin typeface="Arial" panose="020B0604020202090204"/>
                <a:ea typeface="Arial" panose="020B0604020202090204"/>
                <a:cs typeface="Arial" panose="020B0604020202090204"/>
              </a:defRPr>
            </a:lvl4pPr>
            <a:lvl5pPr algn="ctr">
              <a:buNone/>
              <a:defRPr sz="665" b="0">
                <a:solidFill>
                  <a:srgbClr val="657E8B"/>
                </a:solidFill>
                <a:latin typeface="Arial" panose="020B0604020202090204"/>
                <a:ea typeface="Arial" panose="020B0604020202090204"/>
                <a:cs typeface="Arial" panose="020B0604020202090204"/>
              </a:defRPr>
            </a:lvl5pPr>
            <a:lvl6pPr algn="ctr">
              <a:buNone/>
              <a:defRPr sz="665" b="0">
                <a:solidFill>
                  <a:srgbClr val="657E8B"/>
                </a:solidFill>
                <a:latin typeface="Arial" panose="020B0604020202090204"/>
                <a:ea typeface="Arial" panose="020B0604020202090204"/>
                <a:cs typeface="Arial" panose="020B0604020202090204"/>
              </a:defRPr>
            </a:lvl6pPr>
            <a:lvl7pPr algn="ctr">
              <a:buNone/>
              <a:defRPr sz="665" b="0">
                <a:solidFill>
                  <a:srgbClr val="657E8B"/>
                </a:solidFill>
                <a:latin typeface="Arial" panose="020B0604020202090204"/>
                <a:ea typeface="Arial" panose="020B0604020202090204"/>
                <a:cs typeface="Arial" panose="020B0604020202090204"/>
              </a:defRPr>
            </a:lvl7pPr>
            <a:lvl8pPr algn="ctr">
              <a:buNone/>
              <a:defRPr sz="665" b="0">
                <a:solidFill>
                  <a:srgbClr val="657E8B"/>
                </a:solidFill>
                <a:latin typeface="Arial" panose="020B0604020202090204"/>
                <a:ea typeface="Arial" panose="020B0604020202090204"/>
                <a:cs typeface="Arial" panose="020B0604020202090204"/>
              </a:defRPr>
            </a:lvl8pPr>
            <a:lvl9pPr algn="ctr">
              <a:buNone/>
              <a:defRPr sz="665" b="0">
                <a:solidFill>
                  <a:srgbClr val="657E8B"/>
                </a:solidFill>
                <a:latin typeface="Arial" panose="020B0604020202090204"/>
                <a:ea typeface="Arial" panose="020B0604020202090204"/>
                <a:cs typeface="Arial" panose="020B0604020202090204"/>
              </a:defRPr>
            </a:lvl9pPr>
          </a:lstStyle>
          <a:p>
            <a:pPr algn="ctr">
              <a:buNone/>
              <a:defRPr sz="665" b="0">
                <a:solidFill>
                  <a:srgbClr val="657E8B"/>
                </a:solidFill>
                <a:latin typeface="Arial" panose="020B0604020202090204"/>
                <a:ea typeface="Arial" panose="020B0604020202090204"/>
                <a:cs typeface="Arial" panose="020B0604020202090204"/>
              </a:defRPr>
            </a:pPr>
            <a:r>
              <a:rPr sz="1070" b="0">
                <a:solidFill>
                  <a:srgbClr val="657E8B"/>
                </a:solidFill>
                <a:latin typeface="Arial" panose="020B0604020202090204"/>
                <a:ea typeface="Arial" panose="020B0604020202090204"/>
                <a:cs typeface="Arial" panose="020B0604020202090204"/>
              </a:rPr>
              <a:t>w2</a:t>
            </a:r>
            <a:endParaRPr sz="1070" b="0">
              <a:solidFill>
                <a:srgbClr val="657E8B"/>
              </a:solidFill>
              <a:latin typeface="Arial" panose="020B0604020202090204"/>
              <a:ea typeface="Arial" panose="020B0604020202090204"/>
              <a:cs typeface="Arial" panose="020B0604020202090204"/>
            </a:endParaRPr>
          </a:p>
        </p:txBody>
      </p:sp>
      <p:sp>
        <p:nvSpPr>
          <p:cNvPr id="849" name="Symbolic sampling weight 2"/>
          <p:cNvSpPr>
            <a:spLocks noGrp="1"/>
          </p:cNvSpPr>
          <p:nvPr/>
        </p:nvSpPr>
        <p:spPr>
          <a:xfrm>
            <a:off x="9886950" y="3425294"/>
            <a:ext cx="123825" cy="329532"/>
          </a:xfrm>
          <a:prstGeom prst="rect">
            <a:avLst/>
          </a:prstGeom>
          <a:solidFill>
            <a:srgbClr val="80669C"/>
          </a:solidFill>
          <a:ln w="0">
            <a:noFill/>
            <a:prstDash val="solid"/>
          </a:ln>
        </p:spPr>
      </p:sp>
      <p:sp>
        <p:nvSpPr>
          <p:cNvPr id="850" name="Sampling-weight symbol 2"/>
          <p:cNvSpPr>
            <a:spLocks noGrp="1"/>
          </p:cNvSpPr>
          <p:nvPr/>
        </p:nvSpPr>
        <p:spPr>
          <a:xfrm>
            <a:off x="9858375" y="3788452"/>
            <a:ext cx="209550" cy="107602"/>
          </a:xfrm>
          <a:prstGeom prst="rect">
            <a:avLst/>
          </a:prstGeom>
          <a:noFill/>
          <a:ln w="0">
            <a:noFill/>
            <a:prstDash val="solid"/>
          </a:ln>
        </p:spPr>
        <p:txBody>
          <a:bodyPr wrap="none" lIns="0" tIns="0" rIns="0" bIns="0" anchor="ctr">
            <a:noAutofit/>
          </a:bodyPr>
          <a:lstStyle>
            <a:defPPr algn="ctr">
              <a:defRPr sz="665" b="0">
                <a:solidFill>
                  <a:srgbClr val="657E8B"/>
                </a:solidFill>
                <a:latin typeface="Arial" panose="020B0604020202090204"/>
                <a:ea typeface="Arial" panose="020B0604020202090204"/>
                <a:cs typeface="Arial" panose="020B0604020202090204"/>
              </a:defRPr>
            </a:defPPr>
            <a:lvl1pPr algn="ctr">
              <a:buNone/>
              <a:defRPr sz="665" b="0">
                <a:solidFill>
                  <a:srgbClr val="657E8B"/>
                </a:solidFill>
                <a:latin typeface="Arial" panose="020B0604020202090204"/>
                <a:ea typeface="Arial" panose="020B0604020202090204"/>
                <a:cs typeface="Arial" panose="020B0604020202090204"/>
              </a:defRPr>
            </a:lvl1pPr>
            <a:lvl2pPr algn="ctr">
              <a:buNone/>
              <a:defRPr sz="665" b="0">
                <a:solidFill>
                  <a:srgbClr val="657E8B"/>
                </a:solidFill>
                <a:latin typeface="Arial" panose="020B0604020202090204"/>
                <a:ea typeface="Arial" panose="020B0604020202090204"/>
                <a:cs typeface="Arial" panose="020B0604020202090204"/>
              </a:defRPr>
            </a:lvl2pPr>
            <a:lvl3pPr algn="ctr">
              <a:buNone/>
              <a:defRPr sz="665" b="0">
                <a:solidFill>
                  <a:srgbClr val="657E8B"/>
                </a:solidFill>
                <a:latin typeface="Arial" panose="020B0604020202090204"/>
                <a:ea typeface="Arial" panose="020B0604020202090204"/>
                <a:cs typeface="Arial" panose="020B0604020202090204"/>
              </a:defRPr>
            </a:lvl3pPr>
            <a:lvl4pPr algn="ctr">
              <a:buNone/>
              <a:defRPr sz="665" b="0">
                <a:solidFill>
                  <a:srgbClr val="657E8B"/>
                </a:solidFill>
                <a:latin typeface="Arial" panose="020B0604020202090204"/>
                <a:ea typeface="Arial" panose="020B0604020202090204"/>
                <a:cs typeface="Arial" panose="020B0604020202090204"/>
              </a:defRPr>
            </a:lvl4pPr>
            <a:lvl5pPr algn="ctr">
              <a:buNone/>
              <a:defRPr sz="665" b="0">
                <a:solidFill>
                  <a:srgbClr val="657E8B"/>
                </a:solidFill>
                <a:latin typeface="Arial" panose="020B0604020202090204"/>
                <a:ea typeface="Arial" panose="020B0604020202090204"/>
                <a:cs typeface="Arial" panose="020B0604020202090204"/>
              </a:defRPr>
            </a:lvl5pPr>
            <a:lvl6pPr algn="ctr">
              <a:buNone/>
              <a:defRPr sz="665" b="0">
                <a:solidFill>
                  <a:srgbClr val="657E8B"/>
                </a:solidFill>
                <a:latin typeface="Arial" panose="020B0604020202090204"/>
                <a:ea typeface="Arial" panose="020B0604020202090204"/>
                <a:cs typeface="Arial" panose="020B0604020202090204"/>
              </a:defRPr>
            </a:lvl6pPr>
            <a:lvl7pPr algn="ctr">
              <a:buNone/>
              <a:defRPr sz="665" b="0">
                <a:solidFill>
                  <a:srgbClr val="657E8B"/>
                </a:solidFill>
                <a:latin typeface="Arial" panose="020B0604020202090204"/>
                <a:ea typeface="Arial" panose="020B0604020202090204"/>
                <a:cs typeface="Arial" panose="020B0604020202090204"/>
              </a:defRPr>
            </a:lvl7pPr>
            <a:lvl8pPr algn="ctr">
              <a:buNone/>
              <a:defRPr sz="665" b="0">
                <a:solidFill>
                  <a:srgbClr val="657E8B"/>
                </a:solidFill>
                <a:latin typeface="Arial" panose="020B0604020202090204"/>
                <a:ea typeface="Arial" panose="020B0604020202090204"/>
                <a:cs typeface="Arial" panose="020B0604020202090204"/>
              </a:defRPr>
            </a:lvl8pPr>
            <a:lvl9pPr algn="ctr">
              <a:buNone/>
              <a:defRPr sz="665" b="0">
                <a:solidFill>
                  <a:srgbClr val="657E8B"/>
                </a:solidFill>
                <a:latin typeface="Arial" panose="020B0604020202090204"/>
                <a:ea typeface="Arial" panose="020B0604020202090204"/>
                <a:cs typeface="Arial" panose="020B0604020202090204"/>
              </a:defRPr>
            </a:lvl9pPr>
          </a:lstStyle>
          <a:p>
            <a:pPr algn="ctr">
              <a:buNone/>
              <a:defRPr sz="665" b="0">
                <a:solidFill>
                  <a:srgbClr val="657E8B"/>
                </a:solidFill>
                <a:latin typeface="Arial" panose="020B0604020202090204"/>
                <a:ea typeface="Arial" panose="020B0604020202090204"/>
                <a:cs typeface="Arial" panose="020B0604020202090204"/>
              </a:defRPr>
            </a:pPr>
            <a:r>
              <a:rPr sz="1070" b="0">
                <a:solidFill>
                  <a:srgbClr val="657E8B"/>
                </a:solidFill>
                <a:latin typeface="Arial" panose="020B0604020202090204"/>
                <a:ea typeface="Arial" panose="020B0604020202090204"/>
                <a:cs typeface="Arial" panose="020B0604020202090204"/>
              </a:rPr>
              <a:t>w3</a:t>
            </a:r>
            <a:endParaRPr sz="1070" b="0">
              <a:solidFill>
                <a:srgbClr val="657E8B"/>
              </a:solidFill>
              <a:latin typeface="Arial" panose="020B0604020202090204"/>
              <a:ea typeface="Arial" panose="020B0604020202090204"/>
              <a:cs typeface="Arial" panose="020B0604020202090204"/>
            </a:endParaRPr>
          </a:p>
        </p:txBody>
      </p:sp>
      <p:sp>
        <p:nvSpPr>
          <p:cNvPr id="851" name="Sampling weights label"/>
          <p:cNvSpPr>
            <a:spLocks noGrp="1"/>
          </p:cNvSpPr>
          <p:nvPr/>
        </p:nvSpPr>
        <p:spPr>
          <a:xfrm>
            <a:off x="9372600" y="3943130"/>
            <a:ext cx="781050" cy="134503"/>
          </a:xfrm>
          <a:prstGeom prst="rect">
            <a:avLst/>
          </a:prstGeom>
          <a:noFill/>
          <a:ln w="0">
            <a:noFill/>
            <a:prstDash val="solid"/>
          </a:ln>
        </p:spPr>
        <p:txBody>
          <a:bodyPr wrap="none" lIns="0" tIns="0" rIns="0" bIns="0" anchor="ctr">
            <a:noAutofit/>
          </a:bodyPr>
          <a:lstStyle>
            <a:defPPr algn="ctr">
              <a:defRPr sz="855" b="1">
                <a:solidFill>
                  <a:srgbClr val="476E89"/>
                </a:solidFill>
                <a:latin typeface="Arial" panose="020B0604020202090204"/>
                <a:ea typeface="Arial" panose="020B0604020202090204"/>
                <a:cs typeface="Arial" panose="020B0604020202090204"/>
              </a:defRPr>
            </a:defPPr>
            <a:lvl1pPr algn="ctr">
              <a:buNone/>
              <a:defRPr sz="855" b="1">
                <a:solidFill>
                  <a:srgbClr val="476E89"/>
                </a:solidFill>
                <a:latin typeface="Arial" panose="020B0604020202090204"/>
                <a:ea typeface="Arial" panose="020B0604020202090204"/>
                <a:cs typeface="Arial" panose="020B0604020202090204"/>
              </a:defRPr>
            </a:lvl1pPr>
            <a:lvl2pPr algn="ctr">
              <a:buNone/>
              <a:defRPr sz="855" b="1">
                <a:solidFill>
                  <a:srgbClr val="476E89"/>
                </a:solidFill>
                <a:latin typeface="Arial" panose="020B0604020202090204"/>
                <a:ea typeface="Arial" panose="020B0604020202090204"/>
                <a:cs typeface="Arial" panose="020B0604020202090204"/>
              </a:defRPr>
            </a:lvl2pPr>
            <a:lvl3pPr algn="ctr">
              <a:buNone/>
              <a:defRPr sz="855" b="1">
                <a:solidFill>
                  <a:srgbClr val="476E89"/>
                </a:solidFill>
                <a:latin typeface="Arial" panose="020B0604020202090204"/>
                <a:ea typeface="Arial" panose="020B0604020202090204"/>
                <a:cs typeface="Arial" panose="020B0604020202090204"/>
              </a:defRPr>
            </a:lvl3pPr>
            <a:lvl4pPr algn="ctr">
              <a:buNone/>
              <a:defRPr sz="855" b="1">
                <a:solidFill>
                  <a:srgbClr val="476E89"/>
                </a:solidFill>
                <a:latin typeface="Arial" panose="020B0604020202090204"/>
                <a:ea typeface="Arial" panose="020B0604020202090204"/>
                <a:cs typeface="Arial" panose="020B0604020202090204"/>
              </a:defRPr>
            </a:lvl4pPr>
            <a:lvl5pPr algn="ctr">
              <a:buNone/>
              <a:defRPr sz="855" b="1">
                <a:solidFill>
                  <a:srgbClr val="476E89"/>
                </a:solidFill>
                <a:latin typeface="Arial" panose="020B0604020202090204"/>
                <a:ea typeface="Arial" panose="020B0604020202090204"/>
                <a:cs typeface="Arial" panose="020B0604020202090204"/>
              </a:defRPr>
            </a:lvl5pPr>
            <a:lvl6pPr algn="ctr">
              <a:buNone/>
              <a:defRPr sz="855" b="1">
                <a:solidFill>
                  <a:srgbClr val="476E89"/>
                </a:solidFill>
                <a:latin typeface="Arial" panose="020B0604020202090204"/>
                <a:ea typeface="Arial" panose="020B0604020202090204"/>
                <a:cs typeface="Arial" panose="020B0604020202090204"/>
              </a:defRPr>
            </a:lvl6pPr>
            <a:lvl7pPr algn="ctr">
              <a:buNone/>
              <a:defRPr sz="855" b="1">
                <a:solidFill>
                  <a:srgbClr val="476E89"/>
                </a:solidFill>
                <a:latin typeface="Arial" panose="020B0604020202090204"/>
                <a:ea typeface="Arial" panose="020B0604020202090204"/>
                <a:cs typeface="Arial" panose="020B0604020202090204"/>
              </a:defRPr>
            </a:lvl7pPr>
            <a:lvl8pPr algn="ctr">
              <a:buNone/>
              <a:defRPr sz="855" b="1">
                <a:solidFill>
                  <a:srgbClr val="476E89"/>
                </a:solidFill>
                <a:latin typeface="Arial" panose="020B0604020202090204"/>
                <a:ea typeface="Arial" panose="020B0604020202090204"/>
                <a:cs typeface="Arial" panose="020B0604020202090204"/>
              </a:defRPr>
            </a:lvl8pPr>
            <a:lvl9pPr algn="ctr">
              <a:buNone/>
              <a:defRPr sz="855" b="1">
                <a:solidFill>
                  <a:srgbClr val="476E89"/>
                </a:solidFill>
                <a:latin typeface="Arial" panose="020B0604020202090204"/>
                <a:ea typeface="Arial" panose="020B0604020202090204"/>
                <a:cs typeface="Arial" panose="020B0604020202090204"/>
              </a:defRPr>
            </a:lvl9pPr>
          </a:lstStyle>
          <a:p>
            <a:pPr algn="ctr">
              <a:buNone/>
              <a:defRPr sz="855" b="1">
                <a:solidFill>
                  <a:srgbClr val="476E89"/>
                </a:solidFill>
                <a:latin typeface="Arial" panose="020B0604020202090204"/>
                <a:ea typeface="Arial" panose="020B0604020202090204"/>
                <a:cs typeface="Arial" panose="020B0604020202090204"/>
              </a:defRPr>
            </a:pPr>
            <a:r>
              <a:rPr sz="1400" b="1">
                <a:solidFill>
                  <a:srgbClr val="476E89"/>
                </a:solidFill>
                <a:latin typeface="Arial" panose="020B0604020202090204"/>
                <a:ea typeface="Arial" panose="020B0604020202090204"/>
                <a:cs typeface="Arial" panose="020B0604020202090204"/>
              </a:rPr>
              <a:t>Weights</a:t>
            </a:r>
            <a:endParaRPr sz="1400" b="1">
              <a:solidFill>
                <a:srgbClr val="476E89"/>
              </a:solidFill>
              <a:latin typeface="Arial" panose="020B0604020202090204"/>
              <a:ea typeface="Arial" panose="020B0604020202090204"/>
              <a:cs typeface="Arial" panose="020B0604020202090204"/>
            </a:endParaRPr>
          </a:p>
        </p:txBody>
      </p:sp>
      <p:sp>
        <p:nvSpPr>
          <p:cNvPr id="852" name="Reviewer model"/>
          <p:cNvSpPr>
            <a:spLocks noGrp="1"/>
          </p:cNvSpPr>
          <p:nvPr/>
        </p:nvSpPr>
        <p:spPr>
          <a:xfrm>
            <a:off x="13077825" y="2766230"/>
            <a:ext cx="1638300" cy="168129"/>
          </a:xfrm>
          <a:prstGeom prst="rect">
            <a:avLst/>
          </a:prstGeom>
          <a:noFill/>
          <a:ln w="0">
            <a:noFill/>
            <a:prstDash val="solid"/>
          </a:ln>
        </p:spPr>
        <p:txBody>
          <a:bodyPr wrap="none" lIns="0" tIns="0" rIns="0" bIns="0" anchor="ctr">
            <a:noAutofit/>
          </a:bodyPr>
          <a:lstStyle>
            <a:defPPr algn="r">
              <a:defRPr sz="945" b="0">
                <a:solidFill>
                  <a:srgbClr val="438274"/>
                </a:solidFill>
                <a:latin typeface="Arial" panose="020B0604020202090204"/>
                <a:ea typeface="Arial" panose="020B0604020202090204"/>
                <a:cs typeface="Arial" panose="020B0604020202090204"/>
              </a:defRPr>
            </a:defPPr>
            <a:lvl1pPr algn="r">
              <a:buNone/>
              <a:defRPr sz="945" b="0">
                <a:solidFill>
                  <a:srgbClr val="438274"/>
                </a:solidFill>
                <a:latin typeface="Arial" panose="020B0604020202090204"/>
                <a:ea typeface="Arial" panose="020B0604020202090204"/>
                <a:cs typeface="Arial" panose="020B0604020202090204"/>
              </a:defRPr>
            </a:lvl1pPr>
            <a:lvl2pPr algn="r">
              <a:buNone/>
              <a:defRPr sz="945" b="0">
                <a:solidFill>
                  <a:srgbClr val="438274"/>
                </a:solidFill>
                <a:latin typeface="Arial" panose="020B0604020202090204"/>
                <a:ea typeface="Arial" panose="020B0604020202090204"/>
                <a:cs typeface="Arial" panose="020B0604020202090204"/>
              </a:defRPr>
            </a:lvl2pPr>
            <a:lvl3pPr algn="r">
              <a:buNone/>
              <a:defRPr sz="945" b="0">
                <a:solidFill>
                  <a:srgbClr val="438274"/>
                </a:solidFill>
                <a:latin typeface="Arial" panose="020B0604020202090204"/>
                <a:ea typeface="Arial" panose="020B0604020202090204"/>
                <a:cs typeface="Arial" panose="020B0604020202090204"/>
              </a:defRPr>
            </a:lvl3pPr>
            <a:lvl4pPr algn="r">
              <a:buNone/>
              <a:defRPr sz="945" b="0">
                <a:solidFill>
                  <a:srgbClr val="438274"/>
                </a:solidFill>
                <a:latin typeface="Arial" panose="020B0604020202090204"/>
                <a:ea typeface="Arial" panose="020B0604020202090204"/>
                <a:cs typeface="Arial" panose="020B0604020202090204"/>
              </a:defRPr>
            </a:lvl4pPr>
            <a:lvl5pPr algn="r">
              <a:buNone/>
              <a:defRPr sz="945" b="0">
                <a:solidFill>
                  <a:srgbClr val="438274"/>
                </a:solidFill>
                <a:latin typeface="Arial" panose="020B0604020202090204"/>
                <a:ea typeface="Arial" panose="020B0604020202090204"/>
                <a:cs typeface="Arial" panose="020B0604020202090204"/>
              </a:defRPr>
            </a:lvl5pPr>
            <a:lvl6pPr algn="r">
              <a:buNone/>
              <a:defRPr sz="945" b="0">
                <a:solidFill>
                  <a:srgbClr val="438274"/>
                </a:solidFill>
                <a:latin typeface="Arial" panose="020B0604020202090204"/>
                <a:ea typeface="Arial" panose="020B0604020202090204"/>
                <a:cs typeface="Arial" panose="020B0604020202090204"/>
              </a:defRPr>
            </a:lvl6pPr>
            <a:lvl7pPr algn="r">
              <a:buNone/>
              <a:defRPr sz="945" b="0">
                <a:solidFill>
                  <a:srgbClr val="438274"/>
                </a:solidFill>
                <a:latin typeface="Arial" panose="020B0604020202090204"/>
                <a:ea typeface="Arial" panose="020B0604020202090204"/>
                <a:cs typeface="Arial" panose="020B0604020202090204"/>
              </a:defRPr>
            </a:lvl7pPr>
            <a:lvl8pPr algn="r">
              <a:buNone/>
              <a:defRPr sz="945" b="0">
                <a:solidFill>
                  <a:srgbClr val="438274"/>
                </a:solidFill>
                <a:latin typeface="Arial" panose="020B0604020202090204"/>
                <a:ea typeface="Arial" panose="020B0604020202090204"/>
                <a:cs typeface="Arial" panose="020B0604020202090204"/>
              </a:defRPr>
            </a:lvl8pPr>
            <a:lvl9pPr algn="r">
              <a:buNone/>
              <a:defRPr sz="945" b="0">
                <a:solidFill>
                  <a:srgbClr val="438274"/>
                </a:solidFill>
                <a:latin typeface="Arial" panose="020B0604020202090204"/>
                <a:ea typeface="Arial" panose="020B0604020202090204"/>
                <a:cs typeface="Arial" panose="020B0604020202090204"/>
              </a:defRPr>
            </a:lvl9pPr>
          </a:lstStyle>
          <a:p>
            <a:pPr algn="r">
              <a:buNone/>
              <a:defRPr sz="945" b="0">
                <a:solidFill>
                  <a:srgbClr val="438274"/>
                </a:solidFill>
                <a:latin typeface="Arial" panose="020B0604020202090204"/>
                <a:ea typeface="Arial" panose="020B0604020202090204"/>
                <a:cs typeface="Arial" panose="020B0604020202090204"/>
              </a:defRPr>
            </a:pPr>
            <a:r>
              <a:rPr sz="1600" b="0">
                <a:solidFill>
                  <a:srgbClr val="438274"/>
                </a:solidFill>
                <a:latin typeface="Arial" panose="020B0604020202090204"/>
                <a:ea typeface="Arial" panose="020B0604020202090204"/>
                <a:cs typeface="Arial" panose="020B0604020202090204"/>
              </a:rPr>
              <a:t>GPT-5.6-luna</a:t>
            </a:r>
            <a:endParaRPr sz="1600" b="0">
              <a:solidFill>
                <a:srgbClr val="438274"/>
              </a:solidFill>
              <a:latin typeface="Arial" panose="020B0604020202090204"/>
              <a:ea typeface="Arial" panose="020B0604020202090204"/>
              <a:cs typeface="Arial" panose="020B0604020202090204"/>
            </a:endParaRPr>
          </a:p>
        </p:txBody>
      </p:sp>
      <p:pic>
        <p:nvPicPr>
          <p:cNvPr id="853" name="图片 852"/>
          <p:cNvPicPr>
            <a:picLocks noChangeAspect="1"/>
          </p:cNvPicPr>
          <p:nvPr/>
        </p:nvPicPr>
        <p:blipFill>
          <a:blip r:embed="rId14"/>
          <a:srcRect b="21768"/>
          <a:stretch>
            <a:fillRect/>
          </a:stretch>
        </p:blipFill>
        <p:spPr>
          <a:xfrm>
            <a:off x="10831243" y="3089037"/>
            <a:ext cx="692690" cy="396784"/>
          </a:xfrm>
          <a:prstGeom prst="rect">
            <a:avLst/>
          </a:prstGeom>
        </p:spPr>
      </p:pic>
      <p:sp>
        <p:nvSpPr>
          <p:cNvPr id="854" name="Review object annotation"/>
          <p:cNvSpPr>
            <a:spLocks noGrp="1"/>
          </p:cNvSpPr>
          <p:nvPr/>
        </p:nvSpPr>
        <p:spPr>
          <a:xfrm>
            <a:off x="10925395" y="3304242"/>
            <a:ext cx="221930" cy="114327"/>
          </a:xfrm>
          <a:prstGeom prst="rect">
            <a:avLst/>
          </a:prstGeom>
          <a:noFill/>
          <a:ln w="14288">
            <a:solidFill>
              <a:srgbClr val="C45A54"/>
            </a:solidFill>
            <a:prstDash val="solid"/>
          </a:ln>
        </p:spPr>
      </p:sp>
      <p:pic>
        <p:nvPicPr>
          <p:cNvPr id="855" name="图片 854"/>
          <p:cNvPicPr>
            <a:picLocks noChangeAspect="1"/>
          </p:cNvPicPr>
          <p:nvPr/>
        </p:nvPicPr>
        <p:blipFill>
          <a:blip r:embed="rId15"/>
          <a:srcRect b="21768"/>
          <a:stretch>
            <a:fillRect/>
          </a:stretch>
        </p:blipFill>
        <p:spPr>
          <a:xfrm>
            <a:off x="11898043" y="3089037"/>
            <a:ext cx="692690" cy="396784"/>
          </a:xfrm>
          <a:prstGeom prst="rect">
            <a:avLst/>
          </a:prstGeom>
        </p:spPr>
      </p:pic>
      <p:pic>
        <p:nvPicPr>
          <p:cNvPr id="856" name="图片 855"/>
          <p:cNvPicPr>
            <a:picLocks noChangeAspect="1"/>
          </p:cNvPicPr>
          <p:nvPr/>
        </p:nvPicPr>
        <p:blipFill>
          <a:blip r:embed="rId16"/>
          <a:srcRect b="21768"/>
          <a:stretch>
            <a:fillRect/>
          </a:stretch>
        </p:blipFill>
        <p:spPr>
          <a:xfrm>
            <a:off x="12964843" y="3089037"/>
            <a:ext cx="692690" cy="396784"/>
          </a:xfrm>
          <a:prstGeom prst="rect">
            <a:avLst/>
          </a:prstGeom>
        </p:spPr>
      </p:pic>
      <p:pic>
        <p:nvPicPr>
          <p:cNvPr id="857" name="图片 856"/>
          <p:cNvPicPr>
            <a:picLocks noChangeAspect="1"/>
          </p:cNvPicPr>
          <p:nvPr/>
        </p:nvPicPr>
        <p:blipFill>
          <a:blip r:embed="rId5">
            <a:extLst>
              <a:ext uri="{96DAC541-7B7A-43D3-8B79-37D633B846F1}">
                <asvg:svgBlip xmlns:asvg="http://schemas.microsoft.com/office/drawing/2016/SVG/main" r:embed="rId27"/>
              </a:ext>
            </a:extLst>
          </a:blip>
          <a:stretch>
            <a:fillRect/>
          </a:stretch>
        </p:blipFill>
        <p:spPr>
          <a:xfrm>
            <a:off x="14123571" y="3136113"/>
            <a:ext cx="356433" cy="356433"/>
          </a:xfrm>
          <a:prstGeom prst="rect">
            <a:avLst/>
          </a:prstGeom>
        </p:spPr>
      </p:pic>
      <p:sp>
        <p:nvSpPr>
          <p:cNvPr id="858" name="Consistency Language"/>
          <p:cNvSpPr>
            <a:spLocks noGrp="1"/>
          </p:cNvSpPr>
          <p:nvPr/>
        </p:nvSpPr>
        <p:spPr>
          <a:xfrm>
            <a:off x="10725150" y="3613598"/>
            <a:ext cx="114300" cy="70838"/>
          </a:xfrm>
          <a:custGeom>
            <a:avLst/>
            <a:gdLst/>
            <a:ahLst/>
            <a:cxnLst/>
            <a:pathLst>
              <a:path w="114300" h="100584">
                <a:moveTo>
                  <a:pt x="0" y="57150"/>
                </a:moveTo>
                <a:lnTo>
                  <a:pt x="40005" y="100584"/>
                </a:lnTo>
                <a:lnTo>
                  <a:pt x="114300" y="0"/>
                </a:lnTo>
              </a:path>
            </a:pathLst>
          </a:custGeom>
          <a:noFill/>
          <a:ln w="21908">
            <a:solidFill>
              <a:srgbClr val="438274"/>
            </a:solidFill>
            <a:prstDash val="solid"/>
          </a:ln>
        </p:spPr>
      </p:sp>
      <p:sp>
        <p:nvSpPr>
          <p:cNvPr id="859" name="Consistency label 0"/>
          <p:cNvSpPr>
            <a:spLocks noGrp="1"/>
          </p:cNvSpPr>
          <p:nvPr/>
        </p:nvSpPr>
        <p:spPr>
          <a:xfrm>
            <a:off x="10896600" y="3573247"/>
            <a:ext cx="1152525" cy="154678"/>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600" b="0">
                <a:solidFill>
                  <a:srgbClr val="29414E"/>
                </a:solidFill>
                <a:latin typeface="Arial" panose="020B0604020202090204"/>
                <a:ea typeface="Arial" panose="020B0604020202090204"/>
                <a:cs typeface="Arial" panose="020B0604020202090204"/>
              </a:rPr>
              <a:t>Language</a:t>
            </a:r>
            <a:endParaRPr sz="1600" b="0">
              <a:solidFill>
                <a:srgbClr val="29414E"/>
              </a:solidFill>
              <a:latin typeface="Arial" panose="020B0604020202090204"/>
              <a:ea typeface="Arial" panose="020B0604020202090204"/>
              <a:cs typeface="Arial" panose="020B0604020202090204"/>
            </a:endParaRPr>
          </a:p>
        </p:txBody>
      </p:sp>
      <p:sp>
        <p:nvSpPr>
          <p:cNvPr id="860" name="Consistency Visual target"/>
          <p:cNvSpPr>
            <a:spLocks noGrp="1"/>
          </p:cNvSpPr>
          <p:nvPr/>
        </p:nvSpPr>
        <p:spPr>
          <a:xfrm>
            <a:off x="12096750" y="3613598"/>
            <a:ext cx="114300" cy="70838"/>
          </a:xfrm>
          <a:custGeom>
            <a:avLst/>
            <a:gdLst/>
            <a:ahLst/>
            <a:cxnLst/>
            <a:pathLst>
              <a:path w="114300" h="100584">
                <a:moveTo>
                  <a:pt x="0" y="57150"/>
                </a:moveTo>
                <a:lnTo>
                  <a:pt x="40005" y="100584"/>
                </a:lnTo>
                <a:lnTo>
                  <a:pt x="114300" y="0"/>
                </a:lnTo>
              </a:path>
            </a:pathLst>
          </a:custGeom>
          <a:noFill/>
          <a:ln w="21908">
            <a:solidFill>
              <a:srgbClr val="438274"/>
            </a:solidFill>
            <a:prstDash val="solid"/>
          </a:ln>
        </p:spPr>
      </p:sp>
      <p:sp>
        <p:nvSpPr>
          <p:cNvPr id="861" name="Consistency label 1"/>
          <p:cNvSpPr>
            <a:spLocks noGrp="1"/>
          </p:cNvSpPr>
          <p:nvPr/>
        </p:nvSpPr>
        <p:spPr>
          <a:xfrm>
            <a:off x="12268200" y="3573247"/>
            <a:ext cx="1152525" cy="154678"/>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600" b="0">
                <a:solidFill>
                  <a:srgbClr val="29414E"/>
                </a:solidFill>
                <a:latin typeface="Arial" panose="020B0604020202090204"/>
                <a:ea typeface="Arial" panose="020B0604020202090204"/>
                <a:cs typeface="Arial" panose="020B0604020202090204"/>
              </a:rPr>
              <a:t>Visual target</a:t>
            </a:r>
            <a:endParaRPr sz="1600" b="0">
              <a:solidFill>
                <a:srgbClr val="29414E"/>
              </a:solidFill>
              <a:latin typeface="Arial" panose="020B0604020202090204"/>
              <a:ea typeface="Arial" panose="020B0604020202090204"/>
              <a:cs typeface="Arial" panose="020B0604020202090204"/>
            </a:endParaRPr>
          </a:p>
        </p:txBody>
      </p:sp>
      <p:sp>
        <p:nvSpPr>
          <p:cNvPr id="862" name="Consistency Action scope"/>
          <p:cNvSpPr>
            <a:spLocks noGrp="1"/>
          </p:cNvSpPr>
          <p:nvPr/>
        </p:nvSpPr>
        <p:spPr>
          <a:xfrm>
            <a:off x="13468350" y="3613598"/>
            <a:ext cx="114300" cy="70838"/>
          </a:xfrm>
          <a:custGeom>
            <a:avLst/>
            <a:gdLst/>
            <a:ahLst/>
            <a:cxnLst/>
            <a:pathLst>
              <a:path w="114300" h="100584">
                <a:moveTo>
                  <a:pt x="0" y="57150"/>
                </a:moveTo>
                <a:lnTo>
                  <a:pt x="40005" y="100584"/>
                </a:lnTo>
                <a:lnTo>
                  <a:pt x="114300" y="0"/>
                </a:lnTo>
              </a:path>
            </a:pathLst>
          </a:custGeom>
          <a:noFill/>
          <a:ln w="21908">
            <a:solidFill>
              <a:srgbClr val="438274"/>
            </a:solidFill>
            <a:prstDash val="solid"/>
          </a:ln>
        </p:spPr>
      </p:sp>
      <p:sp>
        <p:nvSpPr>
          <p:cNvPr id="863" name="Consistency label 2"/>
          <p:cNvSpPr>
            <a:spLocks noGrp="1"/>
          </p:cNvSpPr>
          <p:nvPr/>
        </p:nvSpPr>
        <p:spPr>
          <a:xfrm>
            <a:off x="13639800" y="3573247"/>
            <a:ext cx="1152525" cy="154678"/>
          </a:xfrm>
          <a:prstGeom prst="rect">
            <a:avLst/>
          </a:prstGeom>
          <a:noFill/>
          <a:ln w="0">
            <a:noFill/>
            <a:prstDash val="solid"/>
          </a:ln>
        </p:spPr>
        <p:txBody>
          <a:bodyPr wrap="none" lIns="0" tIns="0" rIns="0" bIns="0" anchor="ctr">
            <a:noAutofit/>
          </a:bodyPr>
          <a:lstStyle>
            <a:defPPr algn="l">
              <a:defRPr sz="915" b="0">
                <a:solidFill>
                  <a:srgbClr val="29414E"/>
                </a:solidFill>
                <a:latin typeface="Arial" panose="020B0604020202090204"/>
                <a:ea typeface="Arial" panose="020B0604020202090204"/>
                <a:cs typeface="Arial" panose="020B0604020202090204"/>
              </a:defRPr>
            </a:defPPr>
            <a:lvl1pPr algn="l">
              <a:buNone/>
              <a:defRPr sz="915" b="0">
                <a:solidFill>
                  <a:srgbClr val="29414E"/>
                </a:solidFill>
                <a:latin typeface="Arial" panose="020B0604020202090204"/>
                <a:ea typeface="Arial" panose="020B0604020202090204"/>
                <a:cs typeface="Arial" panose="020B0604020202090204"/>
              </a:defRPr>
            </a:lvl1pPr>
            <a:lvl2pPr algn="l">
              <a:buNone/>
              <a:defRPr sz="915" b="0">
                <a:solidFill>
                  <a:srgbClr val="29414E"/>
                </a:solidFill>
                <a:latin typeface="Arial" panose="020B0604020202090204"/>
                <a:ea typeface="Arial" panose="020B0604020202090204"/>
                <a:cs typeface="Arial" panose="020B0604020202090204"/>
              </a:defRPr>
            </a:lvl2pPr>
            <a:lvl3pPr algn="l">
              <a:buNone/>
              <a:defRPr sz="915" b="0">
                <a:solidFill>
                  <a:srgbClr val="29414E"/>
                </a:solidFill>
                <a:latin typeface="Arial" panose="020B0604020202090204"/>
                <a:ea typeface="Arial" panose="020B0604020202090204"/>
                <a:cs typeface="Arial" panose="020B0604020202090204"/>
              </a:defRPr>
            </a:lvl3pPr>
            <a:lvl4pPr algn="l">
              <a:buNone/>
              <a:defRPr sz="915" b="0">
                <a:solidFill>
                  <a:srgbClr val="29414E"/>
                </a:solidFill>
                <a:latin typeface="Arial" panose="020B0604020202090204"/>
                <a:ea typeface="Arial" panose="020B0604020202090204"/>
                <a:cs typeface="Arial" panose="020B0604020202090204"/>
              </a:defRPr>
            </a:lvl4pPr>
            <a:lvl5pPr algn="l">
              <a:buNone/>
              <a:defRPr sz="915" b="0">
                <a:solidFill>
                  <a:srgbClr val="29414E"/>
                </a:solidFill>
                <a:latin typeface="Arial" panose="020B0604020202090204"/>
                <a:ea typeface="Arial" panose="020B0604020202090204"/>
                <a:cs typeface="Arial" panose="020B0604020202090204"/>
              </a:defRPr>
            </a:lvl5pPr>
            <a:lvl6pPr algn="l">
              <a:buNone/>
              <a:defRPr sz="915" b="0">
                <a:solidFill>
                  <a:srgbClr val="29414E"/>
                </a:solidFill>
                <a:latin typeface="Arial" panose="020B0604020202090204"/>
                <a:ea typeface="Arial" panose="020B0604020202090204"/>
                <a:cs typeface="Arial" panose="020B0604020202090204"/>
              </a:defRPr>
            </a:lvl6pPr>
            <a:lvl7pPr algn="l">
              <a:buNone/>
              <a:defRPr sz="915" b="0">
                <a:solidFill>
                  <a:srgbClr val="29414E"/>
                </a:solidFill>
                <a:latin typeface="Arial" panose="020B0604020202090204"/>
                <a:ea typeface="Arial" panose="020B0604020202090204"/>
                <a:cs typeface="Arial" panose="020B0604020202090204"/>
              </a:defRPr>
            </a:lvl7pPr>
            <a:lvl8pPr algn="l">
              <a:buNone/>
              <a:defRPr sz="915" b="0">
                <a:solidFill>
                  <a:srgbClr val="29414E"/>
                </a:solidFill>
                <a:latin typeface="Arial" panose="020B0604020202090204"/>
                <a:ea typeface="Arial" panose="020B0604020202090204"/>
                <a:cs typeface="Arial" panose="020B0604020202090204"/>
              </a:defRPr>
            </a:lvl8pPr>
            <a:lvl9pPr algn="l">
              <a:buNone/>
              <a:defRPr sz="915" b="0">
                <a:solidFill>
                  <a:srgbClr val="29414E"/>
                </a:solidFill>
                <a:latin typeface="Arial" panose="020B0604020202090204"/>
                <a:ea typeface="Arial" panose="020B0604020202090204"/>
                <a:cs typeface="Arial" panose="020B0604020202090204"/>
              </a:defRPr>
            </a:lvl9pPr>
          </a:lstStyle>
          <a:p>
            <a:pPr algn="l">
              <a:buNone/>
              <a:defRPr sz="915" b="0">
                <a:solidFill>
                  <a:srgbClr val="29414E"/>
                </a:solidFill>
                <a:latin typeface="Arial" panose="020B0604020202090204"/>
                <a:ea typeface="Arial" panose="020B0604020202090204"/>
                <a:cs typeface="Arial" panose="020B0604020202090204"/>
              </a:defRPr>
            </a:pPr>
            <a:r>
              <a:rPr sz="1600" b="0">
                <a:solidFill>
                  <a:srgbClr val="29414E"/>
                </a:solidFill>
                <a:latin typeface="Arial" panose="020B0604020202090204"/>
                <a:ea typeface="Arial" panose="020B0604020202090204"/>
                <a:cs typeface="Arial" panose="020B0604020202090204"/>
              </a:rPr>
              <a:t>Action scope</a:t>
            </a:r>
            <a:endParaRPr sz="1600" b="0">
              <a:solidFill>
                <a:srgbClr val="29414E"/>
              </a:solidFill>
              <a:latin typeface="Arial" panose="020B0604020202090204"/>
              <a:ea typeface="Arial" panose="020B0604020202090204"/>
              <a:cs typeface="Arial" panose="020B0604020202090204"/>
            </a:endParaRPr>
          </a:p>
        </p:txBody>
      </p:sp>
      <p:pic>
        <p:nvPicPr>
          <p:cNvPr id="864" name="图片 863"/>
          <p:cNvPicPr>
            <a:picLocks noChangeAspect="1"/>
          </p:cNvPicPr>
          <p:nvPr/>
        </p:nvPicPr>
        <p:blipFill>
          <a:blip r:embed="rId5">
            <a:extLst>
              <a:ext uri="{96DAC541-7B7A-43D3-8B79-37D633B846F1}">
                <asvg:svgBlip xmlns:asvg="http://schemas.microsoft.com/office/drawing/2016/SVG/main" r:embed="rId28"/>
              </a:ext>
            </a:extLst>
          </a:blip>
          <a:stretch>
            <a:fillRect/>
          </a:stretch>
        </p:blipFill>
        <p:spPr>
          <a:xfrm>
            <a:off x="10745023" y="3862429"/>
            <a:ext cx="141228" cy="141228"/>
          </a:xfrm>
          <a:prstGeom prst="rect">
            <a:avLst/>
          </a:prstGeom>
        </p:spPr>
      </p:pic>
      <p:sp>
        <p:nvSpPr>
          <p:cNvPr id="865" name="Review supported labels"/>
          <p:cNvSpPr>
            <a:spLocks noGrp="1"/>
          </p:cNvSpPr>
          <p:nvPr/>
        </p:nvSpPr>
        <p:spPr>
          <a:xfrm>
            <a:off x="10991850" y="3848978"/>
            <a:ext cx="3714750" cy="154678"/>
          </a:xfrm>
          <a:prstGeom prst="rect">
            <a:avLst/>
          </a:prstGeom>
          <a:noFill/>
          <a:ln w="0">
            <a:noFill/>
            <a:prstDash val="solid"/>
          </a:ln>
        </p:spPr>
        <p:txBody>
          <a:bodyPr wrap="none" lIns="0" tIns="0" rIns="0" bIns="0" anchor="ctr">
            <a:noAutofit/>
          </a:bodyPr>
          <a:lstStyle>
            <a:defPPr algn="l">
              <a:defRPr sz="945" b="0">
                <a:solidFill>
                  <a:srgbClr val="438274"/>
                </a:solidFill>
                <a:latin typeface="Arial" panose="020B0604020202090204"/>
                <a:ea typeface="Arial" panose="020B0604020202090204"/>
                <a:cs typeface="Arial" panose="020B0604020202090204"/>
              </a:defRPr>
            </a:defPPr>
            <a:lvl1pPr algn="l">
              <a:buNone/>
              <a:defRPr sz="945" b="0">
                <a:solidFill>
                  <a:srgbClr val="438274"/>
                </a:solidFill>
                <a:latin typeface="Arial" panose="020B0604020202090204"/>
                <a:ea typeface="Arial" panose="020B0604020202090204"/>
                <a:cs typeface="Arial" panose="020B0604020202090204"/>
              </a:defRPr>
            </a:lvl1pPr>
            <a:lvl2pPr algn="l">
              <a:buNone/>
              <a:defRPr sz="945" b="0">
                <a:solidFill>
                  <a:srgbClr val="438274"/>
                </a:solidFill>
                <a:latin typeface="Arial" panose="020B0604020202090204"/>
                <a:ea typeface="Arial" panose="020B0604020202090204"/>
                <a:cs typeface="Arial" panose="020B0604020202090204"/>
              </a:defRPr>
            </a:lvl2pPr>
            <a:lvl3pPr algn="l">
              <a:buNone/>
              <a:defRPr sz="945" b="0">
                <a:solidFill>
                  <a:srgbClr val="438274"/>
                </a:solidFill>
                <a:latin typeface="Arial" panose="020B0604020202090204"/>
                <a:ea typeface="Arial" panose="020B0604020202090204"/>
                <a:cs typeface="Arial" panose="020B0604020202090204"/>
              </a:defRPr>
            </a:lvl3pPr>
            <a:lvl4pPr algn="l">
              <a:buNone/>
              <a:defRPr sz="945" b="0">
                <a:solidFill>
                  <a:srgbClr val="438274"/>
                </a:solidFill>
                <a:latin typeface="Arial" panose="020B0604020202090204"/>
                <a:ea typeface="Arial" panose="020B0604020202090204"/>
                <a:cs typeface="Arial" panose="020B0604020202090204"/>
              </a:defRPr>
            </a:lvl4pPr>
            <a:lvl5pPr algn="l">
              <a:buNone/>
              <a:defRPr sz="945" b="0">
                <a:solidFill>
                  <a:srgbClr val="438274"/>
                </a:solidFill>
                <a:latin typeface="Arial" panose="020B0604020202090204"/>
                <a:ea typeface="Arial" panose="020B0604020202090204"/>
                <a:cs typeface="Arial" panose="020B0604020202090204"/>
              </a:defRPr>
            </a:lvl5pPr>
            <a:lvl6pPr algn="l">
              <a:buNone/>
              <a:defRPr sz="945" b="0">
                <a:solidFill>
                  <a:srgbClr val="438274"/>
                </a:solidFill>
                <a:latin typeface="Arial" panose="020B0604020202090204"/>
                <a:ea typeface="Arial" panose="020B0604020202090204"/>
                <a:cs typeface="Arial" panose="020B0604020202090204"/>
              </a:defRPr>
            </a:lvl6pPr>
            <a:lvl7pPr algn="l">
              <a:buNone/>
              <a:defRPr sz="945" b="0">
                <a:solidFill>
                  <a:srgbClr val="438274"/>
                </a:solidFill>
                <a:latin typeface="Arial" panose="020B0604020202090204"/>
                <a:ea typeface="Arial" panose="020B0604020202090204"/>
                <a:cs typeface="Arial" panose="020B0604020202090204"/>
              </a:defRPr>
            </a:lvl7pPr>
            <a:lvl8pPr algn="l">
              <a:buNone/>
              <a:defRPr sz="945" b="0">
                <a:solidFill>
                  <a:srgbClr val="438274"/>
                </a:solidFill>
                <a:latin typeface="Arial" panose="020B0604020202090204"/>
                <a:ea typeface="Arial" panose="020B0604020202090204"/>
                <a:cs typeface="Arial" panose="020B0604020202090204"/>
              </a:defRPr>
            </a:lvl8pPr>
            <a:lvl9pPr algn="l">
              <a:buNone/>
              <a:defRPr sz="945" b="0">
                <a:solidFill>
                  <a:srgbClr val="438274"/>
                </a:solidFill>
                <a:latin typeface="Arial" panose="020B0604020202090204"/>
                <a:ea typeface="Arial" panose="020B0604020202090204"/>
                <a:cs typeface="Arial" panose="020B0604020202090204"/>
              </a:defRPr>
            </a:lvl9pPr>
          </a:lstStyle>
          <a:p>
            <a:pPr algn="l">
              <a:buNone/>
              <a:defRPr sz="945" b="0">
                <a:solidFill>
                  <a:srgbClr val="438274"/>
                </a:solidFill>
                <a:latin typeface="Arial" panose="020B0604020202090204"/>
                <a:ea typeface="Arial" panose="020B0604020202090204"/>
                <a:cs typeface="Arial" panose="020B0604020202090204"/>
              </a:defRPr>
            </a:pPr>
            <a:r>
              <a:rPr sz="1600" b="0">
                <a:solidFill>
                  <a:srgbClr val="438274"/>
                </a:solidFill>
                <a:latin typeface="Arial" panose="020B0604020202090204"/>
                <a:ea typeface="Arial" panose="020B0604020202090204"/>
                <a:cs typeface="Arial" panose="020B0604020202090204"/>
              </a:rPr>
              <a:t>Keep / expand supported labels</a:t>
            </a:r>
            <a:endParaRPr sz="1600" b="0">
              <a:solidFill>
                <a:srgbClr val="438274"/>
              </a:solidFill>
              <a:latin typeface="Arial" panose="020B0604020202090204"/>
              <a:ea typeface="Arial" panose="020B0604020202090204"/>
              <a:cs typeface="Arial" panose="020B0604020202090204"/>
            </a:endParaRPr>
          </a:p>
        </p:txBody>
      </p:sp>
      <p:pic>
        <p:nvPicPr>
          <p:cNvPr id="866" name="图片 865"/>
          <p:cNvPicPr>
            <a:picLocks noChangeAspect="1"/>
          </p:cNvPicPr>
          <p:nvPr/>
        </p:nvPicPr>
        <p:blipFill>
          <a:blip r:embed="rId5">
            <a:extLst>
              <a:ext uri="{96DAC541-7B7A-43D3-8B79-37D633B846F1}">
                <asvg:svgBlip xmlns:asvg="http://schemas.microsoft.com/office/drawing/2016/SVG/main" r:embed="rId29"/>
              </a:ext>
            </a:extLst>
          </a:blip>
          <a:stretch>
            <a:fillRect/>
          </a:stretch>
        </p:blipFill>
        <p:spPr>
          <a:xfrm>
            <a:off x="10745023" y="4050733"/>
            <a:ext cx="141228" cy="141228"/>
          </a:xfrm>
          <a:prstGeom prst="rect">
            <a:avLst/>
          </a:prstGeom>
        </p:spPr>
      </p:pic>
      <p:sp>
        <p:nvSpPr>
          <p:cNvPr id="867" name="Review rejected labels"/>
          <p:cNvSpPr>
            <a:spLocks noGrp="1"/>
          </p:cNvSpPr>
          <p:nvPr/>
        </p:nvSpPr>
        <p:spPr>
          <a:xfrm>
            <a:off x="10991850" y="4037282"/>
            <a:ext cx="3714750" cy="154678"/>
          </a:xfrm>
          <a:prstGeom prst="rect">
            <a:avLst/>
          </a:prstGeom>
          <a:noFill/>
          <a:ln w="0">
            <a:noFill/>
            <a:prstDash val="solid"/>
          </a:ln>
        </p:spPr>
        <p:txBody>
          <a:bodyPr wrap="none" lIns="0" tIns="0" rIns="0" bIns="0" anchor="ctr">
            <a:noAutofit/>
          </a:bodyPr>
          <a:lstStyle>
            <a:defPPr algn="l">
              <a:defRPr sz="945" b="0">
                <a:solidFill>
                  <a:srgbClr val="C45A54"/>
                </a:solidFill>
                <a:latin typeface="Arial" panose="020B0604020202090204"/>
                <a:ea typeface="Arial" panose="020B0604020202090204"/>
                <a:cs typeface="Arial" panose="020B0604020202090204"/>
              </a:defRPr>
            </a:defPPr>
            <a:lvl1pPr algn="l">
              <a:buNone/>
              <a:defRPr sz="945" b="0">
                <a:solidFill>
                  <a:srgbClr val="C45A54"/>
                </a:solidFill>
                <a:latin typeface="Arial" panose="020B0604020202090204"/>
                <a:ea typeface="Arial" panose="020B0604020202090204"/>
                <a:cs typeface="Arial" panose="020B0604020202090204"/>
              </a:defRPr>
            </a:lvl1pPr>
            <a:lvl2pPr algn="l">
              <a:buNone/>
              <a:defRPr sz="945" b="0">
                <a:solidFill>
                  <a:srgbClr val="C45A54"/>
                </a:solidFill>
                <a:latin typeface="Arial" panose="020B0604020202090204"/>
                <a:ea typeface="Arial" panose="020B0604020202090204"/>
                <a:cs typeface="Arial" panose="020B0604020202090204"/>
              </a:defRPr>
            </a:lvl2pPr>
            <a:lvl3pPr algn="l">
              <a:buNone/>
              <a:defRPr sz="945" b="0">
                <a:solidFill>
                  <a:srgbClr val="C45A54"/>
                </a:solidFill>
                <a:latin typeface="Arial" panose="020B0604020202090204"/>
                <a:ea typeface="Arial" panose="020B0604020202090204"/>
                <a:cs typeface="Arial" panose="020B0604020202090204"/>
              </a:defRPr>
            </a:lvl3pPr>
            <a:lvl4pPr algn="l">
              <a:buNone/>
              <a:defRPr sz="945" b="0">
                <a:solidFill>
                  <a:srgbClr val="C45A54"/>
                </a:solidFill>
                <a:latin typeface="Arial" panose="020B0604020202090204"/>
                <a:ea typeface="Arial" panose="020B0604020202090204"/>
                <a:cs typeface="Arial" panose="020B0604020202090204"/>
              </a:defRPr>
            </a:lvl4pPr>
            <a:lvl5pPr algn="l">
              <a:buNone/>
              <a:defRPr sz="945" b="0">
                <a:solidFill>
                  <a:srgbClr val="C45A54"/>
                </a:solidFill>
                <a:latin typeface="Arial" panose="020B0604020202090204"/>
                <a:ea typeface="Arial" panose="020B0604020202090204"/>
                <a:cs typeface="Arial" panose="020B0604020202090204"/>
              </a:defRPr>
            </a:lvl5pPr>
            <a:lvl6pPr algn="l">
              <a:buNone/>
              <a:defRPr sz="945" b="0">
                <a:solidFill>
                  <a:srgbClr val="C45A54"/>
                </a:solidFill>
                <a:latin typeface="Arial" panose="020B0604020202090204"/>
                <a:ea typeface="Arial" panose="020B0604020202090204"/>
                <a:cs typeface="Arial" panose="020B0604020202090204"/>
              </a:defRPr>
            </a:lvl6pPr>
            <a:lvl7pPr algn="l">
              <a:buNone/>
              <a:defRPr sz="945" b="0">
                <a:solidFill>
                  <a:srgbClr val="C45A54"/>
                </a:solidFill>
                <a:latin typeface="Arial" panose="020B0604020202090204"/>
                <a:ea typeface="Arial" panose="020B0604020202090204"/>
                <a:cs typeface="Arial" panose="020B0604020202090204"/>
              </a:defRPr>
            </a:lvl7pPr>
            <a:lvl8pPr algn="l">
              <a:buNone/>
              <a:defRPr sz="945" b="0">
                <a:solidFill>
                  <a:srgbClr val="C45A54"/>
                </a:solidFill>
                <a:latin typeface="Arial" panose="020B0604020202090204"/>
                <a:ea typeface="Arial" panose="020B0604020202090204"/>
                <a:cs typeface="Arial" panose="020B0604020202090204"/>
              </a:defRPr>
            </a:lvl8pPr>
            <a:lvl9pPr algn="l">
              <a:buNone/>
              <a:defRPr sz="945" b="0">
                <a:solidFill>
                  <a:srgbClr val="C45A54"/>
                </a:solidFill>
                <a:latin typeface="Arial" panose="020B0604020202090204"/>
                <a:ea typeface="Arial" panose="020B0604020202090204"/>
                <a:cs typeface="Arial" panose="020B0604020202090204"/>
              </a:defRPr>
            </a:lvl9pPr>
          </a:lstStyle>
          <a:p>
            <a:pPr algn="l">
              <a:buNone/>
              <a:defRPr sz="945" b="0">
                <a:solidFill>
                  <a:srgbClr val="C45A54"/>
                </a:solidFill>
                <a:latin typeface="Arial" panose="020B0604020202090204"/>
                <a:ea typeface="Arial" panose="020B0604020202090204"/>
                <a:cs typeface="Arial" panose="020B0604020202090204"/>
              </a:defRPr>
            </a:pPr>
            <a:r>
              <a:rPr sz="1600" b="0">
                <a:solidFill>
                  <a:srgbClr val="C45A54"/>
                </a:solidFill>
                <a:latin typeface="Arial" panose="020B0604020202090204"/>
                <a:ea typeface="Arial" panose="020B0604020202090204"/>
                <a:cs typeface="Arial" panose="020B0604020202090204"/>
              </a:rPr>
              <a:t>Disable inconsistent labels</a:t>
            </a:r>
            <a:endParaRPr sz="1600" b="0">
              <a:solidFill>
                <a:srgbClr val="C45A54"/>
              </a:solidFill>
              <a:latin typeface="Arial" panose="020B0604020202090204"/>
              <a:ea typeface="Arial" panose="020B0604020202090204"/>
              <a:cs typeface="Arial" panose="020B0604020202090204"/>
            </a:endParaRPr>
          </a:p>
        </p:txBody>
      </p:sp>
      <p:sp>
        <p:nvSpPr>
          <p:cNvPr id="458" name="Editable ring, rule or bar 447"/>
          <p:cNvSpPr>
            <a:spLocks noGrp="1"/>
          </p:cNvSpPr>
          <p:nvPr/>
        </p:nvSpPr>
        <p:spPr>
          <a:xfrm>
            <a:off x="2311031" y="5510249"/>
            <a:ext cx="1309466" cy="2320224"/>
          </a:xfrm>
          <a:custGeom>
            <a:avLst/>
            <a:gdLst/>
            <a:ahLst/>
            <a:cxnLst/>
            <a:pathLst>
              <a:path w="1853355" h="3284220">
                <a:moveTo>
                  <a:pt x="0" y="3255802"/>
                </a:moveTo>
                <a:cubicBezTo>
                  <a:pt x="221604" y="3284220"/>
                  <a:pt x="446699" y="3266902"/>
                  <a:pt x="661348" y="3204922"/>
                </a:cubicBezTo>
                <a:cubicBezTo>
                  <a:pt x="875997" y="3142942"/>
                  <a:pt x="1075677" y="3037606"/>
                  <a:pt x="1248024" y="2895436"/>
                </a:cubicBezTo>
                <a:cubicBezTo>
                  <a:pt x="1420371" y="2753266"/>
                  <a:pt x="1561753" y="2577258"/>
                  <a:pt x="1663416" y="2378310"/>
                </a:cubicBezTo>
                <a:cubicBezTo>
                  <a:pt x="1765079" y="2179361"/>
                  <a:pt x="1824880" y="1961666"/>
                  <a:pt x="1839118" y="1738701"/>
                </a:cubicBezTo>
                <a:cubicBezTo>
                  <a:pt x="1853355" y="1515737"/>
                  <a:pt x="1821729" y="1292203"/>
                  <a:pt x="1746196" y="1081940"/>
                </a:cubicBezTo>
                <a:cubicBezTo>
                  <a:pt x="1670664" y="871676"/>
                  <a:pt x="1552817" y="679115"/>
                  <a:pt x="1399953" y="516178"/>
                </a:cubicBezTo>
                <a:cubicBezTo>
                  <a:pt x="1247089" y="353242"/>
                  <a:pt x="1062429" y="223364"/>
                  <a:pt x="857406" y="134585"/>
                </a:cubicBezTo>
                <a:cubicBezTo>
                  <a:pt x="652384" y="45807"/>
                  <a:pt x="431319" y="0"/>
                  <a:pt x="207901" y="0"/>
                </a:cubicBezTo>
                <a:lnTo>
                  <a:pt x="207901" y="352055"/>
                </a:lnTo>
                <a:cubicBezTo>
                  <a:pt x="383198" y="352055"/>
                  <a:pt x="556649" y="387996"/>
                  <a:pt x="717513" y="457652"/>
                </a:cubicBezTo>
                <a:cubicBezTo>
                  <a:pt x="878376" y="527309"/>
                  <a:pt x="1023264" y="629214"/>
                  <a:pt x="1143203" y="757056"/>
                </a:cubicBezTo>
                <a:cubicBezTo>
                  <a:pt x="1263143" y="884899"/>
                  <a:pt x="1355607" y="1035985"/>
                  <a:pt x="1414871" y="1200961"/>
                </a:cubicBezTo>
                <a:cubicBezTo>
                  <a:pt x="1474135" y="1365937"/>
                  <a:pt x="1498950" y="1541325"/>
                  <a:pt x="1487779" y="1716266"/>
                </a:cubicBezTo>
                <a:cubicBezTo>
                  <a:pt x="1476608" y="1891207"/>
                  <a:pt x="1429686" y="2062015"/>
                  <a:pt x="1349920" y="2218113"/>
                </a:cubicBezTo>
                <a:cubicBezTo>
                  <a:pt x="1270154" y="2374211"/>
                  <a:pt x="1159224" y="2512310"/>
                  <a:pt x="1023998" y="2623858"/>
                </a:cubicBezTo>
                <a:cubicBezTo>
                  <a:pt x="888772" y="2735407"/>
                  <a:pt x="732100" y="2818056"/>
                  <a:pt x="563683" y="2866686"/>
                </a:cubicBezTo>
                <a:cubicBezTo>
                  <a:pt x="395266" y="2915316"/>
                  <a:pt x="218652" y="2928904"/>
                  <a:pt x="44779" y="2906607"/>
                </a:cubicBezTo>
                <a:close/>
              </a:path>
            </a:pathLst>
          </a:custGeom>
          <a:solidFill>
            <a:srgbClr val="7993A8"/>
          </a:solidFill>
          <a:ln w="17603">
            <a:solidFill>
              <a:srgbClr val="FFFFFF"/>
            </a:solidFill>
            <a:prstDash val="solid"/>
          </a:ln>
        </p:spPr>
        <p:txBody>
          <a:bodyPr/>
          <a:lstStyle/>
          <a:p>
            <a:endParaRPr sz="2800"/>
          </a:p>
        </p:txBody>
      </p:sp>
      <p:sp>
        <p:nvSpPr>
          <p:cNvPr id="459" name="Editable ring, rule or bar 467"/>
          <p:cNvSpPr>
            <a:spLocks noGrp="1"/>
          </p:cNvSpPr>
          <p:nvPr/>
        </p:nvSpPr>
        <p:spPr>
          <a:xfrm>
            <a:off x="1287315" y="5975756"/>
            <a:ext cx="1055281" cy="1834781"/>
          </a:xfrm>
          <a:custGeom>
            <a:avLst/>
            <a:gdLst/>
            <a:ahLst/>
            <a:cxnLst/>
            <a:pathLst>
              <a:path w="1493728" h="2597042">
                <a:moveTo>
                  <a:pt x="345525" y="0"/>
                </a:moveTo>
                <a:cubicBezTo>
                  <a:pt x="175196" y="228900"/>
                  <a:pt x="67734" y="498459"/>
                  <a:pt x="33867" y="781761"/>
                </a:cubicBezTo>
                <a:cubicBezTo>
                  <a:pt x="0" y="1065064"/>
                  <a:pt x="40894" y="1352357"/>
                  <a:pt x="152467" y="1614957"/>
                </a:cubicBezTo>
                <a:cubicBezTo>
                  <a:pt x="264040" y="1877557"/>
                  <a:pt x="442450" y="2106423"/>
                  <a:pt x="669884" y="2278704"/>
                </a:cubicBezTo>
                <a:cubicBezTo>
                  <a:pt x="897319" y="2450986"/>
                  <a:pt x="1165947" y="2560751"/>
                  <a:pt x="1448949" y="2597042"/>
                </a:cubicBezTo>
                <a:lnTo>
                  <a:pt x="1493728" y="2247847"/>
                </a:lnTo>
                <a:cubicBezTo>
                  <a:pt x="1271680" y="2219373"/>
                  <a:pt x="1060910" y="2133249"/>
                  <a:pt x="882462" y="1998074"/>
                </a:cubicBezTo>
                <a:cubicBezTo>
                  <a:pt x="704013" y="1862900"/>
                  <a:pt x="564030" y="1683328"/>
                  <a:pt x="476488" y="1477288"/>
                </a:cubicBezTo>
                <a:cubicBezTo>
                  <a:pt x="388946" y="1271248"/>
                  <a:pt x="356860" y="1045833"/>
                  <a:pt x="383433" y="823549"/>
                </a:cubicBezTo>
                <a:cubicBezTo>
                  <a:pt x="410005" y="601266"/>
                  <a:pt x="494322" y="389766"/>
                  <a:pt x="627964" y="210168"/>
                </a:cubicBezTo>
                <a:close/>
              </a:path>
            </a:pathLst>
          </a:custGeom>
          <a:solidFill>
            <a:srgbClr val="83A097"/>
          </a:solidFill>
          <a:ln w="17603">
            <a:solidFill>
              <a:srgbClr val="FFFFFF"/>
            </a:solidFill>
            <a:prstDash val="solid"/>
          </a:ln>
        </p:spPr>
      </p:sp>
      <p:sp>
        <p:nvSpPr>
          <p:cNvPr id="460" name="Editable ring, rule or bar 483"/>
          <p:cNvSpPr>
            <a:spLocks noGrp="1"/>
          </p:cNvSpPr>
          <p:nvPr/>
        </p:nvSpPr>
        <p:spPr>
          <a:xfrm>
            <a:off x="1531531" y="5585342"/>
            <a:ext cx="605059" cy="538938"/>
          </a:xfrm>
          <a:custGeom>
            <a:avLst/>
            <a:gdLst/>
            <a:ahLst/>
            <a:cxnLst/>
            <a:pathLst>
              <a:path w="856496" h="762683">
                <a:moveTo>
                  <a:pt x="731640" y="0"/>
                </a:moveTo>
                <a:cubicBezTo>
                  <a:pt x="586582" y="55021"/>
                  <a:pt x="450094" y="130415"/>
                  <a:pt x="326288" y="223910"/>
                </a:cubicBezTo>
                <a:cubicBezTo>
                  <a:pt x="202482" y="317404"/>
                  <a:pt x="92616" y="428051"/>
                  <a:pt x="0" y="552516"/>
                </a:cubicBezTo>
                <a:lnTo>
                  <a:pt x="282439" y="762683"/>
                </a:lnTo>
                <a:cubicBezTo>
                  <a:pt x="355107" y="665027"/>
                  <a:pt x="441310" y="578211"/>
                  <a:pt x="538450" y="504854"/>
                </a:cubicBezTo>
                <a:cubicBezTo>
                  <a:pt x="635590" y="431496"/>
                  <a:pt x="742681" y="372341"/>
                  <a:pt x="856496" y="329171"/>
                </a:cubicBezTo>
                <a:close/>
              </a:path>
            </a:pathLst>
          </a:custGeom>
          <a:solidFill>
            <a:srgbClr val="B8A48C"/>
          </a:solidFill>
          <a:ln w="17603">
            <a:solidFill>
              <a:srgbClr val="FFFFFF"/>
            </a:solidFill>
            <a:prstDash val="solid"/>
          </a:ln>
        </p:spPr>
      </p:sp>
      <p:sp>
        <p:nvSpPr>
          <p:cNvPr id="461" name="Editable ring, rule or bar 499"/>
          <p:cNvSpPr>
            <a:spLocks noGrp="1"/>
          </p:cNvSpPr>
          <p:nvPr/>
        </p:nvSpPr>
        <p:spPr>
          <a:xfrm>
            <a:off x="2048872" y="5510249"/>
            <a:ext cx="409686" cy="307680"/>
          </a:xfrm>
          <a:custGeom>
            <a:avLst/>
            <a:gdLst/>
            <a:ahLst/>
            <a:cxnLst/>
            <a:pathLst>
              <a:path w="579685" h="435416">
                <a:moveTo>
                  <a:pt x="579685" y="0"/>
                </a:moveTo>
                <a:cubicBezTo>
                  <a:pt x="480854" y="0"/>
                  <a:pt x="382226" y="8964"/>
                  <a:pt x="285015" y="26781"/>
                </a:cubicBezTo>
                <a:cubicBezTo>
                  <a:pt x="187803" y="44598"/>
                  <a:pt x="92407" y="71195"/>
                  <a:pt x="0" y="106245"/>
                </a:cubicBezTo>
                <a:lnTo>
                  <a:pt x="124855" y="435416"/>
                </a:lnTo>
                <a:cubicBezTo>
                  <a:pt x="197359" y="407915"/>
                  <a:pt x="272208" y="387047"/>
                  <a:pt x="348482" y="373067"/>
                </a:cubicBezTo>
                <a:cubicBezTo>
                  <a:pt x="424756" y="359088"/>
                  <a:pt x="502141" y="352055"/>
                  <a:pt x="579685" y="352055"/>
                </a:cubicBezTo>
                <a:close/>
              </a:path>
            </a:pathLst>
          </a:custGeom>
          <a:solidFill>
            <a:srgbClr val="A09BAC"/>
          </a:solidFill>
          <a:ln w="17603">
            <a:solidFill>
              <a:srgbClr val="FFFFFF"/>
            </a:solidFill>
            <a:prstDash val="solid"/>
          </a:ln>
        </p:spPr>
      </p:sp>
      <p:sp>
        <p:nvSpPr>
          <p:cNvPr id="462" name="Editable ring, rule or bar 527"/>
          <p:cNvSpPr>
            <a:spLocks noGrp="1"/>
          </p:cNvSpPr>
          <p:nvPr/>
        </p:nvSpPr>
        <p:spPr>
          <a:xfrm>
            <a:off x="2379478" y="5812281"/>
            <a:ext cx="936330" cy="1712506"/>
          </a:xfrm>
          <a:custGeom>
            <a:avLst/>
            <a:gdLst/>
            <a:ahLst/>
            <a:cxnLst/>
            <a:pathLst>
              <a:path w="1325020" h="2424013">
                <a:moveTo>
                  <a:pt x="0" y="2408908"/>
                </a:moveTo>
                <a:cubicBezTo>
                  <a:pt x="162514" y="2424013"/>
                  <a:pt x="326417" y="2406001"/>
                  <a:pt x="481772" y="2355961"/>
                </a:cubicBezTo>
                <a:cubicBezTo>
                  <a:pt x="637127" y="2305922"/>
                  <a:pt x="780731" y="2224889"/>
                  <a:pt x="903878" y="2117773"/>
                </a:cubicBezTo>
                <a:cubicBezTo>
                  <a:pt x="1027026" y="2010657"/>
                  <a:pt x="1127177" y="1879668"/>
                  <a:pt x="1198262" y="1732746"/>
                </a:cubicBezTo>
                <a:cubicBezTo>
                  <a:pt x="1269347" y="1585824"/>
                  <a:pt x="1309898" y="1425999"/>
                  <a:pt x="1317459" y="1262960"/>
                </a:cubicBezTo>
                <a:cubicBezTo>
                  <a:pt x="1325020" y="1099920"/>
                  <a:pt x="1299434" y="937028"/>
                  <a:pt x="1242252" y="784158"/>
                </a:cubicBezTo>
                <a:cubicBezTo>
                  <a:pt x="1185070" y="631288"/>
                  <a:pt x="1097471" y="491592"/>
                  <a:pt x="984765" y="373539"/>
                </a:cubicBezTo>
                <a:cubicBezTo>
                  <a:pt x="872060" y="255485"/>
                  <a:pt x="736572" y="161509"/>
                  <a:pt x="586515" y="97307"/>
                </a:cubicBezTo>
                <a:cubicBezTo>
                  <a:pt x="436458" y="33105"/>
                  <a:pt x="274926" y="0"/>
                  <a:pt x="111711" y="0"/>
                </a:cubicBezTo>
                <a:lnTo>
                  <a:pt x="111711" y="314334"/>
                </a:lnTo>
                <a:cubicBezTo>
                  <a:pt x="232422" y="314334"/>
                  <a:pt x="351888" y="338818"/>
                  <a:pt x="462868" y="386301"/>
                </a:cubicBezTo>
                <a:cubicBezTo>
                  <a:pt x="573848" y="433784"/>
                  <a:pt x="674052" y="503287"/>
                  <a:pt x="757407" y="590597"/>
                </a:cubicBezTo>
                <a:cubicBezTo>
                  <a:pt x="840762" y="677908"/>
                  <a:pt x="905549" y="781224"/>
                  <a:pt x="947840" y="894284"/>
                </a:cubicBezTo>
                <a:cubicBezTo>
                  <a:pt x="990131" y="1007345"/>
                  <a:pt x="1009054" y="1127817"/>
                  <a:pt x="1003462" y="1248398"/>
                </a:cubicBezTo>
                <a:cubicBezTo>
                  <a:pt x="997870" y="1368980"/>
                  <a:pt x="967879" y="1487184"/>
                  <a:pt x="915306" y="1595845"/>
                </a:cubicBezTo>
                <a:cubicBezTo>
                  <a:pt x="862733" y="1704506"/>
                  <a:pt x="788662" y="1801383"/>
                  <a:pt x="697585" y="1880604"/>
                </a:cubicBezTo>
                <a:cubicBezTo>
                  <a:pt x="606507" y="1959825"/>
                  <a:pt x="500300" y="2019756"/>
                  <a:pt x="385402" y="2056764"/>
                </a:cubicBezTo>
                <a:cubicBezTo>
                  <a:pt x="270504" y="2093772"/>
                  <a:pt x="149284" y="2107094"/>
                  <a:pt x="29091" y="2095923"/>
                </a:cubicBezTo>
                <a:close/>
              </a:path>
            </a:pathLst>
          </a:custGeom>
          <a:solidFill>
            <a:srgbClr val="496A84"/>
          </a:solidFill>
          <a:ln w="17603">
            <a:solidFill>
              <a:srgbClr val="FFFFFF"/>
            </a:solidFill>
            <a:prstDash val="solid"/>
          </a:ln>
        </p:spPr>
      </p:sp>
      <p:sp>
        <p:nvSpPr>
          <p:cNvPr id="463" name="Editable ring, rule or bar 547"/>
          <p:cNvSpPr>
            <a:spLocks noGrp="1"/>
          </p:cNvSpPr>
          <p:nvPr/>
        </p:nvSpPr>
        <p:spPr>
          <a:xfrm>
            <a:off x="1591672" y="6120957"/>
            <a:ext cx="808074" cy="1392865"/>
          </a:xfrm>
          <a:custGeom>
            <a:avLst/>
            <a:gdLst/>
            <a:ahLst/>
            <a:cxnLst/>
            <a:pathLst>
              <a:path w="1143658" h="1971788">
                <a:moveTo>
                  <a:pt x="296669" y="0"/>
                </a:moveTo>
                <a:cubicBezTo>
                  <a:pt x="156604" y="169115"/>
                  <a:pt x="65307" y="373287"/>
                  <a:pt x="32653" y="590432"/>
                </a:cubicBezTo>
                <a:cubicBezTo>
                  <a:pt x="0" y="807576"/>
                  <a:pt x="27212" y="1029570"/>
                  <a:pt x="111345" y="1232398"/>
                </a:cubicBezTo>
                <a:cubicBezTo>
                  <a:pt x="195478" y="1435227"/>
                  <a:pt x="333386" y="1611304"/>
                  <a:pt x="510150" y="1741582"/>
                </a:cubicBezTo>
                <a:cubicBezTo>
                  <a:pt x="686915" y="1871860"/>
                  <a:pt x="895923" y="1951466"/>
                  <a:pt x="1114566" y="1971788"/>
                </a:cubicBezTo>
                <a:lnTo>
                  <a:pt x="1143658" y="1658803"/>
                </a:lnTo>
                <a:cubicBezTo>
                  <a:pt x="981953" y="1643773"/>
                  <a:pt x="827374" y="1584898"/>
                  <a:pt x="696642" y="1488546"/>
                </a:cubicBezTo>
                <a:cubicBezTo>
                  <a:pt x="565910" y="1392195"/>
                  <a:pt x="463916" y="1261971"/>
                  <a:pt x="401692" y="1111962"/>
                </a:cubicBezTo>
                <a:cubicBezTo>
                  <a:pt x="339468" y="961954"/>
                  <a:pt x="319343" y="797771"/>
                  <a:pt x="343493" y="637175"/>
                </a:cubicBezTo>
                <a:cubicBezTo>
                  <a:pt x="367643" y="476578"/>
                  <a:pt x="435165" y="325576"/>
                  <a:pt x="538754" y="200501"/>
                </a:cubicBezTo>
                <a:close/>
              </a:path>
            </a:pathLst>
          </a:custGeom>
          <a:solidFill>
            <a:srgbClr val="4F786F"/>
          </a:solidFill>
          <a:ln w="17603">
            <a:solidFill>
              <a:srgbClr val="FFFFFF"/>
            </a:solidFill>
            <a:prstDash val="solid"/>
          </a:ln>
        </p:spPr>
      </p:sp>
      <p:sp>
        <p:nvSpPr>
          <p:cNvPr id="464" name="Editable ring, rule or bar 563"/>
          <p:cNvSpPr>
            <a:spLocks noGrp="1"/>
          </p:cNvSpPr>
          <p:nvPr/>
        </p:nvSpPr>
        <p:spPr>
          <a:xfrm>
            <a:off x="1801665" y="5860792"/>
            <a:ext cx="447232" cy="402044"/>
          </a:xfrm>
          <a:custGeom>
            <a:avLst/>
            <a:gdLst/>
            <a:ahLst/>
            <a:cxnLst/>
            <a:pathLst>
              <a:path w="633323" h="569201">
                <a:moveTo>
                  <a:pt x="528997" y="0"/>
                </a:moveTo>
                <a:cubicBezTo>
                  <a:pt x="426219" y="36161"/>
                  <a:pt x="328808" y="86073"/>
                  <a:pt x="239423" y="148372"/>
                </a:cubicBezTo>
                <a:cubicBezTo>
                  <a:pt x="150038" y="210672"/>
                  <a:pt x="69498" y="284789"/>
                  <a:pt x="0" y="368700"/>
                </a:cubicBezTo>
                <a:lnTo>
                  <a:pt x="242086" y="569201"/>
                </a:lnTo>
                <a:cubicBezTo>
                  <a:pt x="293485" y="507142"/>
                  <a:pt x="353051" y="452327"/>
                  <a:pt x="419159" y="406251"/>
                </a:cubicBezTo>
                <a:cubicBezTo>
                  <a:pt x="485267" y="360175"/>
                  <a:pt x="557310" y="323261"/>
                  <a:pt x="633323" y="296517"/>
                </a:cubicBezTo>
                <a:close/>
              </a:path>
            </a:pathLst>
          </a:custGeom>
          <a:solidFill>
            <a:srgbClr val="896F55"/>
          </a:solidFill>
          <a:ln w="17603">
            <a:solidFill>
              <a:srgbClr val="FFFFFF"/>
            </a:solidFill>
            <a:prstDash val="solid"/>
          </a:ln>
        </p:spPr>
      </p:sp>
      <p:sp>
        <p:nvSpPr>
          <p:cNvPr id="465" name="Editable ring, rule or bar 579"/>
          <p:cNvSpPr>
            <a:spLocks noGrp="1"/>
          </p:cNvSpPr>
          <p:nvPr/>
        </p:nvSpPr>
        <p:spPr>
          <a:xfrm>
            <a:off x="2175133" y="5812281"/>
            <a:ext cx="283092" cy="257840"/>
          </a:xfrm>
          <a:custGeom>
            <a:avLst/>
            <a:gdLst/>
            <a:ahLst/>
            <a:cxnLst/>
            <a:pathLst>
              <a:path w="400611" h="364936">
                <a:moveTo>
                  <a:pt x="400611" y="0"/>
                </a:moveTo>
                <a:cubicBezTo>
                  <a:pt x="332511" y="0"/>
                  <a:pt x="264533" y="5763"/>
                  <a:pt x="197405" y="17228"/>
                </a:cubicBezTo>
                <a:cubicBezTo>
                  <a:pt x="130277" y="28692"/>
                  <a:pt x="64240" y="45817"/>
                  <a:pt x="0" y="68419"/>
                </a:cubicBezTo>
                <a:lnTo>
                  <a:pt x="104326" y="364936"/>
                </a:lnTo>
                <a:cubicBezTo>
                  <a:pt x="151837" y="348220"/>
                  <a:pt x="200677" y="335555"/>
                  <a:pt x="250323" y="327076"/>
                </a:cubicBezTo>
                <a:cubicBezTo>
                  <a:pt x="299970" y="318597"/>
                  <a:pt x="350246" y="314334"/>
                  <a:pt x="400611" y="314334"/>
                </a:cubicBezTo>
                <a:close/>
              </a:path>
            </a:pathLst>
          </a:custGeom>
          <a:solidFill>
            <a:srgbClr val="746F83"/>
          </a:solidFill>
          <a:ln w="17603">
            <a:solidFill>
              <a:srgbClr val="FFFFFF"/>
            </a:solidFill>
            <a:prstDash val="solid"/>
          </a:ln>
        </p:spPr>
      </p:sp>
      <p:sp>
        <p:nvSpPr>
          <p:cNvPr id="466" name="Editable ring, rule or bar 2322"/>
          <p:cNvSpPr>
            <a:spLocks noGrp="1"/>
          </p:cNvSpPr>
          <p:nvPr/>
        </p:nvSpPr>
        <p:spPr>
          <a:xfrm>
            <a:off x="1872106" y="6078759"/>
            <a:ext cx="1172572" cy="1172572"/>
          </a:xfrm>
          <a:custGeom>
            <a:avLst/>
            <a:gdLst/>
            <a:ahLst/>
            <a:cxnLst/>
            <a:pathLst>
              <a:path w="1659686" h="1659686">
                <a:moveTo>
                  <a:pt x="829843" y="1659686"/>
                </a:moveTo>
                <a:cubicBezTo>
                  <a:pt x="1049920" y="1659686"/>
                  <a:pt x="1261013" y="1572248"/>
                  <a:pt x="1416630" y="1416630"/>
                </a:cubicBezTo>
                <a:cubicBezTo>
                  <a:pt x="1572248" y="1261013"/>
                  <a:pt x="1659686" y="1049920"/>
                  <a:pt x="1659686" y="829843"/>
                </a:cubicBezTo>
                <a:cubicBezTo>
                  <a:pt x="1659686" y="609766"/>
                  <a:pt x="1572248" y="398673"/>
                  <a:pt x="1416630" y="243055"/>
                </a:cubicBezTo>
                <a:cubicBezTo>
                  <a:pt x="1261013" y="87437"/>
                  <a:pt x="1049920" y="0"/>
                  <a:pt x="829843" y="0"/>
                </a:cubicBezTo>
                <a:cubicBezTo>
                  <a:pt x="609766" y="0"/>
                  <a:pt x="398673" y="87437"/>
                  <a:pt x="243055" y="243055"/>
                </a:cubicBezTo>
                <a:cubicBezTo>
                  <a:pt x="87437" y="398673"/>
                  <a:pt x="0" y="609766"/>
                  <a:pt x="0" y="829843"/>
                </a:cubicBezTo>
                <a:cubicBezTo>
                  <a:pt x="0" y="1049920"/>
                  <a:pt x="87437" y="1261013"/>
                  <a:pt x="243055" y="1416630"/>
                </a:cubicBezTo>
                <a:cubicBezTo>
                  <a:pt x="398673" y="1572248"/>
                  <a:pt x="609766" y="1659686"/>
                  <a:pt x="829843" y="1659686"/>
                </a:cubicBezTo>
                <a:close/>
              </a:path>
            </a:pathLst>
          </a:custGeom>
          <a:solidFill>
            <a:srgbClr val="FFFFFF"/>
          </a:solidFill>
          <a:ln w="10059">
            <a:solidFill>
              <a:srgbClr val="DEE6EA"/>
            </a:solidFill>
            <a:prstDash val="solid"/>
          </a:ln>
        </p:spPr>
      </p:sp>
      <p:pic>
        <p:nvPicPr>
          <p:cNvPr id="467" name="图片 466"/>
          <p:cNvPicPr>
            <a:picLocks noChangeAspect="1"/>
          </p:cNvPicPr>
          <p:nvPr/>
        </p:nvPicPr>
        <p:blipFill>
          <a:blip r:embed="rId1"/>
          <a:srcRect/>
          <a:stretch>
            <a:fillRect/>
          </a:stretch>
        </p:blipFill>
        <p:spPr>
          <a:xfrm>
            <a:off x="3648740" y="5262710"/>
            <a:ext cx="921378" cy="495411"/>
          </a:xfrm>
          <a:prstGeom prst="rect">
            <a:avLst/>
          </a:prstGeom>
        </p:spPr>
      </p:pic>
      <p:pic>
        <p:nvPicPr>
          <p:cNvPr id="468" name="图片 467"/>
          <p:cNvPicPr>
            <a:picLocks noChangeAspect="1"/>
          </p:cNvPicPr>
          <p:nvPr/>
        </p:nvPicPr>
        <p:blipFill>
          <a:blip r:embed="rId30"/>
          <a:srcRect/>
          <a:stretch>
            <a:fillRect/>
          </a:stretch>
        </p:blipFill>
        <p:spPr>
          <a:xfrm>
            <a:off x="3648740" y="5783373"/>
            <a:ext cx="452216" cy="456868"/>
          </a:xfrm>
          <a:prstGeom prst="rect">
            <a:avLst/>
          </a:prstGeom>
        </p:spPr>
      </p:pic>
      <p:pic>
        <p:nvPicPr>
          <p:cNvPr id="469" name="图片 468"/>
          <p:cNvPicPr>
            <a:picLocks noChangeAspect="1"/>
          </p:cNvPicPr>
          <p:nvPr/>
        </p:nvPicPr>
        <p:blipFill>
          <a:blip r:embed="rId31"/>
          <a:srcRect/>
          <a:stretch>
            <a:fillRect/>
          </a:stretch>
        </p:blipFill>
        <p:spPr>
          <a:xfrm>
            <a:off x="4127205" y="5783373"/>
            <a:ext cx="443577" cy="456868"/>
          </a:xfrm>
          <a:prstGeom prst="rect">
            <a:avLst/>
          </a:prstGeom>
        </p:spPr>
      </p:pic>
      <p:pic>
        <p:nvPicPr>
          <p:cNvPr id="470" name="图片 469"/>
          <p:cNvPicPr>
            <a:picLocks noChangeAspect="1"/>
          </p:cNvPicPr>
          <p:nvPr/>
        </p:nvPicPr>
        <p:blipFill>
          <a:blip r:embed="rId3"/>
          <a:srcRect/>
          <a:stretch>
            <a:fillRect/>
          </a:stretch>
        </p:blipFill>
        <p:spPr>
          <a:xfrm>
            <a:off x="362947" y="7023395"/>
            <a:ext cx="921378" cy="499730"/>
          </a:xfrm>
          <a:prstGeom prst="rect">
            <a:avLst/>
          </a:prstGeom>
        </p:spPr>
      </p:pic>
      <p:pic>
        <p:nvPicPr>
          <p:cNvPr id="471" name="图片 470"/>
          <p:cNvPicPr>
            <a:picLocks noChangeAspect="1"/>
          </p:cNvPicPr>
          <p:nvPr/>
        </p:nvPicPr>
        <p:blipFill>
          <a:blip r:embed="rId32"/>
          <a:srcRect/>
          <a:stretch>
            <a:fillRect/>
          </a:stretch>
        </p:blipFill>
        <p:spPr>
          <a:xfrm>
            <a:off x="362947" y="7548710"/>
            <a:ext cx="452216" cy="452216"/>
          </a:xfrm>
          <a:prstGeom prst="rect">
            <a:avLst/>
          </a:prstGeom>
        </p:spPr>
      </p:pic>
      <p:pic>
        <p:nvPicPr>
          <p:cNvPr id="472" name="图片 471"/>
          <p:cNvPicPr>
            <a:picLocks noChangeAspect="1"/>
          </p:cNvPicPr>
          <p:nvPr/>
        </p:nvPicPr>
        <p:blipFill>
          <a:blip r:embed="rId33"/>
          <a:srcRect/>
          <a:stretch>
            <a:fillRect/>
          </a:stretch>
        </p:blipFill>
        <p:spPr>
          <a:xfrm>
            <a:off x="841080" y="7548710"/>
            <a:ext cx="443577" cy="452216"/>
          </a:xfrm>
          <a:prstGeom prst="rect">
            <a:avLst/>
          </a:prstGeom>
        </p:spPr>
      </p:pic>
      <p:pic>
        <p:nvPicPr>
          <p:cNvPr id="473" name="图片 472"/>
          <p:cNvPicPr>
            <a:picLocks noChangeAspect="1"/>
          </p:cNvPicPr>
          <p:nvPr/>
        </p:nvPicPr>
        <p:blipFill>
          <a:blip r:embed="rId2"/>
          <a:srcRect/>
          <a:stretch>
            <a:fillRect/>
          </a:stretch>
        </p:blipFill>
        <p:spPr>
          <a:xfrm>
            <a:off x="362947" y="5262710"/>
            <a:ext cx="921378" cy="495411"/>
          </a:xfrm>
          <a:prstGeom prst="rect">
            <a:avLst/>
          </a:prstGeom>
        </p:spPr>
      </p:pic>
      <p:pic>
        <p:nvPicPr>
          <p:cNvPr id="474" name="图片 473"/>
          <p:cNvPicPr>
            <a:picLocks noChangeAspect="1"/>
          </p:cNvPicPr>
          <p:nvPr/>
        </p:nvPicPr>
        <p:blipFill>
          <a:blip r:embed="rId34"/>
          <a:srcRect/>
          <a:stretch>
            <a:fillRect/>
          </a:stretch>
        </p:blipFill>
        <p:spPr>
          <a:xfrm>
            <a:off x="362947" y="5783373"/>
            <a:ext cx="452216" cy="456868"/>
          </a:xfrm>
          <a:prstGeom prst="rect">
            <a:avLst/>
          </a:prstGeom>
        </p:spPr>
      </p:pic>
      <p:pic>
        <p:nvPicPr>
          <p:cNvPr id="475" name="图片 474"/>
          <p:cNvPicPr>
            <a:picLocks noChangeAspect="1"/>
          </p:cNvPicPr>
          <p:nvPr/>
        </p:nvPicPr>
        <p:blipFill>
          <a:blip r:embed="rId35"/>
          <a:srcRect/>
          <a:stretch>
            <a:fillRect/>
          </a:stretch>
        </p:blipFill>
        <p:spPr>
          <a:xfrm>
            <a:off x="841080" y="5783373"/>
            <a:ext cx="443577" cy="456868"/>
          </a:xfrm>
          <a:prstGeom prst="rect">
            <a:avLst/>
          </a:prstGeom>
        </p:spPr>
      </p:pic>
      <p:pic>
        <p:nvPicPr>
          <p:cNvPr id="476" name="图片 475"/>
          <p:cNvPicPr>
            <a:picLocks noChangeAspect="1"/>
          </p:cNvPicPr>
          <p:nvPr/>
        </p:nvPicPr>
        <p:blipFill>
          <a:blip r:embed="rId4"/>
          <a:srcRect/>
          <a:stretch>
            <a:fillRect/>
          </a:stretch>
        </p:blipFill>
        <p:spPr>
          <a:xfrm>
            <a:off x="3648740" y="7023395"/>
            <a:ext cx="921378" cy="499730"/>
          </a:xfrm>
          <a:prstGeom prst="rect">
            <a:avLst/>
          </a:prstGeom>
        </p:spPr>
      </p:pic>
      <p:pic>
        <p:nvPicPr>
          <p:cNvPr id="477" name="图片 476"/>
          <p:cNvPicPr>
            <a:picLocks noChangeAspect="1"/>
          </p:cNvPicPr>
          <p:nvPr/>
        </p:nvPicPr>
        <p:blipFill>
          <a:blip r:embed="rId36"/>
          <a:srcRect/>
          <a:stretch>
            <a:fillRect/>
          </a:stretch>
        </p:blipFill>
        <p:spPr>
          <a:xfrm>
            <a:off x="3648740" y="7548710"/>
            <a:ext cx="452216" cy="452216"/>
          </a:xfrm>
          <a:prstGeom prst="rect">
            <a:avLst/>
          </a:prstGeom>
        </p:spPr>
      </p:pic>
      <p:pic>
        <p:nvPicPr>
          <p:cNvPr id="478" name="图片 477"/>
          <p:cNvPicPr>
            <a:picLocks noChangeAspect="1"/>
          </p:cNvPicPr>
          <p:nvPr/>
        </p:nvPicPr>
        <p:blipFill>
          <a:blip r:embed="rId37"/>
          <a:srcRect/>
          <a:stretch>
            <a:fillRect/>
          </a:stretch>
        </p:blipFill>
        <p:spPr>
          <a:xfrm>
            <a:off x="4127205" y="7548710"/>
            <a:ext cx="443577" cy="452216"/>
          </a:xfrm>
          <a:prstGeom prst="rect">
            <a:avLst/>
          </a:prstGeom>
        </p:spPr>
      </p:pic>
      <p:sp>
        <p:nvSpPr>
          <p:cNvPr id="479" name="Editable bar or background 2503"/>
          <p:cNvSpPr>
            <a:spLocks noGrp="1"/>
          </p:cNvSpPr>
          <p:nvPr/>
        </p:nvSpPr>
        <p:spPr>
          <a:xfrm>
            <a:off x="2094060" y="6674182"/>
            <a:ext cx="728662" cy="0"/>
          </a:xfrm>
          <a:prstGeom prst="rect">
            <a:avLst/>
          </a:prstGeom>
          <a:noFill/>
          <a:ln w="11316">
            <a:solidFill>
              <a:srgbClr val="DEE6EA"/>
            </a:solidFill>
            <a:prstDash val="solid"/>
          </a:ln>
        </p:spPr>
      </p:sp>
      <p:sp>
        <p:nvSpPr>
          <p:cNvPr id="480" name="Editable bar or background 2516"/>
          <p:cNvSpPr>
            <a:spLocks noGrp="1"/>
          </p:cNvSpPr>
          <p:nvPr/>
        </p:nvSpPr>
        <p:spPr>
          <a:xfrm>
            <a:off x="3648407" y="6602745"/>
            <a:ext cx="923703" cy="0"/>
          </a:xfrm>
          <a:prstGeom prst="rect">
            <a:avLst/>
          </a:prstGeom>
          <a:noFill/>
          <a:ln w="22632">
            <a:solidFill>
              <a:srgbClr val="496A84"/>
            </a:solidFill>
            <a:prstDash val="solid"/>
          </a:ln>
        </p:spPr>
      </p:sp>
      <p:sp>
        <p:nvSpPr>
          <p:cNvPr id="481" name="Editable bar or background 2529"/>
          <p:cNvSpPr>
            <a:spLocks noGrp="1"/>
          </p:cNvSpPr>
          <p:nvPr/>
        </p:nvSpPr>
        <p:spPr>
          <a:xfrm>
            <a:off x="361950" y="7801898"/>
            <a:ext cx="923703" cy="0"/>
          </a:xfrm>
          <a:prstGeom prst="rect">
            <a:avLst/>
          </a:prstGeom>
          <a:noFill/>
          <a:ln w="22632">
            <a:solidFill>
              <a:srgbClr val="4F786F"/>
            </a:solidFill>
            <a:prstDash val="solid"/>
          </a:ln>
        </p:spPr>
      </p:sp>
      <p:sp>
        <p:nvSpPr>
          <p:cNvPr id="482" name="Editable bar or background 2542"/>
          <p:cNvSpPr>
            <a:spLocks noGrp="1"/>
          </p:cNvSpPr>
          <p:nvPr/>
        </p:nvSpPr>
        <p:spPr>
          <a:xfrm>
            <a:off x="361950" y="6602745"/>
            <a:ext cx="923703" cy="0"/>
          </a:xfrm>
          <a:prstGeom prst="rect">
            <a:avLst/>
          </a:prstGeom>
          <a:noFill/>
          <a:ln w="22632">
            <a:solidFill>
              <a:srgbClr val="896F55"/>
            </a:solidFill>
            <a:prstDash val="solid"/>
          </a:ln>
        </p:spPr>
      </p:sp>
      <p:sp>
        <p:nvSpPr>
          <p:cNvPr id="483" name="Editable bar or background 2555"/>
          <p:cNvSpPr>
            <a:spLocks noGrp="1"/>
          </p:cNvSpPr>
          <p:nvPr/>
        </p:nvSpPr>
        <p:spPr>
          <a:xfrm>
            <a:off x="3648407" y="7801898"/>
            <a:ext cx="923703" cy="0"/>
          </a:xfrm>
          <a:prstGeom prst="rect">
            <a:avLst/>
          </a:prstGeom>
          <a:noFill/>
          <a:ln w="22632">
            <a:solidFill>
              <a:srgbClr val="746F83"/>
            </a:solidFill>
            <a:prstDash val="solid"/>
          </a:ln>
        </p:spPr>
      </p:sp>
      <p:sp>
        <p:nvSpPr>
          <p:cNvPr id="484" name="Editable text: 52.0%"/>
          <p:cNvSpPr>
            <a:spLocks noGrp="1"/>
          </p:cNvSpPr>
          <p:nvPr/>
        </p:nvSpPr>
        <p:spPr>
          <a:xfrm rot="16419221">
            <a:off x="3272945" y="6639626"/>
            <a:ext cx="398721" cy="172115"/>
          </a:xfrm>
          <a:prstGeom prst="rect">
            <a:avLst/>
          </a:prstGeom>
          <a:noFill/>
          <a:ln w="0">
            <a:noFill/>
          </a:ln>
        </p:spPr>
        <p:txBody>
          <a:bodyPr wrap="none" lIns="0" tIns="0" rIns="0" bIns="0" anchor="ctr">
            <a:noAutofit/>
          </a:bodyPr>
          <a:lstStyle>
            <a:defPPr algn="l">
              <a:defRPr sz="1065" b="1">
                <a:solidFill>
                  <a:srgbClr val="142735"/>
                </a:solidFill>
                <a:latin typeface="Arial" panose="020B0604020202090204"/>
                <a:ea typeface="Arial" panose="020B0604020202090204"/>
                <a:cs typeface="Arial" panose="020B0604020202090204"/>
              </a:defRPr>
            </a:defPPr>
            <a:lvl1pPr algn="l">
              <a:buNone/>
              <a:defRPr sz="1065" b="1">
                <a:solidFill>
                  <a:srgbClr val="142735"/>
                </a:solidFill>
                <a:latin typeface="Arial" panose="020B0604020202090204"/>
                <a:ea typeface="Arial" panose="020B0604020202090204"/>
                <a:cs typeface="Arial" panose="020B0604020202090204"/>
              </a:defRPr>
            </a:lvl1pPr>
            <a:lvl2pPr algn="l">
              <a:buNone/>
              <a:defRPr sz="1065" b="1">
                <a:solidFill>
                  <a:srgbClr val="142735"/>
                </a:solidFill>
                <a:latin typeface="Arial" panose="020B0604020202090204"/>
                <a:ea typeface="Arial" panose="020B0604020202090204"/>
                <a:cs typeface="Arial" panose="020B0604020202090204"/>
              </a:defRPr>
            </a:lvl2pPr>
            <a:lvl3pPr algn="l">
              <a:buNone/>
              <a:defRPr sz="1065" b="1">
                <a:solidFill>
                  <a:srgbClr val="142735"/>
                </a:solidFill>
                <a:latin typeface="Arial" panose="020B0604020202090204"/>
                <a:ea typeface="Arial" panose="020B0604020202090204"/>
                <a:cs typeface="Arial" panose="020B0604020202090204"/>
              </a:defRPr>
            </a:lvl3pPr>
            <a:lvl4pPr algn="l">
              <a:buNone/>
              <a:defRPr sz="1065" b="1">
                <a:solidFill>
                  <a:srgbClr val="142735"/>
                </a:solidFill>
                <a:latin typeface="Arial" panose="020B0604020202090204"/>
                <a:ea typeface="Arial" panose="020B0604020202090204"/>
                <a:cs typeface="Arial" panose="020B0604020202090204"/>
              </a:defRPr>
            </a:lvl4pPr>
            <a:lvl5pPr algn="l">
              <a:buNone/>
              <a:defRPr sz="1065" b="1">
                <a:solidFill>
                  <a:srgbClr val="142735"/>
                </a:solidFill>
                <a:latin typeface="Arial" panose="020B0604020202090204"/>
                <a:ea typeface="Arial" panose="020B0604020202090204"/>
                <a:cs typeface="Arial" panose="020B0604020202090204"/>
              </a:defRPr>
            </a:lvl5pPr>
            <a:lvl6pPr algn="l">
              <a:buNone/>
              <a:defRPr sz="1065" b="1">
                <a:solidFill>
                  <a:srgbClr val="142735"/>
                </a:solidFill>
                <a:latin typeface="Arial" panose="020B0604020202090204"/>
                <a:ea typeface="Arial" panose="020B0604020202090204"/>
                <a:cs typeface="Arial" panose="020B0604020202090204"/>
              </a:defRPr>
            </a:lvl6pPr>
            <a:lvl7pPr algn="l">
              <a:buNone/>
              <a:defRPr sz="1065" b="1">
                <a:solidFill>
                  <a:srgbClr val="142735"/>
                </a:solidFill>
                <a:latin typeface="Arial" panose="020B0604020202090204"/>
                <a:ea typeface="Arial" panose="020B0604020202090204"/>
                <a:cs typeface="Arial" panose="020B0604020202090204"/>
              </a:defRPr>
            </a:lvl7pPr>
            <a:lvl8pPr algn="l">
              <a:buNone/>
              <a:defRPr sz="1065" b="1">
                <a:solidFill>
                  <a:srgbClr val="142735"/>
                </a:solidFill>
                <a:latin typeface="Arial" panose="020B0604020202090204"/>
                <a:ea typeface="Arial" panose="020B0604020202090204"/>
                <a:cs typeface="Arial" panose="020B0604020202090204"/>
              </a:defRPr>
            </a:lvl8pPr>
            <a:lvl9pPr algn="l">
              <a:buNone/>
              <a:defRPr sz="1065" b="1">
                <a:solidFill>
                  <a:srgbClr val="142735"/>
                </a:solidFill>
                <a:latin typeface="Arial" panose="020B0604020202090204"/>
                <a:ea typeface="Arial" panose="020B0604020202090204"/>
                <a:cs typeface="Arial" panose="020B0604020202090204"/>
              </a:defRPr>
            </a:lvl9pPr>
          </a:lstStyle>
          <a:p>
            <a:pPr algn="l">
              <a:buNone/>
              <a:defRPr sz="1065" b="1">
                <a:solidFill>
                  <a:srgbClr val="142735"/>
                </a:solidFill>
                <a:latin typeface="Arial" panose="020B0604020202090204"/>
                <a:ea typeface="Arial" panose="020B0604020202090204"/>
                <a:cs typeface="Arial" panose="020B0604020202090204"/>
              </a:defRPr>
            </a:pPr>
            <a:r>
              <a:rPr sz="1065" b="1">
                <a:solidFill>
                  <a:srgbClr val="142735"/>
                </a:solidFill>
                <a:latin typeface="Arial" panose="020B0604020202090204"/>
                <a:ea typeface="Arial" panose="020B0604020202090204"/>
                <a:cs typeface="Arial" panose="020B0604020202090204"/>
              </a:rPr>
              <a:t>52.0%</a:t>
            </a:r>
            <a:endParaRPr sz="1065" b="1">
              <a:solidFill>
                <a:srgbClr val="142735"/>
              </a:solidFill>
              <a:latin typeface="Arial" panose="020B0604020202090204"/>
              <a:ea typeface="Arial" panose="020B0604020202090204"/>
              <a:cs typeface="Arial" panose="020B0604020202090204"/>
            </a:endParaRPr>
          </a:p>
        </p:txBody>
      </p:sp>
      <p:sp>
        <p:nvSpPr>
          <p:cNvPr id="485" name="Editable text: 33.2%"/>
          <p:cNvSpPr>
            <a:spLocks noGrp="1"/>
          </p:cNvSpPr>
          <p:nvPr/>
        </p:nvSpPr>
        <p:spPr>
          <a:xfrm rot="4018827">
            <a:off x="1325526" y="6980201"/>
            <a:ext cx="398721" cy="172115"/>
          </a:xfrm>
          <a:prstGeom prst="rect">
            <a:avLst/>
          </a:prstGeom>
          <a:noFill/>
          <a:ln w="0">
            <a:noFill/>
          </a:ln>
        </p:spPr>
        <p:txBody>
          <a:bodyPr wrap="none" lIns="0" tIns="0" rIns="0" bIns="0" anchor="ctr">
            <a:noAutofit/>
          </a:bodyPr>
          <a:lstStyle>
            <a:defPPr algn="l">
              <a:defRPr sz="1065" b="1">
                <a:solidFill>
                  <a:srgbClr val="142735"/>
                </a:solidFill>
                <a:latin typeface="Arial" panose="020B0604020202090204"/>
                <a:ea typeface="Arial" panose="020B0604020202090204"/>
                <a:cs typeface="Arial" panose="020B0604020202090204"/>
              </a:defRPr>
            </a:defPPr>
            <a:lvl1pPr algn="l">
              <a:buNone/>
              <a:defRPr sz="1065" b="1">
                <a:solidFill>
                  <a:srgbClr val="142735"/>
                </a:solidFill>
                <a:latin typeface="Arial" panose="020B0604020202090204"/>
                <a:ea typeface="Arial" panose="020B0604020202090204"/>
                <a:cs typeface="Arial" panose="020B0604020202090204"/>
              </a:defRPr>
            </a:lvl1pPr>
            <a:lvl2pPr algn="l">
              <a:buNone/>
              <a:defRPr sz="1065" b="1">
                <a:solidFill>
                  <a:srgbClr val="142735"/>
                </a:solidFill>
                <a:latin typeface="Arial" panose="020B0604020202090204"/>
                <a:ea typeface="Arial" panose="020B0604020202090204"/>
                <a:cs typeface="Arial" panose="020B0604020202090204"/>
              </a:defRPr>
            </a:lvl2pPr>
            <a:lvl3pPr algn="l">
              <a:buNone/>
              <a:defRPr sz="1065" b="1">
                <a:solidFill>
                  <a:srgbClr val="142735"/>
                </a:solidFill>
                <a:latin typeface="Arial" panose="020B0604020202090204"/>
                <a:ea typeface="Arial" panose="020B0604020202090204"/>
                <a:cs typeface="Arial" panose="020B0604020202090204"/>
              </a:defRPr>
            </a:lvl3pPr>
            <a:lvl4pPr algn="l">
              <a:buNone/>
              <a:defRPr sz="1065" b="1">
                <a:solidFill>
                  <a:srgbClr val="142735"/>
                </a:solidFill>
                <a:latin typeface="Arial" panose="020B0604020202090204"/>
                <a:ea typeface="Arial" panose="020B0604020202090204"/>
                <a:cs typeface="Arial" panose="020B0604020202090204"/>
              </a:defRPr>
            </a:lvl4pPr>
            <a:lvl5pPr algn="l">
              <a:buNone/>
              <a:defRPr sz="1065" b="1">
                <a:solidFill>
                  <a:srgbClr val="142735"/>
                </a:solidFill>
                <a:latin typeface="Arial" panose="020B0604020202090204"/>
                <a:ea typeface="Arial" panose="020B0604020202090204"/>
                <a:cs typeface="Arial" panose="020B0604020202090204"/>
              </a:defRPr>
            </a:lvl5pPr>
            <a:lvl6pPr algn="l">
              <a:buNone/>
              <a:defRPr sz="1065" b="1">
                <a:solidFill>
                  <a:srgbClr val="142735"/>
                </a:solidFill>
                <a:latin typeface="Arial" panose="020B0604020202090204"/>
                <a:ea typeface="Arial" panose="020B0604020202090204"/>
                <a:cs typeface="Arial" panose="020B0604020202090204"/>
              </a:defRPr>
            </a:lvl6pPr>
            <a:lvl7pPr algn="l">
              <a:buNone/>
              <a:defRPr sz="1065" b="1">
                <a:solidFill>
                  <a:srgbClr val="142735"/>
                </a:solidFill>
                <a:latin typeface="Arial" panose="020B0604020202090204"/>
                <a:ea typeface="Arial" panose="020B0604020202090204"/>
                <a:cs typeface="Arial" panose="020B0604020202090204"/>
              </a:defRPr>
            </a:lvl7pPr>
            <a:lvl8pPr algn="l">
              <a:buNone/>
              <a:defRPr sz="1065" b="1">
                <a:solidFill>
                  <a:srgbClr val="142735"/>
                </a:solidFill>
                <a:latin typeface="Arial" panose="020B0604020202090204"/>
                <a:ea typeface="Arial" panose="020B0604020202090204"/>
                <a:cs typeface="Arial" panose="020B0604020202090204"/>
              </a:defRPr>
            </a:lvl8pPr>
            <a:lvl9pPr algn="l">
              <a:buNone/>
              <a:defRPr sz="1065" b="1">
                <a:solidFill>
                  <a:srgbClr val="142735"/>
                </a:solidFill>
                <a:latin typeface="Arial" panose="020B0604020202090204"/>
                <a:ea typeface="Arial" panose="020B0604020202090204"/>
                <a:cs typeface="Arial" panose="020B0604020202090204"/>
              </a:defRPr>
            </a:lvl9pPr>
          </a:lstStyle>
          <a:p>
            <a:pPr algn="l">
              <a:buNone/>
              <a:defRPr sz="1065" b="1">
                <a:solidFill>
                  <a:srgbClr val="142735"/>
                </a:solidFill>
                <a:latin typeface="Arial" panose="020B0604020202090204"/>
                <a:ea typeface="Arial" panose="020B0604020202090204"/>
                <a:cs typeface="Arial" panose="020B0604020202090204"/>
              </a:defRPr>
            </a:pPr>
            <a:r>
              <a:rPr sz="1065" b="1">
                <a:solidFill>
                  <a:srgbClr val="142735"/>
                </a:solidFill>
                <a:latin typeface="Arial" panose="020B0604020202090204"/>
                <a:ea typeface="Arial" panose="020B0604020202090204"/>
                <a:cs typeface="Arial" panose="020B0604020202090204"/>
              </a:rPr>
              <a:t>33.2%</a:t>
            </a:r>
            <a:endParaRPr sz="1065" b="1">
              <a:solidFill>
                <a:srgbClr val="142735"/>
              </a:solidFill>
              <a:latin typeface="Arial" panose="020B0604020202090204"/>
              <a:ea typeface="Arial" panose="020B0604020202090204"/>
              <a:cs typeface="Arial" panose="020B0604020202090204"/>
            </a:endParaRPr>
          </a:p>
        </p:txBody>
      </p:sp>
      <p:sp>
        <p:nvSpPr>
          <p:cNvPr id="486" name="Editable text: 9.0%"/>
          <p:cNvSpPr>
            <a:spLocks noGrp="1"/>
          </p:cNvSpPr>
          <p:nvPr/>
        </p:nvSpPr>
        <p:spPr>
          <a:xfrm rot="19376451">
            <a:off x="1670419" y="5742837"/>
            <a:ext cx="321967" cy="172115"/>
          </a:xfrm>
          <a:prstGeom prst="rect">
            <a:avLst/>
          </a:prstGeom>
          <a:noFill/>
          <a:ln w="0">
            <a:noFill/>
          </a:ln>
        </p:spPr>
        <p:txBody>
          <a:bodyPr wrap="none" lIns="0" tIns="0" rIns="0" bIns="0" anchor="ctr">
            <a:noAutofit/>
          </a:bodyPr>
          <a:lstStyle>
            <a:defPPr algn="l">
              <a:defRPr sz="1065" b="1">
                <a:solidFill>
                  <a:srgbClr val="142735"/>
                </a:solidFill>
                <a:latin typeface="Arial" panose="020B0604020202090204"/>
                <a:ea typeface="Arial" panose="020B0604020202090204"/>
                <a:cs typeface="Arial" panose="020B0604020202090204"/>
              </a:defRPr>
            </a:defPPr>
            <a:lvl1pPr algn="l">
              <a:buNone/>
              <a:defRPr sz="1065" b="1">
                <a:solidFill>
                  <a:srgbClr val="142735"/>
                </a:solidFill>
                <a:latin typeface="Arial" panose="020B0604020202090204"/>
                <a:ea typeface="Arial" panose="020B0604020202090204"/>
                <a:cs typeface="Arial" panose="020B0604020202090204"/>
              </a:defRPr>
            </a:lvl1pPr>
            <a:lvl2pPr algn="l">
              <a:buNone/>
              <a:defRPr sz="1065" b="1">
                <a:solidFill>
                  <a:srgbClr val="142735"/>
                </a:solidFill>
                <a:latin typeface="Arial" panose="020B0604020202090204"/>
                <a:ea typeface="Arial" panose="020B0604020202090204"/>
                <a:cs typeface="Arial" panose="020B0604020202090204"/>
              </a:defRPr>
            </a:lvl2pPr>
            <a:lvl3pPr algn="l">
              <a:buNone/>
              <a:defRPr sz="1065" b="1">
                <a:solidFill>
                  <a:srgbClr val="142735"/>
                </a:solidFill>
                <a:latin typeface="Arial" panose="020B0604020202090204"/>
                <a:ea typeface="Arial" panose="020B0604020202090204"/>
                <a:cs typeface="Arial" panose="020B0604020202090204"/>
              </a:defRPr>
            </a:lvl3pPr>
            <a:lvl4pPr algn="l">
              <a:buNone/>
              <a:defRPr sz="1065" b="1">
                <a:solidFill>
                  <a:srgbClr val="142735"/>
                </a:solidFill>
                <a:latin typeface="Arial" panose="020B0604020202090204"/>
                <a:ea typeface="Arial" panose="020B0604020202090204"/>
                <a:cs typeface="Arial" panose="020B0604020202090204"/>
              </a:defRPr>
            </a:lvl4pPr>
            <a:lvl5pPr algn="l">
              <a:buNone/>
              <a:defRPr sz="1065" b="1">
                <a:solidFill>
                  <a:srgbClr val="142735"/>
                </a:solidFill>
                <a:latin typeface="Arial" panose="020B0604020202090204"/>
                <a:ea typeface="Arial" panose="020B0604020202090204"/>
                <a:cs typeface="Arial" panose="020B0604020202090204"/>
              </a:defRPr>
            </a:lvl5pPr>
            <a:lvl6pPr algn="l">
              <a:buNone/>
              <a:defRPr sz="1065" b="1">
                <a:solidFill>
                  <a:srgbClr val="142735"/>
                </a:solidFill>
                <a:latin typeface="Arial" panose="020B0604020202090204"/>
                <a:ea typeface="Arial" panose="020B0604020202090204"/>
                <a:cs typeface="Arial" panose="020B0604020202090204"/>
              </a:defRPr>
            </a:lvl6pPr>
            <a:lvl7pPr algn="l">
              <a:buNone/>
              <a:defRPr sz="1065" b="1">
                <a:solidFill>
                  <a:srgbClr val="142735"/>
                </a:solidFill>
                <a:latin typeface="Arial" panose="020B0604020202090204"/>
                <a:ea typeface="Arial" panose="020B0604020202090204"/>
                <a:cs typeface="Arial" panose="020B0604020202090204"/>
              </a:defRPr>
            </a:lvl7pPr>
            <a:lvl8pPr algn="l">
              <a:buNone/>
              <a:defRPr sz="1065" b="1">
                <a:solidFill>
                  <a:srgbClr val="142735"/>
                </a:solidFill>
                <a:latin typeface="Arial" panose="020B0604020202090204"/>
                <a:ea typeface="Arial" panose="020B0604020202090204"/>
                <a:cs typeface="Arial" panose="020B0604020202090204"/>
              </a:defRPr>
            </a:lvl8pPr>
            <a:lvl9pPr algn="l">
              <a:buNone/>
              <a:defRPr sz="1065" b="1">
                <a:solidFill>
                  <a:srgbClr val="142735"/>
                </a:solidFill>
                <a:latin typeface="Arial" panose="020B0604020202090204"/>
                <a:ea typeface="Arial" panose="020B0604020202090204"/>
                <a:cs typeface="Arial" panose="020B0604020202090204"/>
              </a:defRPr>
            </a:lvl9pPr>
          </a:lstStyle>
          <a:p>
            <a:pPr algn="l">
              <a:buNone/>
              <a:defRPr sz="1065" b="1">
                <a:solidFill>
                  <a:srgbClr val="142735"/>
                </a:solidFill>
                <a:latin typeface="Arial" panose="020B0604020202090204"/>
                <a:ea typeface="Arial" panose="020B0604020202090204"/>
                <a:cs typeface="Arial" panose="020B0604020202090204"/>
              </a:defRPr>
            </a:pPr>
            <a:r>
              <a:rPr sz="1065" b="1">
                <a:solidFill>
                  <a:srgbClr val="142735"/>
                </a:solidFill>
                <a:latin typeface="Arial" panose="020B0604020202090204"/>
                <a:ea typeface="Arial" panose="020B0604020202090204"/>
                <a:cs typeface="Arial" panose="020B0604020202090204"/>
              </a:rPr>
              <a:t>9.0%</a:t>
            </a:r>
            <a:endParaRPr sz="1065" b="1">
              <a:solidFill>
                <a:srgbClr val="142735"/>
              </a:solidFill>
              <a:latin typeface="Arial" panose="020B0604020202090204"/>
              <a:ea typeface="Arial" panose="020B0604020202090204"/>
              <a:cs typeface="Arial" panose="020B0604020202090204"/>
            </a:endParaRPr>
          </a:p>
        </p:txBody>
      </p:sp>
      <p:sp>
        <p:nvSpPr>
          <p:cNvPr id="487" name="Editable text: 5.8%"/>
          <p:cNvSpPr>
            <a:spLocks noGrp="1"/>
          </p:cNvSpPr>
          <p:nvPr/>
        </p:nvSpPr>
        <p:spPr>
          <a:xfrm rot="20976845">
            <a:off x="2112999" y="5550454"/>
            <a:ext cx="321967" cy="172115"/>
          </a:xfrm>
          <a:prstGeom prst="rect">
            <a:avLst/>
          </a:prstGeom>
          <a:noFill/>
          <a:ln w="0">
            <a:noFill/>
          </a:ln>
        </p:spPr>
        <p:txBody>
          <a:bodyPr wrap="none" lIns="0" tIns="0" rIns="0" bIns="0" anchor="ctr">
            <a:noAutofit/>
          </a:bodyPr>
          <a:lstStyle>
            <a:defPPr algn="l">
              <a:defRPr sz="1065" b="1">
                <a:solidFill>
                  <a:srgbClr val="142735"/>
                </a:solidFill>
                <a:latin typeface="Arial" panose="020B0604020202090204"/>
                <a:ea typeface="Arial" panose="020B0604020202090204"/>
                <a:cs typeface="Arial" panose="020B0604020202090204"/>
              </a:defRPr>
            </a:defPPr>
            <a:lvl1pPr algn="l">
              <a:buNone/>
              <a:defRPr sz="1065" b="1">
                <a:solidFill>
                  <a:srgbClr val="142735"/>
                </a:solidFill>
                <a:latin typeface="Arial" panose="020B0604020202090204"/>
                <a:ea typeface="Arial" panose="020B0604020202090204"/>
                <a:cs typeface="Arial" panose="020B0604020202090204"/>
              </a:defRPr>
            </a:lvl1pPr>
            <a:lvl2pPr algn="l">
              <a:buNone/>
              <a:defRPr sz="1065" b="1">
                <a:solidFill>
                  <a:srgbClr val="142735"/>
                </a:solidFill>
                <a:latin typeface="Arial" panose="020B0604020202090204"/>
                <a:ea typeface="Arial" panose="020B0604020202090204"/>
                <a:cs typeface="Arial" panose="020B0604020202090204"/>
              </a:defRPr>
            </a:lvl2pPr>
            <a:lvl3pPr algn="l">
              <a:buNone/>
              <a:defRPr sz="1065" b="1">
                <a:solidFill>
                  <a:srgbClr val="142735"/>
                </a:solidFill>
                <a:latin typeface="Arial" panose="020B0604020202090204"/>
                <a:ea typeface="Arial" panose="020B0604020202090204"/>
                <a:cs typeface="Arial" panose="020B0604020202090204"/>
              </a:defRPr>
            </a:lvl3pPr>
            <a:lvl4pPr algn="l">
              <a:buNone/>
              <a:defRPr sz="1065" b="1">
                <a:solidFill>
                  <a:srgbClr val="142735"/>
                </a:solidFill>
                <a:latin typeface="Arial" panose="020B0604020202090204"/>
                <a:ea typeface="Arial" panose="020B0604020202090204"/>
                <a:cs typeface="Arial" panose="020B0604020202090204"/>
              </a:defRPr>
            </a:lvl4pPr>
            <a:lvl5pPr algn="l">
              <a:buNone/>
              <a:defRPr sz="1065" b="1">
                <a:solidFill>
                  <a:srgbClr val="142735"/>
                </a:solidFill>
                <a:latin typeface="Arial" panose="020B0604020202090204"/>
                <a:ea typeface="Arial" panose="020B0604020202090204"/>
                <a:cs typeface="Arial" panose="020B0604020202090204"/>
              </a:defRPr>
            </a:lvl5pPr>
            <a:lvl6pPr algn="l">
              <a:buNone/>
              <a:defRPr sz="1065" b="1">
                <a:solidFill>
                  <a:srgbClr val="142735"/>
                </a:solidFill>
                <a:latin typeface="Arial" panose="020B0604020202090204"/>
                <a:ea typeface="Arial" panose="020B0604020202090204"/>
                <a:cs typeface="Arial" panose="020B0604020202090204"/>
              </a:defRPr>
            </a:lvl6pPr>
            <a:lvl7pPr algn="l">
              <a:buNone/>
              <a:defRPr sz="1065" b="1">
                <a:solidFill>
                  <a:srgbClr val="142735"/>
                </a:solidFill>
                <a:latin typeface="Arial" panose="020B0604020202090204"/>
                <a:ea typeface="Arial" panose="020B0604020202090204"/>
                <a:cs typeface="Arial" panose="020B0604020202090204"/>
              </a:defRPr>
            </a:lvl7pPr>
            <a:lvl8pPr algn="l">
              <a:buNone/>
              <a:defRPr sz="1065" b="1">
                <a:solidFill>
                  <a:srgbClr val="142735"/>
                </a:solidFill>
                <a:latin typeface="Arial" panose="020B0604020202090204"/>
                <a:ea typeface="Arial" panose="020B0604020202090204"/>
                <a:cs typeface="Arial" panose="020B0604020202090204"/>
              </a:defRPr>
            </a:lvl8pPr>
            <a:lvl9pPr algn="l">
              <a:buNone/>
              <a:defRPr sz="1065" b="1">
                <a:solidFill>
                  <a:srgbClr val="142735"/>
                </a:solidFill>
                <a:latin typeface="Arial" panose="020B0604020202090204"/>
                <a:ea typeface="Arial" panose="020B0604020202090204"/>
                <a:cs typeface="Arial" panose="020B0604020202090204"/>
              </a:defRPr>
            </a:lvl9pPr>
          </a:lstStyle>
          <a:p>
            <a:pPr algn="l">
              <a:buNone/>
              <a:defRPr sz="1065" b="1">
                <a:solidFill>
                  <a:srgbClr val="142735"/>
                </a:solidFill>
                <a:latin typeface="Arial" panose="020B0604020202090204"/>
                <a:ea typeface="Arial" panose="020B0604020202090204"/>
                <a:cs typeface="Arial" panose="020B0604020202090204"/>
              </a:defRPr>
            </a:pPr>
            <a:r>
              <a:rPr sz="1065" b="1">
                <a:solidFill>
                  <a:srgbClr val="142735"/>
                </a:solidFill>
                <a:latin typeface="Arial" panose="020B0604020202090204"/>
                <a:ea typeface="Arial" panose="020B0604020202090204"/>
                <a:cs typeface="Arial" panose="020B0604020202090204"/>
              </a:rPr>
              <a:t>5.8%</a:t>
            </a:r>
            <a:endParaRPr sz="1065" b="1">
              <a:solidFill>
                <a:srgbClr val="142735"/>
              </a:solidFill>
              <a:latin typeface="Arial" panose="020B0604020202090204"/>
              <a:ea typeface="Arial" panose="020B0604020202090204"/>
              <a:cs typeface="Arial" panose="020B0604020202090204"/>
            </a:endParaRPr>
          </a:p>
        </p:txBody>
      </p:sp>
      <p:sp>
        <p:nvSpPr>
          <p:cNvPr id="488" name="Editable text: 145,179"/>
          <p:cNvSpPr>
            <a:spLocks noGrp="1"/>
          </p:cNvSpPr>
          <p:nvPr/>
        </p:nvSpPr>
        <p:spPr>
          <a:xfrm>
            <a:off x="1758581" y="6232045"/>
            <a:ext cx="1390650" cy="295275"/>
          </a:xfrm>
          <a:prstGeom prst="rect">
            <a:avLst/>
          </a:prstGeom>
          <a:noFill/>
          <a:ln w="0">
            <a:noFill/>
          </a:ln>
        </p:spPr>
        <p:txBody>
          <a:bodyPr wrap="none" lIns="0" tIns="0" rIns="0" bIns="0" anchor="ctr">
            <a:noAutofit/>
          </a:bodyPr>
          <a:lstStyle>
            <a:defPPr algn="l">
              <a:defRPr sz="1950" b="1">
                <a:solidFill>
                  <a:srgbClr val="2B3E4B"/>
                </a:solidFill>
                <a:latin typeface="Arial" panose="020B0604020202090204"/>
                <a:ea typeface="Arial" panose="020B0604020202090204"/>
                <a:cs typeface="Arial" panose="020B0604020202090204"/>
              </a:defRPr>
            </a:defPPr>
            <a:lvl1pPr algn="l">
              <a:buNone/>
              <a:defRPr sz="1950" b="1">
                <a:solidFill>
                  <a:srgbClr val="2B3E4B"/>
                </a:solidFill>
                <a:latin typeface="Arial" panose="020B0604020202090204"/>
                <a:ea typeface="Arial" panose="020B0604020202090204"/>
                <a:cs typeface="Arial" panose="020B0604020202090204"/>
              </a:defRPr>
            </a:lvl1pPr>
            <a:lvl2pPr algn="l">
              <a:buNone/>
              <a:defRPr sz="1950" b="1">
                <a:solidFill>
                  <a:srgbClr val="2B3E4B"/>
                </a:solidFill>
                <a:latin typeface="Arial" panose="020B0604020202090204"/>
                <a:ea typeface="Arial" panose="020B0604020202090204"/>
                <a:cs typeface="Arial" panose="020B0604020202090204"/>
              </a:defRPr>
            </a:lvl2pPr>
            <a:lvl3pPr algn="l">
              <a:buNone/>
              <a:defRPr sz="1950" b="1">
                <a:solidFill>
                  <a:srgbClr val="2B3E4B"/>
                </a:solidFill>
                <a:latin typeface="Arial" panose="020B0604020202090204"/>
                <a:ea typeface="Arial" panose="020B0604020202090204"/>
                <a:cs typeface="Arial" panose="020B0604020202090204"/>
              </a:defRPr>
            </a:lvl3pPr>
            <a:lvl4pPr algn="l">
              <a:buNone/>
              <a:defRPr sz="1950" b="1">
                <a:solidFill>
                  <a:srgbClr val="2B3E4B"/>
                </a:solidFill>
                <a:latin typeface="Arial" panose="020B0604020202090204"/>
                <a:ea typeface="Arial" panose="020B0604020202090204"/>
                <a:cs typeface="Arial" panose="020B0604020202090204"/>
              </a:defRPr>
            </a:lvl4pPr>
            <a:lvl5pPr algn="l">
              <a:buNone/>
              <a:defRPr sz="1950" b="1">
                <a:solidFill>
                  <a:srgbClr val="2B3E4B"/>
                </a:solidFill>
                <a:latin typeface="Arial" panose="020B0604020202090204"/>
                <a:ea typeface="Arial" panose="020B0604020202090204"/>
                <a:cs typeface="Arial" panose="020B0604020202090204"/>
              </a:defRPr>
            </a:lvl5pPr>
            <a:lvl6pPr algn="l">
              <a:buNone/>
              <a:defRPr sz="1950" b="1">
                <a:solidFill>
                  <a:srgbClr val="2B3E4B"/>
                </a:solidFill>
                <a:latin typeface="Arial" panose="020B0604020202090204"/>
                <a:ea typeface="Arial" panose="020B0604020202090204"/>
                <a:cs typeface="Arial" panose="020B0604020202090204"/>
              </a:defRPr>
            </a:lvl6pPr>
            <a:lvl7pPr algn="l">
              <a:buNone/>
              <a:defRPr sz="1950" b="1">
                <a:solidFill>
                  <a:srgbClr val="2B3E4B"/>
                </a:solidFill>
                <a:latin typeface="Arial" panose="020B0604020202090204"/>
                <a:ea typeface="Arial" panose="020B0604020202090204"/>
                <a:cs typeface="Arial" panose="020B0604020202090204"/>
              </a:defRPr>
            </a:lvl7pPr>
            <a:lvl8pPr algn="l">
              <a:buNone/>
              <a:defRPr sz="1950" b="1">
                <a:solidFill>
                  <a:srgbClr val="2B3E4B"/>
                </a:solidFill>
                <a:latin typeface="Arial" panose="020B0604020202090204"/>
                <a:ea typeface="Arial" panose="020B0604020202090204"/>
                <a:cs typeface="Arial" panose="020B0604020202090204"/>
              </a:defRPr>
            </a:lvl8pPr>
            <a:lvl9pPr algn="l">
              <a:buNone/>
              <a:defRPr sz="1950" b="1">
                <a:solidFill>
                  <a:srgbClr val="2B3E4B"/>
                </a:solidFill>
                <a:latin typeface="Arial" panose="020B0604020202090204"/>
                <a:ea typeface="Arial" panose="020B0604020202090204"/>
                <a:cs typeface="Arial" panose="020B0604020202090204"/>
              </a:defRPr>
            </a:lvl9pPr>
          </a:lstStyle>
          <a:p>
            <a:pPr algn="ctr">
              <a:buNone/>
              <a:defRPr sz="1950" b="1">
                <a:solidFill>
                  <a:srgbClr val="2B3E4B"/>
                </a:solidFill>
                <a:latin typeface="Arial" panose="020B0604020202090204"/>
                <a:ea typeface="Arial" panose="020B0604020202090204"/>
                <a:cs typeface="Arial" panose="020B0604020202090204"/>
              </a:defRPr>
            </a:pPr>
            <a:r>
              <a:rPr sz="1950" b="1">
                <a:solidFill>
                  <a:srgbClr val="2B3E4B"/>
                </a:solidFill>
                <a:latin typeface="Arial" panose="020B0604020202090204"/>
                <a:ea typeface="Arial" panose="020B0604020202090204"/>
                <a:cs typeface="Arial" panose="020B0604020202090204"/>
              </a:rPr>
              <a:t>145,179</a:t>
            </a:r>
            <a:endParaRPr sz="1950" b="1">
              <a:solidFill>
                <a:srgbClr val="2B3E4B"/>
              </a:solidFill>
              <a:latin typeface="Arial" panose="020B0604020202090204"/>
              <a:ea typeface="Arial" panose="020B0604020202090204"/>
              <a:cs typeface="Arial" panose="020B0604020202090204"/>
            </a:endParaRPr>
          </a:p>
        </p:txBody>
      </p:sp>
      <p:sp>
        <p:nvSpPr>
          <p:cNvPr id="491" name="Editable text: 858,915"/>
          <p:cNvSpPr>
            <a:spLocks noGrp="1"/>
          </p:cNvSpPr>
          <p:nvPr/>
        </p:nvSpPr>
        <p:spPr>
          <a:xfrm>
            <a:off x="1758581" y="6746395"/>
            <a:ext cx="1390650" cy="295275"/>
          </a:xfrm>
          <a:prstGeom prst="rect">
            <a:avLst/>
          </a:prstGeom>
          <a:noFill/>
          <a:ln w="0">
            <a:noFill/>
          </a:ln>
        </p:spPr>
        <p:txBody>
          <a:bodyPr wrap="none" lIns="0" tIns="0" rIns="0" bIns="0" anchor="ctr">
            <a:noAutofit/>
          </a:bodyPr>
          <a:lstStyle>
            <a:defPPr algn="l">
              <a:defRPr sz="1950" b="1">
                <a:solidFill>
                  <a:srgbClr val="2B3E4B"/>
                </a:solidFill>
                <a:latin typeface="Arial" panose="020B0604020202090204"/>
                <a:ea typeface="Arial" panose="020B0604020202090204"/>
                <a:cs typeface="Arial" panose="020B0604020202090204"/>
              </a:defRPr>
            </a:defPPr>
            <a:lvl1pPr algn="l">
              <a:buNone/>
              <a:defRPr sz="1950" b="1">
                <a:solidFill>
                  <a:srgbClr val="2B3E4B"/>
                </a:solidFill>
                <a:latin typeface="Arial" panose="020B0604020202090204"/>
                <a:ea typeface="Arial" panose="020B0604020202090204"/>
                <a:cs typeface="Arial" panose="020B0604020202090204"/>
              </a:defRPr>
            </a:lvl1pPr>
            <a:lvl2pPr algn="l">
              <a:buNone/>
              <a:defRPr sz="1950" b="1">
                <a:solidFill>
                  <a:srgbClr val="2B3E4B"/>
                </a:solidFill>
                <a:latin typeface="Arial" panose="020B0604020202090204"/>
                <a:ea typeface="Arial" panose="020B0604020202090204"/>
                <a:cs typeface="Arial" panose="020B0604020202090204"/>
              </a:defRPr>
            </a:lvl2pPr>
            <a:lvl3pPr algn="l">
              <a:buNone/>
              <a:defRPr sz="1950" b="1">
                <a:solidFill>
                  <a:srgbClr val="2B3E4B"/>
                </a:solidFill>
                <a:latin typeface="Arial" panose="020B0604020202090204"/>
                <a:ea typeface="Arial" panose="020B0604020202090204"/>
                <a:cs typeface="Arial" panose="020B0604020202090204"/>
              </a:defRPr>
            </a:lvl3pPr>
            <a:lvl4pPr algn="l">
              <a:buNone/>
              <a:defRPr sz="1950" b="1">
                <a:solidFill>
                  <a:srgbClr val="2B3E4B"/>
                </a:solidFill>
                <a:latin typeface="Arial" panose="020B0604020202090204"/>
                <a:ea typeface="Arial" panose="020B0604020202090204"/>
                <a:cs typeface="Arial" panose="020B0604020202090204"/>
              </a:defRPr>
            </a:lvl4pPr>
            <a:lvl5pPr algn="l">
              <a:buNone/>
              <a:defRPr sz="1950" b="1">
                <a:solidFill>
                  <a:srgbClr val="2B3E4B"/>
                </a:solidFill>
                <a:latin typeface="Arial" panose="020B0604020202090204"/>
                <a:ea typeface="Arial" panose="020B0604020202090204"/>
                <a:cs typeface="Arial" panose="020B0604020202090204"/>
              </a:defRPr>
            </a:lvl5pPr>
            <a:lvl6pPr algn="l">
              <a:buNone/>
              <a:defRPr sz="1950" b="1">
                <a:solidFill>
                  <a:srgbClr val="2B3E4B"/>
                </a:solidFill>
                <a:latin typeface="Arial" panose="020B0604020202090204"/>
                <a:ea typeface="Arial" panose="020B0604020202090204"/>
                <a:cs typeface="Arial" panose="020B0604020202090204"/>
              </a:defRPr>
            </a:lvl6pPr>
            <a:lvl7pPr algn="l">
              <a:buNone/>
              <a:defRPr sz="1950" b="1">
                <a:solidFill>
                  <a:srgbClr val="2B3E4B"/>
                </a:solidFill>
                <a:latin typeface="Arial" panose="020B0604020202090204"/>
                <a:ea typeface="Arial" panose="020B0604020202090204"/>
                <a:cs typeface="Arial" panose="020B0604020202090204"/>
              </a:defRPr>
            </a:lvl7pPr>
            <a:lvl8pPr algn="l">
              <a:buNone/>
              <a:defRPr sz="1950" b="1">
                <a:solidFill>
                  <a:srgbClr val="2B3E4B"/>
                </a:solidFill>
                <a:latin typeface="Arial" panose="020B0604020202090204"/>
                <a:ea typeface="Arial" panose="020B0604020202090204"/>
                <a:cs typeface="Arial" panose="020B0604020202090204"/>
              </a:defRPr>
            </a:lvl8pPr>
            <a:lvl9pPr algn="l">
              <a:buNone/>
              <a:defRPr sz="1950" b="1">
                <a:solidFill>
                  <a:srgbClr val="2B3E4B"/>
                </a:solidFill>
                <a:latin typeface="Arial" panose="020B0604020202090204"/>
                <a:ea typeface="Arial" panose="020B0604020202090204"/>
                <a:cs typeface="Arial" panose="020B0604020202090204"/>
              </a:defRPr>
            </a:lvl9pPr>
          </a:lstStyle>
          <a:p>
            <a:pPr algn="ctr">
              <a:buNone/>
              <a:defRPr sz="1950" b="1">
                <a:solidFill>
                  <a:srgbClr val="2B3E4B"/>
                </a:solidFill>
                <a:latin typeface="Arial" panose="020B0604020202090204"/>
                <a:ea typeface="Arial" panose="020B0604020202090204"/>
                <a:cs typeface="Arial" panose="020B0604020202090204"/>
              </a:defRPr>
            </a:pPr>
            <a:r>
              <a:rPr sz="1950" b="1">
                <a:solidFill>
                  <a:srgbClr val="2B3E4B"/>
                </a:solidFill>
                <a:latin typeface="Arial" panose="020B0604020202090204"/>
                <a:ea typeface="Arial" panose="020B0604020202090204"/>
                <a:cs typeface="Arial" panose="020B0604020202090204"/>
              </a:rPr>
              <a:t>858,915</a:t>
            </a:r>
            <a:endParaRPr sz="1950" b="1">
              <a:solidFill>
                <a:srgbClr val="2B3E4B"/>
              </a:solidFill>
              <a:latin typeface="Arial" panose="020B0604020202090204"/>
              <a:ea typeface="Arial" panose="020B0604020202090204"/>
              <a:cs typeface="Arial" panose="020B0604020202090204"/>
            </a:endParaRPr>
          </a:p>
        </p:txBody>
      </p:sp>
      <p:sp>
        <p:nvSpPr>
          <p:cNvPr id="494" name="Editable text: DROID"/>
          <p:cNvSpPr>
            <a:spLocks noGrp="1"/>
          </p:cNvSpPr>
          <p:nvPr/>
        </p:nvSpPr>
        <p:spPr>
          <a:xfrm>
            <a:off x="3538427" y="5026025"/>
            <a:ext cx="1143000" cy="219075"/>
          </a:xfrm>
          <a:prstGeom prst="rect">
            <a:avLst/>
          </a:prstGeom>
          <a:noFill/>
          <a:ln w="0">
            <a:noFill/>
          </a:ln>
        </p:spPr>
        <p:txBody>
          <a:bodyPr wrap="none" lIns="0" tIns="0" rIns="0" bIns="0" anchor="ctr">
            <a:noAutofit/>
          </a:bodyPr>
          <a:lstStyle>
            <a:defPPr algn="l">
              <a:defRPr sz="1200" b="1">
                <a:solidFill>
                  <a:srgbClr val="496A84"/>
                </a:solidFill>
                <a:latin typeface="Arial" panose="020B0604020202090204"/>
                <a:ea typeface="Arial" panose="020B0604020202090204"/>
                <a:cs typeface="Arial" panose="020B0604020202090204"/>
              </a:defRPr>
            </a:defPPr>
            <a:lvl1pPr algn="l">
              <a:buNone/>
              <a:defRPr sz="1200" b="1">
                <a:solidFill>
                  <a:srgbClr val="496A84"/>
                </a:solidFill>
                <a:latin typeface="Arial" panose="020B0604020202090204"/>
                <a:ea typeface="Arial" panose="020B0604020202090204"/>
                <a:cs typeface="Arial" panose="020B0604020202090204"/>
              </a:defRPr>
            </a:lvl1pPr>
            <a:lvl2pPr algn="l">
              <a:buNone/>
              <a:defRPr sz="1200" b="1">
                <a:solidFill>
                  <a:srgbClr val="496A84"/>
                </a:solidFill>
                <a:latin typeface="Arial" panose="020B0604020202090204"/>
                <a:ea typeface="Arial" panose="020B0604020202090204"/>
                <a:cs typeface="Arial" panose="020B0604020202090204"/>
              </a:defRPr>
            </a:lvl2pPr>
            <a:lvl3pPr algn="l">
              <a:buNone/>
              <a:defRPr sz="1200" b="1">
                <a:solidFill>
                  <a:srgbClr val="496A84"/>
                </a:solidFill>
                <a:latin typeface="Arial" panose="020B0604020202090204"/>
                <a:ea typeface="Arial" panose="020B0604020202090204"/>
                <a:cs typeface="Arial" panose="020B0604020202090204"/>
              </a:defRPr>
            </a:lvl3pPr>
            <a:lvl4pPr algn="l">
              <a:buNone/>
              <a:defRPr sz="1200" b="1">
                <a:solidFill>
                  <a:srgbClr val="496A84"/>
                </a:solidFill>
                <a:latin typeface="Arial" panose="020B0604020202090204"/>
                <a:ea typeface="Arial" panose="020B0604020202090204"/>
                <a:cs typeface="Arial" panose="020B0604020202090204"/>
              </a:defRPr>
            </a:lvl4pPr>
            <a:lvl5pPr algn="l">
              <a:buNone/>
              <a:defRPr sz="1200" b="1">
                <a:solidFill>
                  <a:srgbClr val="496A84"/>
                </a:solidFill>
                <a:latin typeface="Arial" panose="020B0604020202090204"/>
                <a:ea typeface="Arial" panose="020B0604020202090204"/>
                <a:cs typeface="Arial" panose="020B0604020202090204"/>
              </a:defRPr>
            </a:lvl5pPr>
            <a:lvl6pPr algn="l">
              <a:buNone/>
              <a:defRPr sz="1200" b="1">
                <a:solidFill>
                  <a:srgbClr val="496A84"/>
                </a:solidFill>
                <a:latin typeface="Arial" panose="020B0604020202090204"/>
                <a:ea typeface="Arial" panose="020B0604020202090204"/>
                <a:cs typeface="Arial" panose="020B0604020202090204"/>
              </a:defRPr>
            </a:lvl6pPr>
            <a:lvl7pPr algn="l">
              <a:buNone/>
              <a:defRPr sz="1200" b="1">
                <a:solidFill>
                  <a:srgbClr val="496A84"/>
                </a:solidFill>
                <a:latin typeface="Arial" panose="020B0604020202090204"/>
                <a:ea typeface="Arial" panose="020B0604020202090204"/>
                <a:cs typeface="Arial" panose="020B0604020202090204"/>
              </a:defRPr>
            </a:lvl7pPr>
            <a:lvl8pPr algn="l">
              <a:buNone/>
              <a:defRPr sz="1200" b="1">
                <a:solidFill>
                  <a:srgbClr val="496A84"/>
                </a:solidFill>
                <a:latin typeface="Arial" panose="020B0604020202090204"/>
                <a:ea typeface="Arial" panose="020B0604020202090204"/>
                <a:cs typeface="Arial" panose="020B0604020202090204"/>
              </a:defRPr>
            </a:lvl8pPr>
            <a:lvl9pPr algn="l">
              <a:buNone/>
              <a:defRPr sz="1200" b="1">
                <a:solidFill>
                  <a:srgbClr val="496A84"/>
                </a:solidFill>
                <a:latin typeface="Arial" panose="020B0604020202090204"/>
                <a:ea typeface="Arial" panose="020B0604020202090204"/>
                <a:cs typeface="Arial" panose="020B0604020202090204"/>
              </a:defRPr>
            </a:lvl9pPr>
          </a:lstStyle>
          <a:p>
            <a:pPr algn="ctr">
              <a:buNone/>
              <a:defRPr sz="1200" b="1">
                <a:solidFill>
                  <a:srgbClr val="496A84"/>
                </a:solidFill>
                <a:latin typeface="Arial" panose="020B0604020202090204"/>
                <a:ea typeface="Arial" panose="020B0604020202090204"/>
                <a:cs typeface="Arial" panose="020B0604020202090204"/>
              </a:defRPr>
            </a:pPr>
            <a:r>
              <a:rPr sz="1200" b="1">
                <a:solidFill>
                  <a:srgbClr val="496A84"/>
                </a:solidFill>
                <a:latin typeface="Arial" panose="020B0604020202090204"/>
                <a:ea typeface="Arial" panose="020B0604020202090204"/>
                <a:cs typeface="Arial" panose="020B0604020202090204"/>
              </a:rPr>
              <a:t>DROID</a:t>
            </a:r>
            <a:endParaRPr sz="1200" b="1">
              <a:solidFill>
                <a:srgbClr val="496A84"/>
              </a:solidFill>
              <a:latin typeface="Arial" panose="020B0604020202090204"/>
              <a:ea typeface="Arial" panose="020B0604020202090204"/>
              <a:cs typeface="Arial" panose="020B0604020202090204"/>
            </a:endParaRPr>
          </a:p>
        </p:txBody>
      </p:sp>
      <p:sp>
        <p:nvSpPr>
          <p:cNvPr id="495" name="Editable text: AgiBot-World"/>
          <p:cNvSpPr>
            <a:spLocks noGrp="1"/>
          </p:cNvSpPr>
          <p:nvPr/>
        </p:nvSpPr>
        <p:spPr>
          <a:xfrm>
            <a:off x="194819" y="8029501"/>
            <a:ext cx="1257300" cy="219075"/>
          </a:xfrm>
          <a:prstGeom prst="rect">
            <a:avLst/>
          </a:prstGeom>
          <a:noFill/>
          <a:ln w="0">
            <a:noFill/>
          </a:ln>
        </p:spPr>
        <p:txBody>
          <a:bodyPr wrap="none" lIns="0" tIns="0" rIns="0" bIns="0" anchor="ctr">
            <a:noAutofit/>
          </a:bodyPr>
          <a:lstStyle>
            <a:defPPr algn="l">
              <a:defRPr sz="1200" b="1">
                <a:solidFill>
                  <a:srgbClr val="4F786F"/>
                </a:solidFill>
                <a:latin typeface="Arial" panose="020B0604020202090204"/>
                <a:ea typeface="Arial" panose="020B0604020202090204"/>
                <a:cs typeface="Arial" panose="020B0604020202090204"/>
              </a:defRPr>
            </a:defPPr>
            <a:lvl1pPr algn="l">
              <a:buNone/>
              <a:defRPr sz="1200" b="1">
                <a:solidFill>
                  <a:srgbClr val="4F786F"/>
                </a:solidFill>
                <a:latin typeface="Arial" panose="020B0604020202090204"/>
                <a:ea typeface="Arial" panose="020B0604020202090204"/>
                <a:cs typeface="Arial" panose="020B0604020202090204"/>
              </a:defRPr>
            </a:lvl1pPr>
            <a:lvl2pPr algn="l">
              <a:buNone/>
              <a:defRPr sz="1200" b="1">
                <a:solidFill>
                  <a:srgbClr val="4F786F"/>
                </a:solidFill>
                <a:latin typeface="Arial" panose="020B0604020202090204"/>
                <a:ea typeface="Arial" panose="020B0604020202090204"/>
                <a:cs typeface="Arial" panose="020B0604020202090204"/>
              </a:defRPr>
            </a:lvl2pPr>
            <a:lvl3pPr algn="l">
              <a:buNone/>
              <a:defRPr sz="1200" b="1">
                <a:solidFill>
                  <a:srgbClr val="4F786F"/>
                </a:solidFill>
                <a:latin typeface="Arial" panose="020B0604020202090204"/>
                <a:ea typeface="Arial" panose="020B0604020202090204"/>
                <a:cs typeface="Arial" panose="020B0604020202090204"/>
              </a:defRPr>
            </a:lvl3pPr>
            <a:lvl4pPr algn="l">
              <a:buNone/>
              <a:defRPr sz="1200" b="1">
                <a:solidFill>
                  <a:srgbClr val="4F786F"/>
                </a:solidFill>
                <a:latin typeface="Arial" panose="020B0604020202090204"/>
                <a:ea typeface="Arial" panose="020B0604020202090204"/>
                <a:cs typeface="Arial" panose="020B0604020202090204"/>
              </a:defRPr>
            </a:lvl4pPr>
            <a:lvl5pPr algn="l">
              <a:buNone/>
              <a:defRPr sz="1200" b="1">
                <a:solidFill>
                  <a:srgbClr val="4F786F"/>
                </a:solidFill>
                <a:latin typeface="Arial" panose="020B0604020202090204"/>
                <a:ea typeface="Arial" panose="020B0604020202090204"/>
                <a:cs typeface="Arial" panose="020B0604020202090204"/>
              </a:defRPr>
            </a:lvl5pPr>
            <a:lvl6pPr algn="l">
              <a:buNone/>
              <a:defRPr sz="1200" b="1">
                <a:solidFill>
                  <a:srgbClr val="4F786F"/>
                </a:solidFill>
                <a:latin typeface="Arial" panose="020B0604020202090204"/>
                <a:ea typeface="Arial" panose="020B0604020202090204"/>
                <a:cs typeface="Arial" panose="020B0604020202090204"/>
              </a:defRPr>
            </a:lvl6pPr>
            <a:lvl7pPr algn="l">
              <a:buNone/>
              <a:defRPr sz="1200" b="1">
                <a:solidFill>
                  <a:srgbClr val="4F786F"/>
                </a:solidFill>
                <a:latin typeface="Arial" panose="020B0604020202090204"/>
                <a:ea typeface="Arial" panose="020B0604020202090204"/>
                <a:cs typeface="Arial" panose="020B0604020202090204"/>
              </a:defRPr>
            </a:lvl7pPr>
            <a:lvl8pPr algn="l">
              <a:buNone/>
              <a:defRPr sz="1200" b="1">
                <a:solidFill>
                  <a:srgbClr val="4F786F"/>
                </a:solidFill>
                <a:latin typeface="Arial" panose="020B0604020202090204"/>
                <a:ea typeface="Arial" panose="020B0604020202090204"/>
                <a:cs typeface="Arial" panose="020B0604020202090204"/>
              </a:defRPr>
            </a:lvl8pPr>
            <a:lvl9pPr algn="l">
              <a:buNone/>
              <a:defRPr sz="1200" b="1">
                <a:solidFill>
                  <a:srgbClr val="4F786F"/>
                </a:solidFill>
                <a:latin typeface="Arial" panose="020B0604020202090204"/>
                <a:ea typeface="Arial" panose="020B0604020202090204"/>
                <a:cs typeface="Arial" panose="020B0604020202090204"/>
              </a:defRPr>
            </a:lvl9pPr>
          </a:lstStyle>
          <a:p>
            <a:pPr algn="ctr">
              <a:buNone/>
              <a:defRPr sz="1200" b="1">
                <a:solidFill>
                  <a:srgbClr val="4F786F"/>
                </a:solidFill>
                <a:latin typeface="Arial" panose="020B0604020202090204"/>
                <a:ea typeface="Arial" panose="020B0604020202090204"/>
                <a:cs typeface="Arial" panose="020B0604020202090204"/>
              </a:defRPr>
            </a:pPr>
            <a:r>
              <a:rPr sz="1200" b="1">
                <a:solidFill>
                  <a:srgbClr val="4F786F"/>
                </a:solidFill>
                <a:latin typeface="Arial" panose="020B0604020202090204"/>
                <a:ea typeface="Arial" panose="020B0604020202090204"/>
                <a:cs typeface="Arial" panose="020B0604020202090204"/>
              </a:rPr>
              <a:t>AgiBot-World</a:t>
            </a:r>
            <a:endParaRPr sz="1200" b="1">
              <a:solidFill>
                <a:srgbClr val="4F786F"/>
              </a:solidFill>
              <a:latin typeface="Arial" panose="020B0604020202090204"/>
              <a:ea typeface="Arial" panose="020B0604020202090204"/>
              <a:cs typeface="Arial" panose="020B0604020202090204"/>
            </a:endParaRPr>
          </a:p>
        </p:txBody>
      </p:sp>
      <p:sp>
        <p:nvSpPr>
          <p:cNvPr id="496" name="Editable text: RH20T"/>
          <p:cNvSpPr>
            <a:spLocks noGrp="1"/>
          </p:cNvSpPr>
          <p:nvPr/>
        </p:nvSpPr>
        <p:spPr>
          <a:xfrm>
            <a:off x="251969" y="5026025"/>
            <a:ext cx="1143000" cy="219075"/>
          </a:xfrm>
          <a:prstGeom prst="rect">
            <a:avLst/>
          </a:prstGeom>
          <a:noFill/>
          <a:ln w="0">
            <a:noFill/>
          </a:ln>
        </p:spPr>
        <p:txBody>
          <a:bodyPr wrap="none" lIns="0" tIns="0" rIns="0" bIns="0" anchor="ctr">
            <a:noAutofit/>
          </a:bodyPr>
          <a:lstStyle>
            <a:defPPr algn="l">
              <a:defRPr sz="1200" b="1">
                <a:solidFill>
                  <a:srgbClr val="896F55"/>
                </a:solidFill>
                <a:latin typeface="Arial" panose="020B0604020202090204"/>
                <a:ea typeface="Arial" panose="020B0604020202090204"/>
                <a:cs typeface="Arial" panose="020B0604020202090204"/>
              </a:defRPr>
            </a:defPPr>
            <a:lvl1pPr algn="l">
              <a:buNone/>
              <a:defRPr sz="1200" b="1">
                <a:solidFill>
                  <a:srgbClr val="896F55"/>
                </a:solidFill>
                <a:latin typeface="Arial" panose="020B0604020202090204"/>
                <a:ea typeface="Arial" panose="020B0604020202090204"/>
                <a:cs typeface="Arial" panose="020B0604020202090204"/>
              </a:defRPr>
            </a:lvl1pPr>
            <a:lvl2pPr algn="l">
              <a:buNone/>
              <a:defRPr sz="1200" b="1">
                <a:solidFill>
                  <a:srgbClr val="896F55"/>
                </a:solidFill>
                <a:latin typeface="Arial" panose="020B0604020202090204"/>
                <a:ea typeface="Arial" panose="020B0604020202090204"/>
                <a:cs typeface="Arial" panose="020B0604020202090204"/>
              </a:defRPr>
            </a:lvl2pPr>
            <a:lvl3pPr algn="l">
              <a:buNone/>
              <a:defRPr sz="1200" b="1">
                <a:solidFill>
                  <a:srgbClr val="896F55"/>
                </a:solidFill>
                <a:latin typeface="Arial" panose="020B0604020202090204"/>
                <a:ea typeface="Arial" panose="020B0604020202090204"/>
                <a:cs typeface="Arial" panose="020B0604020202090204"/>
              </a:defRPr>
            </a:lvl3pPr>
            <a:lvl4pPr algn="l">
              <a:buNone/>
              <a:defRPr sz="1200" b="1">
                <a:solidFill>
                  <a:srgbClr val="896F55"/>
                </a:solidFill>
                <a:latin typeface="Arial" panose="020B0604020202090204"/>
                <a:ea typeface="Arial" panose="020B0604020202090204"/>
                <a:cs typeface="Arial" panose="020B0604020202090204"/>
              </a:defRPr>
            </a:lvl4pPr>
            <a:lvl5pPr algn="l">
              <a:buNone/>
              <a:defRPr sz="1200" b="1">
                <a:solidFill>
                  <a:srgbClr val="896F55"/>
                </a:solidFill>
                <a:latin typeface="Arial" panose="020B0604020202090204"/>
                <a:ea typeface="Arial" panose="020B0604020202090204"/>
                <a:cs typeface="Arial" panose="020B0604020202090204"/>
              </a:defRPr>
            </a:lvl5pPr>
            <a:lvl6pPr algn="l">
              <a:buNone/>
              <a:defRPr sz="1200" b="1">
                <a:solidFill>
                  <a:srgbClr val="896F55"/>
                </a:solidFill>
                <a:latin typeface="Arial" panose="020B0604020202090204"/>
                <a:ea typeface="Arial" panose="020B0604020202090204"/>
                <a:cs typeface="Arial" panose="020B0604020202090204"/>
              </a:defRPr>
            </a:lvl6pPr>
            <a:lvl7pPr algn="l">
              <a:buNone/>
              <a:defRPr sz="1200" b="1">
                <a:solidFill>
                  <a:srgbClr val="896F55"/>
                </a:solidFill>
                <a:latin typeface="Arial" panose="020B0604020202090204"/>
                <a:ea typeface="Arial" panose="020B0604020202090204"/>
                <a:cs typeface="Arial" panose="020B0604020202090204"/>
              </a:defRPr>
            </a:lvl7pPr>
            <a:lvl8pPr algn="l">
              <a:buNone/>
              <a:defRPr sz="1200" b="1">
                <a:solidFill>
                  <a:srgbClr val="896F55"/>
                </a:solidFill>
                <a:latin typeface="Arial" panose="020B0604020202090204"/>
                <a:ea typeface="Arial" panose="020B0604020202090204"/>
                <a:cs typeface="Arial" panose="020B0604020202090204"/>
              </a:defRPr>
            </a:lvl8pPr>
            <a:lvl9pPr algn="l">
              <a:buNone/>
              <a:defRPr sz="1200" b="1">
                <a:solidFill>
                  <a:srgbClr val="896F55"/>
                </a:solidFill>
                <a:latin typeface="Arial" panose="020B0604020202090204"/>
                <a:ea typeface="Arial" panose="020B0604020202090204"/>
                <a:cs typeface="Arial" panose="020B0604020202090204"/>
              </a:defRPr>
            </a:lvl9pPr>
          </a:lstStyle>
          <a:p>
            <a:pPr algn="ctr">
              <a:buNone/>
              <a:defRPr sz="1200" b="1">
                <a:solidFill>
                  <a:srgbClr val="896F55"/>
                </a:solidFill>
                <a:latin typeface="Arial" panose="020B0604020202090204"/>
                <a:ea typeface="Arial" panose="020B0604020202090204"/>
                <a:cs typeface="Arial" panose="020B0604020202090204"/>
              </a:defRPr>
            </a:pPr>
            <a:r>
              <a:rPr sz="1200" b="1">
                <a:solidFill>
                  <a:srgbClr val="896F55"/>
                </a:solidFill>
                <a:latin typeface="Arial" panose="020B0604020202090204"/>
                <a:ea typeface="Arial" panose="020B0604020202090204"/>
                <a:cs typeface="Arial" panose="020B0604020202090204"/>
              </a:rPr>
              <a:t>RH20T</a:t>
            </a:r>
            <a:endParaRPr sz="1200" b="1">
              <a:solidFill>
                <a:srgbClr val="896F55"/>
              </a:solidFill>
              <a:latin typeface="Arial" panose="020B0604020202090204"/>
              <a:ea typeface="Arial" panose="020B0604020202090204"/>
              <a:cs typeface="Arial" panose="020B0604020202090204"/>
            </a:endParaRPr>
          </a:p>
        </p:txBody>
      </p:sp>
      <p:sp>
        <p:nvSpPr>
          <p:cNvPr id="497" name="Editable text: MolmoAct"/>
          <p:cNvSpPr>
            <a:spLocks noGrp="1"/>
          </p:cNvSpPr>
          <p:nvPr/>
        </p:nvSpPr>
        <p:spPr>
          <a:xfrm>
            <a:off x="3481277" y="8029501"/>
            <a:ext cx="1257300" cy="219075"/>
          </a:xfrm>
          <a:prstGeom prst="rect">
            <a:avLst/>
          </a:prstGeom>
          <a:noFill/>
          <a:ln w="0">
            <a:noFill/>
          </a:ln>
        </p:spPr>
        <p:txBody>
          <a:bodyPr wrap="none" lIns="0" tIns="0" rIns="0" bIns="0" anchor="ctr">
            <a:noAutofit/>
          </a:bodyPr>
          <a:lstStyle>
            <a:defPPr algn="l">
              <a:defRPr sz="1200" b="1">
                <a:solidFill>
                  <a:srgbClr val="746F83"/>
                </a:solidFill>
                <a:latin typeface="Arial" panose="020B0604020202090204"/>
                <a:ea typeface="Arial" panose="020B0604020202090204"/>
                <a:cs typeface="Arial" panose="020B0604020202090204"/>
              </a:defRPr>
            </a:defPPr>
            <a:lvl1pPr algn="l">
              <a:buNone/>
              <a:defRPr sz="1200" b="1">
                <a:solidFill>
                  <a:srgbClr val="746F83"/>
                </a:solidFill>
                <a:latin typeface="Arial" panose="020B0604020202090204"/>
                <a:ea typeface="Arial" panose="020B0604020202090204"/>
                <a:cs typeface="Arial" panose="020B0604020202090204"/>
              </a:defRPr>
            </a:lvl1pPr>
            <a:lvl2pPr algn="l">
              <a:buNone/>
              <a:defRPr sz="1200" b="1">
                <a:solidFill>
                  <a:srgbClr val="746F83"/>
                </a:solidFill>
                <a:latin typeface="Arial" panose="020B0604020202090204"/>
                <a:ea typeface="Arial" panose="020B0604020202090204"/>
                <a:cs typeface="Arial" panose="020B0604020202090204"/>
              </a:defRPr>
            </a:lvl2pPr>
            <a:lvl3pPr algn="l">
              <a:buNone/>
              <a:defRPr sz="1200" b="1">
                <a:solidFill>
                  <a:srgbClr val="746F83"/>
                </a:solidFill>
                <a:latin typeface="Arial" panose="020B0604020202090204"/>
                <a:ea typeface="Arial" panose="020B0604020202090204"/>
                <a:cs typeface="Arial" panose="020B0604020202090204"/>
              </a:defRPr>
            </a:lvl3pPr>
            <a:lvl4pPr algn="l">
              <a:buNone/>
              <a:defRPr sz="1200" b="1">
                <a:solidFill>
                  <a:srgbClr val="746F83"/>
                </a:solidFill>
                <a:latin typeface="Arial" panose="020B0604020202090204"/>
                <a:ea typeface="Arial" panose="020B0604020202090204"/>
                <a:cs typeface="Arial" panose="020B0604020202090204"/>
              </a:defRPr>
            </a:lvl4pPr>
            <a:lvl5pPr algn="l">
              <a:buNone/>
              <a:defRPr sz="1200" b="1">
                <a:solidFill>
                  <a:srgbClr val="746F83"/>
                </a:solidFill>
                <a:latin typeface="Arial" panose="020B0604020202090204"/>
                <a:ea typeface="Arial" panose="020B0604020202090204"/>
                <a:cs typeface="Arial" panose="020B0604020202090204"/>
              </a:defRPr>
            </a:lvl5pPr>
            <a:lvl6pPr algn="l">
              <a:buNone/>
              <a:defRPr sz="1200" b="1">
                <a:solidFill>
                  <a:srgbClr val="746F83"/>
                </a:solidFill>
                <a:latin typeface="Arial" panose="020B0604020202090204"/>
                <a:ea typeface="Arial" panose="020B0604020202090204"/>
                <a:cs typeface="Arial" panose="020B0604020202090204"/>
              </a:defRPr>
            </a:lvl6pPr>
            <a:lvl7pPr algn="l">
              <a:buNone/>
              <a:defRPr sz="1200" b="1">
                <a:solidFill>
                  <a:srgbClr val="746F83"/>
                </a:solidFill>
                <a:latin typeface="Arial" panose="020B0604020202090204"/>
                <a:ea typeface="Arial" panose="020B0604020202090204"/>
                <a:cs typeface="Arial" panose="020B0604020202090204"/>
              </a:defRPr>
            </a:lvl7pPr>
            <a:lvl8pPr algn="l">
              <a:buNone/>
              <a:defRPr sz="1200" b="1">
                <a:solidFill>
                  <a:srgbClr val="746F83"/>
                </a:solidFill>
                <a:latin typeface="Arial" panose="020B0604020202090204"/>
                <a:ea typeface="Arial" panose="020B0604020202090204"/>
                <a:cs typeface="Arial" panose="020B0604020202090204"/>
              </a:defRPr>
            </a:lvl8pPr>
            <a:lvl9pPr algn="l">
              <a:buNone/>
              <a:defRPr sz="1200" b="1">
                <a:solidFill>
                  <a:srgbClr val="746F83"/>
                </a:solidFill>
                <a:latin typeface="Arial" panose="020B0604020202090204"/>
                <a:ea typeface="Arial" panose="020B0604020202090204"/>
                <a:cs typeface="Arial" panose="020B0604020202090204"/>
              </a:defRPr>
            </a:lvl9pPr>
          </a:lstStyle>
          <a:p>
            <a:pPr algn="ctr">
              <a:buNone/>
              <a:defRPr sz="1200" b="1">
                <a:solidFill>
                  <a:srgbClr val="746F83"/>
                </a:solidFill>
                <a:latin typeface="Arial" panose="020B0604020202090204"/>
                <a:ea typeface="Arial" panose="020B0604020202090204"/>
                <a:cs typeface="Arial" panose="020B0604020202090204"/>
              </a:defRPr>
            </a:pPr>
            <a:r>
              <a:rPr sz="1200" b="1">
                <a:solidFill>
                  <a:srgbClr val="746F83"/>
                </a:solidFill>
                <a:latin typeface="Arial" panose="020B0604020202090204"/>
                <a:ea typeface="Arial" panose="020B0604020202090204"/>
                <a:cs typeface="Arial" panose="020B0604020202090204"/>
              </a:rPr>
              <a:t>MolmoAct</a:t>
            </a:r>
            <a:endParaRPr sz="1200" b="1">
              <a:solidFill>
                <a:srgbClr val="746F83"/>
              </a:solidFill>
              <a:latin typeface="Arial" panose="020B0604020202090204"/>
              <a:ea typeface="Arial" panose="020B0604020202090204"/>
              <a:cs typeface="Arial" panose="020B0604020202090204"/>
            </a:endParaRPr>
          </a:p>
        </p:txBody>
      </p:sp>
      <p:sp>
        <p:nvSpPr>
          <p:cNvPr id="276" name="Editable rounded frame 1666"/>
          <p:cNvSpPr>
            <a:spLocks noGrp="1"/>
          </p:cNvSpPr>
          <p:nvPr/>
        </p:nvSpPr>
        <p:spPr>
          <a:xfrm>
            <a:off x="5067300" y="5130800"/>
            <a:ext cx="1866900" cy="3333750"/>
          </a:xfrm>
          <a:prstGeom prst="roundRect">
            <a:avLst>
              <a:gd name="adj" fmla="val 2514"/>
            </a:avLst>
          </a:prstGeom>
          <a:solidFill>
            <a:srgbClr val="FFFFFF"/>
          </a:solidFill>
          <a:ln w="9000">
            <a:solidFill>
              <a:srgbClr val="D9E3E8"/>
            </a:solidFill>
            <a:prstDash val="solid"/>
          </a:ln>
        </p:spPr>
      </p:sp>
      <p:sp>
        <p:nvSpPr>
          <p:cNvPr id="277" name="Editable rounded frame 1682"/>
          <p:cNvSpPr>
            <a:spLocks noGrp="1"/>
          </p:cNvSpPr>
          <p:nvPr/>
        </p:nvSpPr>
        <p:spPr>
          <a:xfrm>
            <a:off x="5073984" y="5136529"/>
            <a:ext cx="1853532" cy="247051"/>
          </a:xfrm>
          <a:prstGeom prst="roundRect">
            <a:avLst>
              <a:gd name="adj" fmla="val 13953"/>
            </a:avLst>
          </a:prstGeom>
          <a:solidFill>
            <a:srgbClr val="EDF6F2"/>
          </a:solidFill>
          <a:ln w="0">
            <a:noFill/>
            <a:prstDash val="solid"/>
          </a:ln>
        </p:spPr>
      </p:sp>
      <p:sp>
        <p:nvSpPr>
          <p:cNvPr id="278" name="Editable text: S1"/>
          <p:cNvSpPr>
            <a:spLocks noGrp="1"/>
          </p:cNvSpPr>
          <p:nvPr/>
        </p:nvSpPr>
        <p:spPr>
          <a:xfrm>
            <a:off x="5147925" y="5182518"/>
            <a:ext cx="213885" cy="165811"/>
          </a:xfrm>
          <a:prstGeom prst="rect">
            <a:avLst/>
          </a:prstGeom>
          <a:noFill/>
          <a:ln w="0">
            <a:noFill/>
          </a:ln>
        </p:spPr>
        <p:txBody>
          <a:bodyPr wrap="none" lIns="0" tIns="0" rIns="0" bIns="0" anchor="ctr">
            <a:noAutofit/>
          </a:bodyPr>
          <a:lstStyle>
            <a:defPPr algn="l">
              <a:defRPr sz="1090" b="1">
                <a:solidFill>
                  <a:srgbClr val="367C6B"/>
                </a:solidFill>
                <a:latin typeface="Arial" panose="020B0604020202090204"/>
                <a:ea typeface="Arial" panose="020B0604020202090204"/>
                <a:cs typeface="Arial" panose="020B0604020202090204"/>
              </a:defRPr>
            </a:defPPr>
            <a:lvl1pPr algn="l">
              <a:buNone/>
              <a:defRPr sz="1090" b="1">
                <a:solidFill>
                  <a:srgbClr val="367C6B"/>
                </a:solidFill>
                <a:latin typeface="Arial" panose="020B0604020202090204"/>
                <a:ea typeface="Arial" panose="020B0604020202090204"/>
                <a:cs typeface="Arial" panose="020B0604020202090204"/>
              </a:defRPr>
            </a:lvl1pPr>
            <a:lvl2pPr algn="l">
              <a:buNone/>
              <a:defRPr sz="1090" b="1">
                <a:solidFill>
                  <a:srgbClr val="367C6B"/>
                </a:solidFill>
                <a:latin typeface="Arial" panose="020B0604020202090204"/>
                <a:ea typeface="Arial" panose="020B0604020202090204"/>
                <a:cs typeface="Arial" panose="020B0604020202090204"/>
              </a:defRPr>
            </a:lvl2pPr>
            <a:lvl3pPr algn="l">
              <a:buNone/>
              <a:defRPr sz="1090" b="1">
                <a:solidFill>
                  <a:srgbClr val="367C6B"/>
                </a:solidFill>
                <a:latin typeface="Arial" panose="020B0604020202090204"/>
                <a:ea typeface="Arial" panose="020B0604020202090204"/>
                <a:cs typeface="Arial" panose="020B0604020202090204"/>
              </a:defRPr>
            </a:lvl3pPr>
            <a:lvl4pPr algn="l">
              <a:buNone/>
              <a:defRPr sz="1090" b="1">
                <a:solidFill>
                  <a:srgbClr val="367C6B"/>
                </a:solidFill>
                <a:latin typeface="Arial" panose="020B0604020202090204"/>
                <a:ea typeface="Arial" panose="020B0604020202090204"/>
                <a:cs typeface="Arial" panose="020B0604020202090204"/>
              </a:defRPr>
            </a:lvl4pPr>
            <a:lvl5pPr algn="l">
              <a:buNone/>
              <a:defRPr sz="1090" b="1">
                <a:solidFill>
                  <a:srgbClr val="367C6B"/>
                </a:solidFill>
                <a:latin typeface="Arial" panose="020B0604020202090204"/>
                <a:ea typeface="Arial" panose="020B0604020202090204"/>
                <a:cs typeface="Arial" panose="020B0604020202090204"/>
              </a:defRPr>
            </a:lvl5pPr>
            <a:lvl6pPr algn="l">
              <a:buNone/>
              <a:defRPr sz="1090" b="1">
                <a:solidFill>
                  <a:srgbClr val="367C6B"/>
                </a:solidFill>
                <a:latin typeface="Arial" panose="020B0604020202090204"/>
                <a:ea typeface="Arial" panose="020B0604020202090204"/>
                <a:cs typeface="Arial" panose="020B0604020202090204"/>
              </a:defRPr>
            </a:lvl6pPr>
            <a:lvl7pPr algn="l">
              <a:buNone/>
              <a:defRPr sz="1090" b="1">
                <a:solidFill>
                  <a:srgbClr val="367C6B"/>
                </a:solidFill>
                <a:latin typeface="Arial" panose="020B0604020202090204"/>
                <a:ea typeface="Arial" panose="020B0604020202090204"/>
                <a:cs typeface="Arial" panose="020B0604020202090204"/>
              </a:defRPr>
            </a:lvl7pPr>
            <a:lvl8pPr algn="l">
              <a:buNone/>
              <a:defRPr sz="1090" b="1">
                <a:solidFill>
                  <a:srgbClr val="367C6B"/>
                </a:solidFill>
                <a:latin typeface="Arial" panose="020B0604020202090204"/>
                <a:ea typeface="Arial" panose="020B0604020202090204"/>
                <a:cs typeface="Arial" panose="020B0604020202090204"/>
              </a:defRPr>
            </a:lvl8pPr>
            <a:lvl9pPr algn="l">
              <a:buNone/>
              <a:defRPr sz="1090" b="1">
                <a:solidFill>
                  <a:srgbClr val="367C6B"/>
                </a:solidFill>
                <a:latin typeface="Arial" panose="020B0604020202090204"/>
                <a:ea typeface="Arial" panose="020B0604020202090204"/>
                <a:cs typeface="Arial" panose="020B0604020202090204"/>
              </a:defRPr>
            </a:lvl9pPr>
          </a:lstStyle>
          <a:p>
            <a:pPr algn="l">
              <a:buNone/>
              <a:defRPr sz="1090" b="1">
                <a:solidFill>
                  <a:srgbClr val="367C6B"/>
                </a:solidFill>
                <a:latin typeface="Arial" panose="020B0604020202090204"/>
                <a:ea typeface="Arial" panose="020B0604020202090204"/>
                <a:cs typeface="Arial" panose="020B0604020202090204"/>
              </a:defRPr>
            </a:pPr>
            <a:r>
              <a:rPr sz="1400" b="1">
                <a:solidFill>
                  <a:srgbClr val="367C6B"/>
                </a:solidFill>
                <a:latin typeface="Arial" panose="020B0604020202090204"/>
                <a:ea typeface="Arial" panose="020B0604020202090204"/>
                <a:cs typeface="Arial" panose="020B0604020202090204"/>
              </a:rPr>
              <a:t>S1</a:t>
            </a:r>
            <a:endParaRPr sz="1400" b="1">
              <a:solidFill>
                <a:srgbClr val="367C6B"/>
              </a:solidFill>
              <a:latin typeface="Arial" panose="020B0604020202090204"/>
              <a:ea typeface="Arial" panose="020B0604020202090204"/>
              <a:cs typeface="Arial" panose="020B0604020202090204"/>
            </a:endParaRPr>
          </a:p>
        </p:txBody>
      </p:sp>
      <p:sp>
        <p:nvSpPr>
          <p:cNvPr id="279" name="Editable text: Approach"/>
          <p:cNvSpPr>
            <a:spLocks noGrp="1"/>
          </p:cNvSpPr>
          <p:nvPr/>
        </p:nvSpPr>
        <p:spPr>
          <a:xfrm>
            <a:off x="5388963" y="5185883"/>
            <a:ext cx="713508" cy="162306"/>
          </a:xfrm>
          <a:prstGeom prst="rect">
            <a:avLst/>
          </a:prstGeom>
          <a:noFill/>
          <a:ln w="0">
            <a:noFill/>
          </a:ln>
        </p:spPr>
        <p:txBody>
          <a:bodyPr wrap="none" lIns="0" tIns="0" rIns="0" bIns="0" anchor="ctr">
            <a:noAutofit/>
          </a:bodyPr>
          <a:lstStyle>
            <a:defPPr algn="l">
              <a:defRPr sz="1065" b="1">
                <a:solidFill>
                  <a:srgbClr val="367C6B"/>
                </a:solidFill>
                <a:latin typeface="Arial" panose="020B0604020202090204"/>
                <a:ea typeface="Arial" panose="020B0604020202090204"/>
                <a:cs typeface="Arial" panose="020B0604020202090204"/>
              </a:defRPr>
            </a:defPPr>
            <a:lvl1pPr algn="l">
              <a:buNone/>
              <a:defRPr sz="1065" b="1">
                <a:solidFill>
                  <a:srgbClr val="367C6B"/>
                </a:solidFill>
                <a:latin typeface="Arial" panose="020B0604020202090204"/>
                <a:ea typeface="Arial" panose="020B0604020202090204"/>
                <a:cs typeface="Arial" panose="020B0604020202090204"/>
              </a:defRPr>
            </a:lvl1pPr>
            <a:lvl2pPr algn="l">
              <a:buNone/>
              <a:defRPr sz="1065" b="1">
                <a:solidFill>
                  <a:srgbClr val="367C6B"/>
                </a:solidFill>
                <a:latin typeface="Arial" panose="020B0604020202090204"/>
                <a:ea typeface="Arial" panose="020B0604020202090204"/>
                <a:cs typeface="Arial" panose="020B0604020202090204"/>
              </a:defRPr>
            </a:lvl2pPr>
            <a:lvl3pPr algn="l">
              <a:buNone/>
              <a:defRPr sz="1065" b="1">
                <a:solidFill>
                  <a:srgbClr val="367C6B"/>
                </a:solidFill>
                <a:latin typeface="Arial" panose="020B0604020202090204"/>
                <a:ea typeface="Arial" panose="020B0604020202090204"/>
                <a:cs typeface="Arial" panose="020B0604020202090204"/>
              </a:defRPr>
            </a:lvl3pPr>
            <a:lvl4pPr algn="l">
              <a:buNone/>
              <a:defRPr sz="1065" b="1">
                <a:solidFill>
                  <a:srgbClr val="367C6B"/>
                </a:solidFill>
                <a:latin typeface="Arial" panose="020B0604020202090204"/>
                <a:ea typeface="Arial" panose="020B0604020202090204"/>
                <a:cs typeface="Arial" panose="020B0604020202090204"/>
              </a:defRPr>
            </a:lvl4pPr>
            <a:lvl5pPr algn="l">
              <a:buNone/>
              <a:defRPr sz="1065" b="1">
                <a:solidFill>
                  <a:srgbClr val="367C6B"/>
                </a:solidFill>
                <a:latin typeface="Arial" panose="020B0604020202090204"/>
                <a:ea typeface="Arial" panose="020B0604020202090204"/>
                <a:cs typeface="Arial" panose="020B0604020202090204"/>
              </a:defRPr>
            </a:lvl5pPr>
            <a:lvl6pPr algn="l">
              <a:buNone/>
              <a:defRPr sz="1065" b="1">
                <a:solidFill>
                  <a:srgbClr val="367C6B"/>
                </a:solidFill>
                <a:latin typeface="Arial" panose="020B0604020202090204"/>
                <a:ea typeface="Arial" panose="020B0604020202090204"/>
                <a:cs typeface="Arial" panose="020B0604020202090204"/>
              </a:defRPr>
            </a:lvl6pPr>
            <a:lvl7pPr algn="l">
              <a:buNone/>
              <a:defRPr sz="1065" b="1">
                <a:solidFill>
                  <a:srgbClr val="367C6B"/>
                </a:solidFill>
                <a:latin typeface="Arial" panose="020B0604020202090204"/>
                <a:ea typeface="Arial" panose="020B0604020202090204"/>
                <a:cs typeface="Arial" panose="020B0604020202090204"/>
              </a:defRPr>
            </a:lvl7pPr>
            <a:lvl8pPr algn="l">
              <a:buNone/>
              <a:defRPr sz="1065" b="1">
                <a:solidFill>
                  <a:srgbClr val="367C6B"/>
                </a:solidFill>
                <a:latin typeface="Arial" panose="020B0604020202090204"/>
                <a:ea typeface="Arial" panose="020B0604020202090204"/>
                <a:cs typeface="Arial" panose="020B0604020202090204"/>
              </a:defRPr>
            </a:lvl8pPr>
            <a:lvl9pPr algn="l">
              <a:buNone/>
              <a:defRPr sz="1065" b="1">
                <a:solidFill>
                  <a:srgbClr val="367C6B"/>
                </a:solidFill>
                <a:latin typeface="Arial" panose="020B0604020202090204"/>
                <a:ea typeface="Arial" panose="020B0604020202090204"/>
                <a:cs typeface="Arial" panose="020B0604020202090204"/>
              </a:defRPr>
            </a:lvl9pPr>
          </a:lstStyle>
          <a:p>
            <a:pPr algn="l">
              <a:buNone/>
              <a:defRPr sz="1065" b="1">
                <a:solidFill>
                  <a:srgbClr val="367C6B"/>
                </a:solidFill>
                <a:latin typeface="Arial" panose="020B0604020202090204"/>
                <a:ea typeface="Arial" panose="020B0604020202090204"/>
                <a:cs typeface="Arial" panose="020B0604020202090204"/>
              </a:defRPr>
            </a:pPr>
            <a:r>
              <a:rPr sz="1400" b="1">
                <a:solidFill>
                  <a:srgbClr val="367C6B"/>
                </a:solidFill>
                <a:latin typeface="Arial" panose="020B0604020202090204"/>
                <a:ea typeface="Arial" panose="020B0604020202090204"/>
                <a:cs typeface="Arial" panose="020B0604020202090204"/>
              </a:rPr>
              <a:t>Approach</a:t>
            </a:r>
            <a:endParaRPr sz="1400" b="1">
              <a:solidFill>
                <a:srgbClr val="367C6B"/>
              </a:solidFill>
              <a:latin typeface="Arial" panose="020B0604020202090204"/>
              <a:ea typeface="Arial" panose="020B0604020202090204"/>
              <a:cs typeface="Arial" panose="020B0604020202090204"/>
            </a:endParaRPr>
          </a:p>
        </p:txBody>
      </p:sp>
      <p:sp>
        <p:nvSpPr>
          <p:cNvPr id="280" name="Editable rounded frame 1718"/>
          <p:cNvSpPr>
            <a:spLocks noGrp="1"/>
          </p:cNvSpPr>
          <p:nvPr/>
        </p:nvSpPr>
        <p:spPr>
          <a:xfrm>
            <a:off x="6632588" y="5188087"/>
            <a:ext cx="261508" cy="143576"/>
          </a:xfrm>
          <a:prstGeom prst="roundRect">
            <a:avLst>
              <a:gd name="adj" fmla="val 16000"/>
            </a:avLst>
          </a:prstGeom>
          <a:solidFill>
            <a:srgbClr val="EDF6F2"/>
          </a:solidFill>
          <a:ln w="0">
            <a:noFill/>
            <a:prstDash val="solid"/>
          </a:ln>
        </p:spPr>
      </p:sp>
      <p:sp>
        <p:nvSpPr>
          <p:cNvPr id="281" name="Editable text: Mid"/>
          <p:cNvSpPr>
            <a:spLocks noGrp="1"/>
          </p:cNvSpPr>
          <p:nvPr/>
        </p:nvSpPr>
        <p:spPr>
          <a:xfrm>
            <a:off x="6666008" y="5193443"/>
            <a:ext cx="219734" cy="137160"/>
          </a:xfrm>
          <a:prstGeom prst="rect">
            <a:avLst/>
          </a:prstGeom>
          <a:noFill/>
          <a:ln w="0">
            <a:noFill/>
          </a:ln>
        </p:spPr>
        <p:txBody>
          <a:bodyPr wrap="none" lIns="0" tIns="0" rIns="0" bIns="0" anchor="ctr">
            <a:noAutofit/>
          </a:bodyPr>
          <a:lstStyle>
            <a:defPPr algn="l">
              <a:defRPr sz="900" b="0">
                <a:solidFill>
                  <a:srgbClr val="367C6B"/>
                </a:solidFill>
                <a:latin typeface="Arial" panose="020B0604020202090204"/>
                <a:ea typeface="Arial" panose="020B0604020202090204"/>
                <a:cs typeface="Arial" panose="020B0604020202090204"/>
              </a:defRPr>
            </a:defPPr>
            <a:lvl1pPr algn="l">
              <a:buNone/>
              <a:defRPr sz="900" b="0">
                <a:solidFill>
                  <a:srgbClr val="367C6B"/>
                </a:solidFill>
                <a:latin typeface="Arial" panose="020B0604020202090204"/>
                <a:ea typeface="Arial" panose="020B0604020202090204"/>
                <a:cs typeface="Arial" panose="020B0604020202090204"/>
              </a:defRPr>
            </a:lvl1pPr>
            <a:lvl2pPr algn="l">
              <a:buNone/>
              <a:defRPr sz="900" b="0">
                <a:solidFill>
                  <a:srgbClr val="367C6B"/>
                </a:solidFill>
                <a:latin typeface="Arial" panose="020B0604020202090204"/>
                <a:ea typeface="Arial" panose="020B0604020202090204"/>
                <a:cs typeface="Arial" panose="020B0604020202090204"/>
              </a:defRPr>
            </a:lvl2pPr>
            <a:lvl3pPr algn="l">
              <a:buNone/>
              <a:defRPr sz="900" b="0">
                <a:solidFill>
                  <a:srgbClr val="367C6B"/>
                </a:solidFill>
                <a:latin typeface="Arial" panose="020B0604020202090204"/>
                <a:ea typeface="Arial" panose="020B0604020202090204"/>
                <a:cs typeface="Arial" panose="020B0604020202090204"/>
              </a:defRPr>
            </a:lvl3pPr>
            <a:lvl4pPr algn="l">
              <a:buNone/>
              <a:defRPr sz="900" b="0">
                <a:solidFill>
                  <a:srgbClr val="367C6B"/>
                </a:solidFill>
                <a:latin typeface="Arial" panose="020B0604020202090204"/>
                <a:ea typeface="Arial" panose="020B0604020202090204"/>
                <a:cs typeface="Arial" panose="020B0604020202090204"/>
              </a:defRPr>
            </a:lvl4pPr>
            <a:lvl5pPr algn="l">
              <a:buNone/>
              <a:defRPr sz="900" b="0">
                <a:solidFill>
                  <a:srgbClr val="367C6B"/>
                </a:solidFill>
                <a:latin typeface="Arial" panose="020B0604020202090204"/>
                <a:ea typeface="Arial" panose="020B0604020202090204"/>
                <a:cs typeface="Arial" panose="020B0604020202090204"/>
              </a:defRPr>
            </a:lvl5pPr>
            <a:lvl6pPr algn="l">
              <a:buNone/>
              <a:defRPr sz="900" b="0">
                <a:solidFill>
                  <a:srgbClr val="367C6B"/>
                </a:solidFill>
                <a:latin typeface="Arial" panose="020B0604020202090204"/>
                <a:ea typeface="Arial" panose="020B0604020202090204"/>
                <a:cs typeface="Arial" panose="020B0604020202090204"/>
              </a:defRPr>
            </a:lvl6pPr>
            <a:lvl7pPr algn="l">
              <a:buNone/>
              <a:defRPr sz="900" b="0">
                <a:solidFill>
                  <a:srgbClr val="367C6B"/>
                </a:solidFill>
                <a:latin typeface="Arial" panose="020B0604020202090204"/>
                <a:ea typeface="Arial" panose="020B0604020202090204"/>
                <a:cs typeface="Arial" panose="020B0604020202090204"/>
              </a:defRPr>
            </a:lvl7pPr>
            <a:lvl8pPr algn="l">
              <a:buNone/>
              <a:defRPr sz="900" b="0">
                <a:solidFill>
                  <a:srgbClr val="367C6B"/>
                </a:solidFill>
                <a:latin typeface="Arial" panose="020B0604020202090204"/>
                <a:ea typeface="Arial" panose="020B0604020202090204"/>
                <a:cs typeface="Arial" panose="020B0604020202090204"/>
              </a:defRPr>
            </a:lvl8pPr>
            <a:lvl9pPr algn="l">
              <a:buNone/>
              <a:defRPr sz="900" b="0">
                <a:solidFill>
                  <a:srgbClr val="367C6B"/>
                </a:solidFill>
                <a:latin typeface="Arial" panose="020B0604020202090204"/>
                <a:ea typeface="Arial" panose="020B0604020202090204"/>
                <a:cs typeface="Arial" panose="020B0604020202090204"/>
              </a:defRPr>
            </a:lvl9pPr>
          </a:lstStyle>
          <a:p>
            <a:pPr algn="l">
              <a:buNone/>
              <a:defRPr sz="900" b="0">
                <a:solidFill>
                  <a:srgbClr val="367C6B"/>
                </a:solidFill>
                <a:latin typeface="Arial" panose="020B0604020202090204"/>
                <a:ea typeface="Arial" panose="020B0604020202090204"/>
                <a:cs typeface="Arial" panose="020B0604020202090204"/>
              </a:defRPr>
            </a:pPr>
            <a:r>
              <a:rPr sz="1200" b="0">
                <a:solidFill>
                  <a:srgbClr val="367C6B"/>
                </a:solidFill>
                <a:latin typeface="Arial" panose="020B0604020202090204"/>
                <a:ea typeface="Arial" panose="020B0604020202090204"/>
                <a:cs typeface="Arial" panose="020B0604020202090204"/>
              </a:rPr>
              <a:t>Mid</a:t>
            </a:r>
            <a:endParaRPr sz="1200" b="0">
              <a:solidFill>
                <a:srgbClr val="367C6B"/>
              </a:solidFill>
              <a:latin typeface="Arial" panose="020B0604020202090204"/>
              <a:ea typeface="Arial" panose="020B0604020202090204"/>
              <a:cs typeface="Arial" panose="020B0604020202090204"/>
            </a:endParaRPr>
          </a:p>
        </p:txBody>
      </p:sp>
      <p:pic>
        <p:nvPicPr>
          <p:cNvPr id="282" name="图片 281"/>
          <p:cNvPicPr>
            <a:picLocks noChangeAspect="1"/>
          </p:cNvPicPr>
          <p:nvPr/>
        </p:nvPicPr>
        <p:blipFill>
          <a:blip r:embed="rId11"/>
          <a:srcRect b="21304"/>
          <a:stretch>
            <a:fillRect/>
          </a:stretch>
        </p:blipFill>
        <p:spPr>
          <a:xfrm>
            <a:off x="5269803" y="5441224"/>
            <a:ext cx="1324406" cy="742942"/>
          </a:xfrm>
          <a:prstGeom prst="rect">
            <a:avLst/>
          </a:prstGeom>
        </p:spPr>
      </p:pic>
      <p:sp>
        <p:nvSpPr>
          <p:cNvPr id="283" name="Editable rounded frame 1754"/>
          <p:cNvSpPr>
            <a:spLocks noGrp="1"/>
          </p:cNvSpPr>
          <p:nvPr/>
        </p:nvSpPr>
        <p:spPr>
          <a:xfrm>
            <a:off x="5269803" y="5441224"/>
            <a:ext cx="1324406" cy="742942"/>
          </a:xfrm>
          <a:prstGeom prst="roundRect">
            <a:avLst>
              <a:gd name="adj" fmla="val 0"/>
            </a:avLst>
          </a:prstGeom>
          <a:noFill/>
          <a:ln w="11214">
            <a:solidFill>
              <a:srgbClr val="D9E3E8"/>
            </a:solidFill>
            <a:prstDash val="solid"/>
          </a:ln>
        </p:spPr>
      </p:sp>
      <p:pic>
        <p:nvPicPr>
          <p:cNvPr id="284" name="图片 283"/>
          <p:cNvPicPr>
            <a:picLocks noChangeAspect="1"/>
          </p:cNvPicPr>
          <p:nvPr/>
        </p:nvPicPr>
        <p:blipFill>
          <a:blip r:embed="rId38"/>
          <a:srcRect b="21304"/>
          <a:stretch>
            <a:fillRect/>
          </a:stretch>
        </p:blipFill>
        <p:spPr>
          <a:xfrm>
            <a:off x="5338547" y="5458410"/>
            <a:ext cx="1324406" cy="742942"/>
          </a:xfrm>
          <a:prstGeom prst="rect">
            <a:avLst/>
          </a:prstGeom>
        </p:spPr>
      </p:pic>
      <p:sp>
        <p:nvSpPr>
          <p:cNvPr id="285" name="Editable rounded frame 1780"/>
          <p:cNvSpPr>
            <a:spLocks noGrp="1"/>
          </p:cNvSpPr>
          <p:nvPr/>
        </p:nvSpPr>
        <p:spPr>
          <a:xfrm>
            <a:off x="5338547" y="5458410"/>
            <a:ext cx="1324406" cy="742942"/>
          </a:xfrm>
          <a:prstGeom prst="roundRect">
            <a:avLst>
              <a:gd name="adj" fmla="val 0"/>
            </a:avLst>
          </a:prstGeom>
          <a:noFill/>
          <a:ln w="11214">
            <a:solidFill>
              <a:srgbClr val="D9E3E8"/>
            </a:solidFill>
            <a:prstDash val="solid"/>
          </a:ln>
        </p:spPr>
      </p:sp>
      <p:pic>
        <p:nvPicPr>
          <p:cNvPr id="286" name="图片 285"/>
          <p:cNvPicPr>
            <a:picLocks noChangeAspect="1"/>
          </p:cNvPicPr>
          <p:nvPr/>
        </p:nvPicPr>
        <p:blipFill>
          <a:blip r:embed="rId14"/>
          <a:srcRect b="21304"/>
          <a:stretch>
            <a:fillRect/>
          </a:stretch>
        </p:blipFill>
        <p:spPr>
          <a:xfrm>
            <a:off x="5407650" y="5475597"/>
            <a:ext cx="1324406" cy="742942"/>
          </a:xfrm>
          <a:prstGeom prst="rect">
            <a:avLst/>
          </a:prstGeom>
        </p:spPr>
      </p:pic>
      <p:sp>
        <p:nvSpPr>
          <p:cNvPr id="287" name="Editable rounded frame 1806"/>
          <p:cNvSpPr>
            <a:spLocks noGrp="1"/>
          </p:cNvSpPr>
          <p:nvPr/>
        </p:nvSpPr>
        <p:spPr>
          <a:xfrm>
            <a:off x="5407650" y="5475597"/>
            <a:ext cx="1324406" cy="742942"/>
          </a:xfrm>
          <a:prstGeom prst="roundRect">
            <a:avLst>
              <a:gd name="adj" fmla="val 0"/>
            </a:avLst>
          </a:prstGeom>
          <a:noFill/>
          <a:ln w="11214">
            <a:solidFill>
              <a:srgbClr val="D9E3E8"/>
            </a:solidFill>
            <a:prstDash val="solid"/>
          </a:ln>
        </p:spPr>
      </p:sp>
      <p:sp>
        <p:nvSpPr>
          <p:cNvPr id="288" name="Editable rounded frame 1822"/>
          <p:cNvSpPr>
            <a:spLocks noGrp="1"/>
          </p:cNvSpPr>
          <p:nvPr/>
        </p:nvSpPr>
        <p:spPr>
          <a:xfrm>
            <a:off x="5134139" y="6297666"/>
            <a:ext cx="1732804" cy="413899"/>
          </a:xfrm>
          <a:prstGeom prst="roundRect">
            <a:avLst>
              <a:gd name="adj" fmla="val 4167"/>
            </a:avLst>
          </a:prstGeom>
          <a:solidFill>
            <a:srgbClr val="EDF3F8"/>
          </a:solidFill>
          <a:ln w="0">
            <a:noFill/>
            <a:prstDash val="solid"/>
          </a:ln>
        </p:spPr>
      </p:sp>
      <p:sp>
        <p:nvSpPr>
          <p:cNvPr id="289" name="Editable text: A"/>
          <p:cNvSpPr>
            <a:spLocks noGrp="1"/>
          </p:cNvSpPr>
          <p:nvPr/>
        </p:nvSpPr>
        <p:spPr>
          <a:xfrm>
            <a:off x="6742873" y="6289059"/>
            <a:ext cx="102347" cy="137160"/>
          </a:xfrm>
          <a:prstGeom prst="rect">
            <a:avLst/>
          </a:prstGeom>
          <a:noFill/>
          <a:ln w="0">
            <a:noFill/>
          </a:ln>
        </p:spPr>
        <p:txBody>
          <a:bodyPr wrap="none" lIns="0" tIns="0" rIns="0" bIns="0" anchor="ctr">
            <a:noAutofit/>
          </a:bodyPr>
          <a:lstStyle>
            <a:defPPr algn="l">
              <a:defRPr sz="900" b="1">
                <a:solidFill>
                  <a:srgbClr val="436F98"/>
                </a:solidFill>
                <a:latin typeface="Arial" panose="020B0604020202090204"/>
                <a:ea typeface="Arial" panose="020B0604020202090204"/>
                <a:cs typeface="Arial" panose="020B0604020202090204"/>
              </a:defRPr>
            </a:defPPr>
            <a:lvl1pPr algn="l">
              <a:buNone/>
              <a:defRPr sz="900" b="1">
                <a:solidFill>
                  <a:srgbClr val="436F98"/>
                </a:solidFill>
                <a:latin typeface="Arial" panose="020B0604020202090204"/>
                <a:ea typeface="Arial" panose="020B0604020202090204"/>
                <a:cs typeface="Arial" panose="020B0604020202090204"/>
              </a:defRPr>
            </a:lvl1pPr>
            <a:lvl2pPr algn="l">
              <a:buNone/>
              <a:defRPr sz="900" b="1">
                <a:solidFill>
                  <a:srgbClr val="436F98"/>
                </a:solidFill>
                <a:latin typeface="Arial" panose="020B0604020202090204"/>
                <a:ea typeface="Arial" panose="020B0604020202090204"/>
                <a:cs typeface="Arial" panose="020B0604020202090204"/>
              </a:defRPr>
            </a:lvl2pPr>
            <a:lvl3pPr algn="l">
              <a:buNone/>
              <a:defRPr sz="900" b="1">
                <a:solidFill>
                  <a:srgbClr val="436F98"/>
                </a:solidFill>
                <a:latin typeface="Arial" panose="020B0604020202090204"/>
                <a:ea typeface="Arial" panose="020B0604020202090204"/>
                <a:cs typeface="Arial" panose="020B0604020202090204"/>
              </a:defRPr>
            </a:lvl3pPr>
            <a:lvl4pPr algn="l">
              <a:buNone/>
              <a:defRPr sz="900" b="1">
                <a:solidFill>
                  <a:srgbClr val="436F98"/>
                </a:solidFill>
                <a:latin typeface="Arial" panose="020B0604020202090204"/>
                <a:ea typeface="Arial" panose="020B0604020202090204"/>
                <a:cs typeface="Arial" panose="020B0604020202090204"/>
              </a:defRPr>
            </a:lvl4pPr>
            <a:lvl5pPr algn="l">
              <a:buNone/>
              <a:defRPr sz="900" b="1">
                <a:solidFill>
                  <a:srgbClr val="436F98"/>
                </a:solidFill>
                <a:latin typeface="Arial" panose="020B0604020202090204"/>
                <a:ea typeface="Arial" panose="020B0604020202090204"/>
                <a:cs typeface="Arial" panose="020B0604020202090204"/>
              </a:defRPr>
            </a:lvl5pPr>
            <a:lvl6pPr algn="l">
              <a:buNone/>
              <a:defRPr sz="900" b="1">
                <a:solidFill>
                  <a:srgbClr val="436F98"/>
                </a:solidFill>
                <a:latin typeface="Arial" panose="020B0604020202090204"/>
                <a:ea typeface="Arial" panose="020B0604020202090204"/>
                <a:cs typeface="Arial" panose="020B0604020202090204"/>
              </a:defRPr>
            </a:lvl6pPr>
            <a:lvl7pPr algn="l">
              <a:buNone/>
              <a:defRPr sz="900" b="1">
                <a:solidFill>
                  <a:srgbClr val="436F98"/>
                </a:solidFill>
                <a:latin typeface="Arial" panose="020B0604020202090204"/>
                <a:ea typeface="Arial" panose="020B0604020202090204"/>
                <a:cs typeface="Arial" panose="020B0604020202090204"/>
              </a:defRPr>
            </a:lvl7pPr>
            <a:lvl8pPr algn="l">
              <a:buNone/>
              <a:defRPr sz="900" b="1">
                <a:solidFill>
                  <a:srgbClr val="436F98"/>
                </a:solidFill>
                <a:latin typeface="Arial" panose="020B0604020202090204"/>
                <a:ea typeface="Arial" panose="020B0604020202090204"/>
                <a:cs typeface="Arial" panose="020B0604020202090204"/>
              </a:defRPr>
            </a:lvl8pPr>
            <a:lvl9pPr algn="l">
              <a:buNone/>
              <a:defRPr sz="900" b="1">
                <a:solidFill>
                  <a:srgbClr val="436F98"/>
                </a:solidFill>
                <a:latin typeface="Arial" panose="020B0604020202090204"/>
                <a:ea typeface="Arial" panose="020B0604020202090204"/>
                <a:cs typeface="Arial" panose="020B0604020202090204"/>
              </a:defRPr>
            </a:lvl9pPr>
          </a:lstStyle>
          <a:p>
            <a:pPr algn="l">
              <a:buNone/>
              <a:defRPr sz="900" b="1">
                <a:solidFill>
                  <a:srgbClr val="436F98"/>
                </a:solidFill>
                <a:latin typeface="Arial" panose="020B0604020202090204"/>
                <a:ea typeface="Arial" panose="020B0604020202090204"/>
                <a:cs typeface="Arial" panose="020B0604020202090204"/>
              </a:defRPr>
            </a:pPr>
            <a:r>
              <a:rPr sz="1200" b="1">
                <a:solidFill>
                  <a:srgbClr val="436F98"/>
                </a:solidFill>
                <a:latin typeface="Arial" panose="020B0604020202090204"/>
                <a:ea typeface="Arial" panose="020B0604020202090204"/>
                <a:cs typeface="Arial" panose="020B0604020202090204"/>
              </a:rPr>
              <a:t>A</a:t>
            </a:r>
            <a:endParaRPr sz="1200" b="1">
              <a:solidFill>
                <a:srgbClr val="436F98"/>
              </a:solidFill>
              <a:latin typeface="Arial" panose="020B0604020202090204"/>
              <a:ea typeface="Arial" panose="020B0604020202090204"/>
              <a:cs typeface="Arial" panose="020B0604020202090204"/>
            </a:endParaRPr>
          </a:p>
        </p:txBody>
      </p:sp>
      <p:sp>
        <p:nvSpPr>
          <p:cNvPr id="290" name="Editable text: Move downward."/>
          <p:cNvSpPr>
            <a:spLocks noGrp="1"/>
          </p:cNvSpPr>
          <p:nvPr/>
        </p:nvSpPr>
        <p:spPr>
          <a:xfrm>
            <a:off x="5161293" y="6424414"/>
            <a:ext cx="1190989" cy="165416"/>
          </a:xfrm>
          <a:prstGeom prst="rect">
            <a:avLst/>
          </a:prstGeom>
          <a:noFill/>
          <a:ln w="0">
            <a:noFill/>
          </a:ln>
        </p:spPr>
        <p:txBody>
          <a:bodyPr wrap="none" lIns="0" tIns="0" rIns="0" bIns="0" anchor="ctr">
            <a:noAutofit/>
          </a:bodyPr>
          <a:lstStyle>
            <a:defPPr algn="l">
              <a:defRPr sz="1050" b="0">
                <a:solidFill>
                  <a:srgbClr val="436F98"/>
                </a:solidFill>
                <a:latin typeface="Arial" panose="020B0604020202090204"/>
                <a:ea typeface="Arial" panose="020B0604020202090204"/>
                <a:cs typeface="Arial" panose="020B0604020202090204"/>
              </a:defRPr>
            </a:defPPr>
            <a:lvl1pPr algn="l">
              <a:buNone/>
              <a:defRPr sz="1050" b="0">
                <a:solidFill>
                  <a:srgbClr val="436F98"/>
                </a:solidFill>
                <a:latin typeface="Arial" panose="020B0604020202090204"/>
                <a:ea typeface="Arial" panose="020B0604020202090204"/>
                <a:cs typeface="Arial" panose="020B0604020202090204"/>
              </a:defRPr>
            </a:lvl1pPr>
            <a:lvl2pPr algn="l">
              <a:buNone/>
              <a:defRPr sz="1050" b="0">
                <a:solidFill>
                  <a:srgbClr val="436F98"/>
                </a:solidFill>
                <a:latin typeface="Arial" panose="020B0604020202090204"/>
                <a:ea typeface="Arial" panose="020B0604020202090204"/>
                <a:cs typeface="Arial" panose="020B0604020202090204"/>
              </a:defRPr>
            </a:lvl2pPr>
            <a:lvl3pPr algn="l">
              <a:buNone/>
              <a:defRPr sz="1050" b="0">
                <a:solidFill>
                  <a:srgbClr val="436F98"/>
                </a:solidFill>
                <a:latin typeface="Arial" panose="020B0604020202090204"/>
                <a:ea typeface="Arial" panose="020B0604020202090204"/>
                <a:cs typeface="Arial" panose="020B0604020202090204"/>
              </a:defRPr>
            </a:lvl3pPr>
            <a:lvl4pPr algn="l">
              <a:buNone/>
              <a:defRPr sz="1050" b="0">
                <a:solidFill>
                  <a:srgbClr val="436F98"/>
                </a:solidFill>
                <a:latin typeface="Arial" panose="020B0604020202090204"/>
                <a:ea typeface="Arial" panose="020B0604020202090204"/>
                <a:cs typeface="Arial" panose="020B0604020202090204"/>
              </a:defRPr>
            </a:lvl4pPr>
            <a:lvl5pPr algn="l">
              <a:buNone/>
              <a:defRPr sz="1050" b="0">
                <a:solidFill>
                  <a:srgbClr val="436F98"/>
                </a:solidFill>
                <a:latin typeface="Arial" panose="020B0604020202090204"/>
                <a:ea typeface="Arial" panose="020B0604020202090204"/>
                <a:cs typeface="Arial" panose="020B0604020202090204"/>
              </a:defRPr>
            </a:lvl5pPr>
            <a:lvl6pPr algn="l">
              <a:buNone/>
              <a:defRPr sz="1050" b="0">
                <a:solidFill>
                  <a:srgbClr val="436F98"/>
                </a:solidFill>
                <a:latin typeface="Arial" panose="020B0604020202090204"/>
                <a:ea typeface="Arial" panose="020B0604020202090204"/>
                <a:cs typeface="Arial" panose="020B0604020202090204"/>
              </a:defRPr>
            </a:lvl6pPr>
            <a:lvl7pPr algn="l">
              <a:buNone/>
              <a:defRPr sz="1050" b="0">
                <a:solidFill>
                  <a:srgbClr val="436F98"/>
                </a:solidFill>
                <a:latin typeface="Arial" panose="020B0604020202090204"/>
                <a:ea typeface="Arial" panose="020B0604020202090204"/>
                <a:cs typeface="Arial" panose="020B0604020202090204"/>
              </a:defRPr>
            </a:lvl7pPr>
            <a:lvl8pPr algn="l">
              <a:buNone/>
              <a:defRPr sz="1050" b="0">
                <a:solidFill>
                  <a:srgbClr val="436F98"/>
                </a:solidFill>
                <a:latin typeface="Arial" panose="020B0604020202090204"/>
                <a:ea typeface="Arial" panose="020B0604020202090204"/>
                <a:cs typeface="Arial" panose="020B0604020202090204"/>
              </a:defRPr>
            </a:lvl8pPr>
            <a:lvl9pPr algn="l">
              <a:buNone/>
              <a:defRPr sz="1050" b="0">
                <a:solidFill>
                  <a:srgbClr val="436F98"/>
                </a:solidFill>
                <a:latin typeface="Arial" panose="020B0604020202090204"/>
                <a:ea typeface="Arial" panose="020B0604020202090204"/>
                <a:cs typeface="Arial" panose="020B0604020202090204"/>
              </a:defRPr>
            </a:lvl9pPr>
          </a:lstStyle>
          <a:p>
            <a:pPr algn="l">
              <a:buNone/>
              <a:defRPr sz="1050" b="0">
                <a:solidFill>
                  <a:srgbClr val="436F98"/>
                </a:solidFill>
                <a:latin typeface="Arial" panose="020B0604020202090204"/>
                <a:ea typeface="Arial" panose="020B0604020202090204"/>
                <a:cs typeface="Arial" panose="020B0604020202090204"/>
              </a:defRPr>
            </a:pPr>
            <a:r>
              <a:rPr sz="1400" b="0">
                <a:solidFill>
                  <a:srgbClr val="436F98"/>
                </a:solidFill>
                <a:latin typeface="Arial" panose="020B0604020202090204"/>
                <a:ea typeface="Arial" panose="020B0604020202090204"/>
                <a:cs typeface="Arial" panose="020B0604020202090204"/>
              </a:rPr>
              <a:t>Move downward.</a:t>
            </a:r>
            <a:endParaRPr sz="1400" b="0">
              <a:solidFill>
                <a:srgbClr val="436F98"/>
              </a:solidFill>
              <a:latin typeface="Arial" panose="020B0604020202090204"/>
              <a:ea typeface="Arial" panose="020B0604020202090204"/>
              <a:cs typeface="Arial" panose="020B0604020202090204"/>
            </a:endParaRPr>
          </a:p>
        </p:txBody>
      </p:sp>
      <p:sp>
        <p:nvSpPr>
          <p:cNvPr id="291" name="Editable rounded frame 1858"/>
          <p:cNvSpPr>
            <a:spLocks noGrp="1"/>
          </p:cNvSpPr>
          <p:nvPr/>
        </p:nvSpPr>
        <p:spPr>
          <a:xfrm>
            <a:off x="5134139" y="6757395"/>
            <a:ext cx="1732804" cy="413899"/>
          </a:xfrm>
          <a:prstGeom prst="roundRect">
            <a:avLst>
              <a:gd name="adj" fmla="val 4167"/>
            </a:avLst>
          </a:prstGeom>
          <a:solidFill>
            <a:srgbClr val="EDF6F2"/>
          </a:solidFill>
          <a:ln w="0">
            <a:noFill/>
            <a:prstDash val="solid"/>
          </a:ln>
        </p:spPr>
      </p:sp>
      <p:sp>
        <p:nvSpPr>
          <p:cNvPr id="292" name="Editable text: T"/>
          <p:cNvSpPr>
            <a:spLocks noGrp="1"/>
          </p:cNvSpPr>
          <p:nvPr/>
        </p:nvSpPr>
        <p:spPr>
          <a:xfrm>
            <a:off x="6754570" y="6748787"/>
            <a:ext cx="90651" cy="137160"/>
          </a:xfrm>
          <a:prstGeom prst="rect">
            <a:avLst/>
          </a:prstGeom>
          <a:noFill/>
          <a:ln w="0">
            <a:noFill/>
          </a:ln>
        </p:spPr>
        <p:txBody>
          <a:bodyPr wrap="none" lIns="0" tIns="0" rIns="0" bIns="0" anchor="ctr">
            <a:noAutofit/>
          </a:bodyPr>
          <a:lstStyle>
            <a:defPPr algn="l">
              <a:defRPr sz="900" b="1">
                <a:solidFill>
                  <a:srgbClr val="367C6B"/>
                </a:solidFill>
                <a:latin typeface="Arial" panose="020B0604020202090204"/>
                <a:ea typeface="Arial" panose="020B0604020202090204"/>
                <a:cs typeface="Arial" panose="020B0604020202090204"/>
              </a:defRPr>
            </a:defPPr>
            <a:lvl1pPr algn="l">
              <a:buNone/>
              <a:defRPr sz="900" b="1">
                <a:solidFill>
                  <a:srgbClr val="367C6B"/>
                </a:solidFill>
                <a:latin typeface="Arial" panose="020B0604020202090204"/>
                <a:ea typeface="Arial" panose="020B0604020202090204"/>
                <a:cs typeface="Arial" panose="020B0604020202090204"/>
              </a:defRPr>
            </a:lvl1pPr>
            <a:lvl2pPr algn="l">
              <a:buNone/>
              <a:defRPr sz="900" b="1">
                <a:solidFill>
                  <a:srgbClr val="367C6B"/>
                </a:solidFill>
                <a:latin typeface="Arial" panose="020B0604020202090204"/>
                <a:ea typeface="Arial" panose="020B0604020202090204"/>
                <a:cs typeface="Arial" panose="020B0604020202090204"/>
              </a:defRPr>
            </a:lvl2pPr>
            <a:lvl3pPr algn="l">
              <a:buNone/>
              <a:defRPr sz="900" b="1">
                <a:solidFill>
                  <a:srgbClr val="367C6B"/>
                </a:solidFill>
                <a:latin typeface="Arial" panose="020B0604020202090204"/>
                <a:ea typeface="Arial" panose="020B0604020202090204"/>
                <a:cs typeface="Arial" panose="020B0604020202090204"/>
              </a:defRPr>
            </a:lvl3pPr>
            <a:lvl4pPr algn="l">
              <a:buNone/>
              <a:defRPr sz="900" b="1">
                <a:solidFill>
                  <a:srgbClr val="367C6B"/>
                </a:solidFill>
                <a:latin typeface="Arial" panose="020B0604020202090204"/>
                <a:ea typeface="Arial" panose="020B0604020202090204"/>
                <a:cs typeface="Arial" panose="020B0604020202090204"/>
              </a:defRPr>
            </a:lvl4pPr>
            <a:lvl5pPr algn="l">
              <a:buNone/>
              <a:defRPr sz="900" b="1">
                <a:solidFill>
                  <a:srgbClr val="367C6B"/>
                </a:solidFill>
                <a:latin typeface="Arial" panose="020B0604020202090204"/>
                <a:ea typeface="Arial" panose="020B0604020202090204"/>
                <a:cs typeface="Arial" panose="020B0604020202090204"/>
              </a:defRPr>
            </a:lvl5pPr>
            <a:lvl6pPr algn="l">
              <a:buNone/>
              <a:defRPr sz="900" b="1">
                <a:solidFill>
                  <a:srgbClr val="367C6B"/>
                </a:solidFill>
                <a:latin typeface="Arial" panose="020B0604020202090204"/>
                <a:ea typeface="Arial" panose="020B0604020202090204"/>
                <a:cs typeface="Arial" panose="020B0604020202090204"/>
              </a:defRPr>
            </a:lvl6pPr>
            <a:lvl7pPr algn="l">
              <a:buNone/>
              <a:defRPr sz="900" b="1">
                <a:solidFill>
                  <a:srgbClr val="367C6B"/>
                </a:solidFill>
                <a:latin typeface="Arial" panose="020B0604020202090204"/>
                <a:ea typeface="Arial" panose="020B0604020202090204"/>
                <a:cs typeface="Arial" panose="020B0604020202090204"/>
              </a:defRPr>
            </a:lvl7pPr>
            <a:lvl8pPr algn="l">
              <a:buNone/>
              <a:defRPr sz="900" b="1">
                <a:solidFill>
                  <a:srgbClr val="367C6B"/>
                </a:solidFill>
                <a:latin typeface="Arial" panose="020B0604020202090204"/>
                <a:ea typeface="Arial" panose="020B0604020202090204"/>
                <a:cs typeface="Arial" panose="020B0604020202090204"/>
              </a:defRPr>
            </a:lvl8pPr>
            <a:lvl9pPr algn="l">
              <a:buNone/>
              <a:defRPr sz="900" b="1">
                <a:solidFill>
                  <a:srgbClr val="367C6B"/>
                </a:solidFill>
                <a:latin typeface="Arial" panose="020B0604020202090204"/>
                <a:ea typeface="Arial" panose="020B0604020202090204"/>
                <a:cs typeface="Arial" panose="020B0604020202090204"/>
              </a:defRPr>
            </a:lvl9pPr>
          </a:lstStyle>
          <a:p>
            <a:pPr algn="l">
              <a:buNone/>
              <a:defRPr sz="900" b="1">
                <a:solidFill>
                  <a:srgbClr val="367C6B"/>
                </a:solidFill>
                <a:latin typeface="Arial" panose="020B0604020202090204"/>
                <a:ea typeface="Arial" panose="020B0604020202090204"/>
                <a:cs typeface="Arial" panose="020B0604020202090204"/>
              </a:defRPr>
            </a:pPr>
            <a:r>
              <a:rPr sz="1200" b="1">
                <a:solidFill>
                  <a:srgbClr val="367C6B"/>
                </a:solidFill>
                <a:latin typeface="Arial" panose="020B0604020202090204"/>
                <a:ea typeface="Arial" panose="020B0604020202090204"/>
                <a:cs typeface="Arial" panose="020B0604020202090204"/>
              </a:rPr>
              <a:t>T</a:t>
            </a:r>
            <a:endParaRPr sz="1200" b="1">
              <a:solidFill>
                <a:srgbClr val="367C6B"/>
              </a:solidFill>
              <a:latin typeface="Arial" panose="020B0604020202090204"/>
              <a:ea typeface="Arial" panose="020B0604020202090204"/>
              <a:cs typeface="Arial" panose="020B0604020202090204"/>
            </a:endParaRPr>
          </a:p>
        </p:txBody>
      </p:sp>
      <p:sp>
        <p:nvSpPr>
          <p:cNvPr id="293" name="Editable text: Approach the knife."/>
          <p:cNvSpPr>
            <a:spLocks noGrp="1"/>
          </p:cNvSpPr>
          <p:nvPr/>
        </p:nvSpPr>
        <p:spPr>
          <a:xfrm>
            <a:off x="5161293" y="6884143"/>
            <a:ext cx="1354328" cy="165416"/>
          </a:xfrm>
          <a:prstGeom prst="rect">
            <a:avLst/>
          </a:prstGeom>
          <a:noFill/>
          <a:ln w="0">
            <a:noFill/>
          </a:ln>
        </p:spPr>
        <p:txBody>
          <a:bodyPr wrap="none" lIns="0" tIns="0" rIns="0" bIns="0" anchor="ctr">
            <a:noAutofit/>
          </a:bodyPr>
          <a:lstStyle>
            <a:defPPr algn="l">
              <a:defRPr sz="1050" b="0">
                <a:solidFill>
                  <a:srgbClr val="367C6B"/>
                </a:solidFill>
                <a:latin typeface="Arial" panose="020B0604020202090204"/>
                <a:ea typeface="Arial" panose="020B0604020202090204"/>
                <a:cs typeface="Arial" panose="020B0604020202090204"/>
              </a:defRPr>
            </a:defPPr>
            <a:lvl1pPr algn="l">
              <a:buNone/>
              <a:defRPr sz="1050" b="0">
                <a:solidFill>
                  <a:srgbClr val="367C6B"/>
                </a:solidFill>
                <a:latin typeface="Arial" panose="020B0604020202090204"/>
                <a:ea typeface="Arial" panose="020B0604020202090204"/>
                <a:cs typeface="Arial" panose="020B0604020202090204"/>
              </a:defRPr>
            </a:lvl1pPr>
            <a:lvl2pPr algn="l">
              <a:buNone/>
              <a:defRPr sz="1050" b="0">
                <a:solidFill>
                  <a:srgbClr val="367C6B"/>
                </a:solidFill>
                <a:latin typeface="Arial" panose="020B0604020202090204"/>
                <a:ea typeface="Arial" panose="020B0604020202090204"/>
                <a:cs typeface="Arial" panose="020B0604020202090204"/>
              </a:defRPr>
            </a:lvl2pPr>
            <a:lvl3pPr algn="l">
              <a:buNone/>
              <a:defRPr sz="1050" b="0">
                <a:solidFill>
                  <a:srgbClr val="367C6B"/>
                </a:solidFill>
                <a:latin typeface="Arial" panose="020B0604020202090204"/>
                <a:ea typeface="Arial" panose="020B0604020202090204"/>
                <a:cs typeface="Arial" panose="020B0604020202090204"/>
              </a:defRPr>
            </a:lvl3pPr>
            <a:lvl4pPr algn="l">
              <a:buNone/>
              <a:defRPr sz="1050" b="0">
                <a:solidFill>
                  <a:srgbClr val="367C6B"/>
                </a:solidFill>
                <a:latin typeface="Arial" panose="020B0604020202090204"/>
                <a:ea typeface="Arial" panose="020B0604020202090204"/>
                <a:cs typeface="Arial" panose="020B0604020202090204"/>
              </a:defRPr>
            </a:lvl4pPr>
            <a:lvl5pPr algn="l">
              <a:buNone/>
              <a:defRPr sz="1050" b="0">
                <a:solidFill>
                  <a:srgbClr val="367C6B"/>
                </a:solidFill>
                <a:latin typeface="Arial" panose="020B0604020202090204"/>
                <a:ea typeface="Arial" panose="020B0604020202090204"/>
                <a:cs typeface="Arial" panose="020B0604020202090204"/>
              </a:defRPr>
            </a:lvl5pPr>
            <a:lvl6pPr algn="l">
              <a:buNone/>
              <a:defRPr sz="1050" b="0">
                <a:solidFill>
                  <a:srgbClr val="367C6B"/>
                </a:solidFill>
                <a:latin typeface="Arial" panose="020B0604020202090204"/>
                <a:ea typeface="Arial" panose="020B0604020202090204"/>
                <a:cs typeface="Arial" panose="020B0604020202090204"/>
              </a:defRPr>
            </a:lvl6pPr>
            <a:lvl7pPr algn="l">
              <a:buNone/>
              <a:defRPr sz="1050" b="0">
                <a:solidFill>
                  <a:srgbClr val="367C6B"/>
                </a:solidFill>
                <a:latin typeface="Arial" panose="020B0604020202090204"/>
                <a:ea typeface="Arial" panose="020B0604020202090204"/>
                <a:cs typeface="Arial" panose="020B0604020202090204"/>
              </a:defRPr>
            </a:lvl7pPr>
            <a:lvl8pPr algn="l">
              <a:buNone/>
              <a:defRPr sz="1050" b="0">
                <a:solidFill>
                  <a:srgbClr val="367C6B"/>
                </a:solidFill>
                <a:latin typeface="Arial" panose="020B0604020202090204"/>
                <a:ea typeface="Arial" panose="020B0604020202090204"/>
                <a:cs typeface="Arial" panose="020B0604020202090204"/>
              </a:defRPr>
            </a:lvl8pPr>
            <a:lvl9pPr algn="l">
              <a:buNone/>
              <a:defRPr sz="1050" b="0">
                <a:solidFill>
                  <a:srgbClr val="367C6B"/>
                </a:solidFill>
                <a:latin typeface="Arial" panose="020B0604020202090204"/>
                <a:ea typeface="Arial" panose="020B0604020202090204"/>
                <a:cs typeface="Arial" panose="020B0604020202090204"/>
              </a:defRPr>
            </a:lvl9pPr>
          </a:lstStyle>
          <a:p>
            <a:pPr algn="l">
              <a:buNone/>
              <a:defRPr sz="1050" b="0">
                <a:solidFill>
                  <a:srgbClr val="367C6B"/>
                </a:solidFill>
                <a:latin typeface="Arial" panose="020B0604020202090204"/>
                <a:ea typeface="Arial" panose="020B0604020202090204"/>
                <a:cs typeface="Arial" panose="020B0604020202090204"/>
              </a:defRPr>
            </a:pPr>
            <a:r>
              <a:rPr sz="1400" b="0">
                <a:solidFill>
                  <a:srgbClr val="367C6B"/>
                </a:solidFill>
                <a:latin typeface="Arial" panose="020B0604020202090204"/>
                <a:ea typeface="Arial" panose="020B0604020202090204"/>
                <a:cs typeface="Arial" panose="020B0604020202090204"/>
              </a:rPr>
              <a:t>Approach the knife.</a:t>
            </a:r>
            <a:endParaRPr sz="1400" b="0">
              <a:solidFill>
                <a:srgbClr val="367C6B"/>
              </a:solidFill>
              <a:latin typeface="Arial" panose="020B0604020202090204"/>
              <a:ea typeface="Arial" panose="020B0604020202090204"/>
              <a:cs typeface="Arial" panose="020B0604020202090204"/>
            </a:endParaRPr>
          </a:p>
        </p:txBody>
      </p:sp>
      <p:pic>
        <p:nvPicPr>
          <p:cNvPr id="294" name="图片 293"/>
          <p:cNvPicPr>
            <a:picLocks noChangeAspect="1"/>
          </p:cNvPicPr>
          <p:nvPr/>
        </p:nvPicPr>
        <p:blipFill>
          <a:blip r:embed="rId11"/>
          <a:srcRect b="21024"/>
          <a:stretch>
            <a:fillRect/>
          </a:stretch>
        </p:blipFill>
        <p:spPr>
          <a:xfrm>
            <a:off x="5269803" y="7234310"/>
            <a:ext cx="1462253" cy="823144"/>
          </a:xfrm>
          <a:prstGeom prst="rect">
            <a:avLst/>
          </a:prstGeom>
        </p:spPr>
      </p:pic>
      <p:sp>
        <p:nvSpPr>
          <p:cNvPr id="295" name="Editable rounded frame 1904"/>
          <p:cNvSpPr>
            <a:spLocks noGrp="1"/>
          </p:cNvSpPr>
          <p:nvPr/>
        </p:nvSpPr>
        <p:spPr>
          <a:xfrm>
            <a:off x="5269803" y="7234310"/>
            <a:ext cx="1462253" cy="823144"/>
          </a:xfrm>
          <a:prstGeom prst="roundRect">
            <a:avLst>
              <a:gd name="adj" fmla="val 0"/>
            </a:avLst>
          </a:prstGeom>
          <a:noFill/>
          <a:ln w="11214">
            <a:solidFill>
              <a:srgbClr val="D9E3E8"/>
            </a:solidFill>
            <a:prstDash val="solid"/>
          </a:ln>
        </p:spPr>
      </p:sp>
      <p:sp>
        <p:nvSpPr>
          <p:cNvPr id="296" name="Editable rounded frame 1920"/>
          <p:cNvSpPr>
            <a:spLocks noGrp="1"/>
          </p:cNvSpPr>
          <p:nvPr/>
        </p:nvSpPr>
        <p:spPr>
          <a:xfrm>
            <a:off x="5425194" y="7603812"/>
            <a:ext cx="405306" cy="217333"/>
          </a:xfrm>
          <a:prstGeom prst="roundRect">
            <a:avLst>
              <a:gd name="adj" fmla="val 6617"/>
            </a:avLst>
          </a:prstGeom>
          <a:noFill/>
          <a:ln w="42816">
            <a:solidFill>
              <a:srgbClr val="FFFFFF"/>
            </a:solidFill>
            <a:prstDash val="solid"/>
          </a:ln>
        </p:spPr>
      </p:sp>
      <p:sp>
        <p:nvSpPr>
          <p:cNvPr id="297" name="Editable rounded frame 1936"/>
          <p:cNvSpPr>
            <a:spLocks noGrp="1"/>
          </p:cNvSpPr>
          <p:nvPr/>
        </p:nvSpPr>
        <p:spPr>
          <a:xfrm>
            <a:off x="5425194" y="7603812"/>
            <a:ext cx="405306" cy="217333"/>
          </a:xfrm>
          <a:prstGeom prst="roundRect">
            <a:avLst>
              <a:gd name="adj" fmla="val 6617"/>
            </a:avLst>
          </a:prstGeom>
          <a:noFill/>
          <a:ln w="20389">
            <a:solidFill>
              <a:srgbClr val="CD5C55"/>
            </a:solidFill>
            <a:prstDash val="solid"/>
          </a:ln>
        </p:spPr>
      </p:sp>
      <p:sp>
        <p:nvSpPr>
          <p:cNvPr id="298" name="Editable rounded frame 1952"/>
          <p:cNvSpPr>
            <a:spLocks noGrp="1"/>
          </p:cNvSpPr>
          <p:nvPr/>
        </p:nvSpPr>
        <p:spPr>
          <a:xfrm>
            <a:off x="6576664" y="7269040"/>
            <a:ext cx="126390" cy="126390"/>
          </a:xfrm>
          <a:prstGeom prst="roundRect">
            <a:avLst>
              <a:gd name="adj" fmla="val 18182"/>
            </a:avLst>
          </a:prstGeom>
          <a:solidFill>
            <a:srgbClr val="F3EFF8"/>
          </a:solidFill>
          <a:ln w="0">
            <a:noFill/>
            <a:prstDash val="solid"/>
          </a:ln>
        </p:spPr>
      </p:sp>
      <p:sp>
        <p:nvSpPr>
          <p:cNvPr id="299" name="Editable text: V"/>
          <p:cNvSpPr>
            <a:spLocks noGrp="1"/>
          </p:cNvSpPr>
          <p:nvPr/>
        </p:nvSpPr>
        <p:spPr>
          <a:xfrm>
            <a:off x="6607456" y="7268846"/>
            <a:ext cx="86289" cy="137160"/>
          </a:xfrm>
          <a:prstGeom prst="rect">
            <a:avLst/>
          </a:prstGeom>
          <a:noFill/>
          <a:ln w="0">
            <a:noFill/>
          </a:ln>
        </p:spPr>
        <p:txBody>
          <a:bodyPr wrap="none" lIns="0" tIns="0" rIns="0" bIns="0" anchor="ctr">
            <a:noAutofit/>
          </a:bodyPr>
          <a:lstStyle>
            <a:defPPr algn="l">
              <a:defRPr sz="900" b="1">
                <a:solidFill>
                  <a:srgbClr val="786096"/>
                </a:solidFill>
                <a:latin typeface="Arial" panose="020B0604020202090204"/>
                <a:ea typeface="Arial" panose="020B0604020202090204"/>
                <a:cs typeface="Arial" panose="020B0604020202090204"/>
              </a:defRPr>
            </a:defPPr>
            <a:lvl1pPr algn="l">
              <a:buNone/>
              <a:defRPr sz="900" b="1">
                <a:solidFill>
                  <a:srgbClr val="786096"/>
                </a:solidFill>
                <a:latin typeface="Arial" panose="020B0604020202090204"/>
                <a:ea typeface="Arial" panose="020B0604020202090204"/>
                <a:cs typeface="Arial" panose="020B0604020202090204"/>
              </a:defRPr>
            </a:lvl1pPr>
            <a:lvl2pPr algn="l">
              <a:buNone/>
              <a:defRPr sz="900" b="1">
                <a:solidFill>
                  <a:srgbClr val="786096"/>
                </a:solidFill>
                <a:latin typeface="Arial" panose="020B0604020202090204"/>
                <a:ea typeface="Arial" panose="020B0604020202090204"/>
                <a:cs typeface="Arial" panose="020B0604020202090204"/>
              </a:defRPr>
            </a:lvl2pPr>
            <a:lvl3pPr algn="l">
              <a:buNone/>
              <a:defRPr sz="900" b="1">
                <a:solidFill>
                  <a:srgbClr val="786096"/>
                </a:solidFill>
                <a:latin typeface="Arial" panose="020B0604020202090204"/>
                <a:ea typeface="Arial" panose="020B0604020202090204"/>
                <a:cs typeface="Arial" panose="020B0604020202090204"/>
              </a:defRPr>
            </a:lvl3pPr>
            <a:lvl4pPr algn="l">
              <a:buNone/>
              <a:defRPr sz="900" b="1">
                <a:solidFill>
                  <a:srgbClr val="786096"/>
                </a:solidFill>
                <a:latin typeface="Arial" panose="020B0604020202090204"/>
                <a:ea typeface="Arial" panose="020B0604020202090204"/>
                <a:cs typeface="Arial" panose="020B0604020202090204"/>
              </a:defRPr>
            </a:lvl4pPr>
            <a:lvl5pPr algn="l">
              <a:buNone/>
              <a:defRPr sz="900" b="1">
                <a:solidFill>
                  <a:srgbClr val="786096"/>
                </a:solidFill>
                <a:latin typeface="Arial" panose="020B0604020202090204"/>
                <a:ea typeface="Arial" panose="020B0604020202090204"/>
                <a:cs typeface="Arial" panose="020B0604020202090204"/>
              </a:defRPr>
            </a:lvl5pPr>
            <a:lvl6pPr algn="l">
              <a:buNone/>
              <a:defRPr sz="900" b="1">
                <a:solidFill>
                  <a:srgbClr val="786096"/>
                </a:solidFill>
                <a:latin typeface="Arial" panose="020B0604020202090204"/>
                <a:ea typeface="Arial" panose="020B0604020202090204"/>
                <a:cs typeface="Arial" panose="020B0604020202090204"/>
              </a:defRPr>
            </a:lvl6pPr>
            <a:lvl7pPr algn="l">
              <a:buNone/>
              <a:defRPr sz="900" b="1">
                <a:solidFill>
                  <a:srgbClr val="786096"/>
                </a:solidFill>
                <a:latin typeface="Arial" panose="020B0604020202090204"/>
                <a:ea typeface="Arial" panose="020B0604020202090204"/>
                <a:cs typeface="Arial" panose="020B0604020202090204"/>
              </a:defRPr>
            </a:lvl7pPr>
            <a:lvl8pPr algn="l">
              <a:buNone/>
              <a:defRPr sz="900" b="1">
                <a:solidFill>
                  <a:srgbClr val="786096"/>
                </a:solidFill>
                <a:latin typeface="Arial" panose="020B0604020202090204"/>
                <a:ea typeface="Arial" panose="020B0604020202090204"/>
                <a:cs typeface="Arial" panose="020B0604020202090204"/>
              </a:defRPr>
            </a:lvl8pPr>
            <a:lvl9pPr algn="l">
              <a:buNone/>
              <a:defRPr sz="900" b="1">
                <a:solidFill>
                  <a:srgbClr val="786096"/>
                </a:solidFill>
                <a:latin typeface="Arial" panose="020B0604020202090204"/>
                <a:ea typeface="Arial" panose="020B0604020202090204"/>
                <a:cs typeface="Arial" panose="020B0604020202090204"/>
              </a:defRPr>
            </a:lvl9pPr>
          </a:lstStyle>
          <a:p>
            <a:pPr algn="l">
              <a:buNone/>
              <a:defRPr sz="900" b="1">
                <a:solidFill>
                  <a:srgbClr val="786096"/>
                </a:solidFill>
                <a:latin typeface="Arial" panose="020B0604020202090204"/>
                <a:ea typeface="Arial" panose="020B0604020202090204"/>
                <a:cs typeface="Arial" panose="020B0604020202090204"/>
              </a:defRPr>
            </a:pPr>
            <a:r>
              <a:rPr sz="1200" b="1">
                <a:solidFill>
                  <a:srgbClr val="786096"/>
                </a:solidFill>
                <a:latin typeface="Arial" panose="020B0604020202090204"/>
                <a:ea typeface="Arial" panose="020B0604020202090204"/>
                <a:cs typeface="Arial" panose="020B0604020202090204"/>
              </a:rPr>
              <a:t>V</a:t>
            </a:r>
            <a:endParaRPr sz="1200" b="1">
              <a:solidFill>
                <a:srgbClr val="786096"/>
              </a:solidFill>
              <a:latin typeface="Arial" panose="020B0604020202090204"/>
              <a:ea typeface="Arial" panose="020B0604020202090204"/>
              <a:cs typeface="Arial" panose="020B0604020202090204"/>
            </a:endParaRPr>
          </a:p>
        </p:txBody>
      </p:sp>
      <p:sp>
        <p:nvSpPr>
          <p:cNvPr id="300" name="Editable text: Approach the object in"/>
          <p:cNvSpPr>
            <a:spLocks noGrp="1"/>
          </p:cNvSpPr>
          <p:nvPr/>
        </p:nvSpPr>
        <p:spPr>
          <a:xfrm>
            <a:off x="5161280" y="8242935"/>
            <a:ext cx="1765935" cy="295275"/>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Approach the object </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in</a:t>
            </a:r>
            <a:r>
              <a:rPr lang="en-US" sz="1400" b="0">
                <a:solidFill>
                  <a:srgbClr val="786096"/>
                </a:solidFill>
                <a:latin typeface="Arial" panose="020B0604020202090204"/>
                <a:ea typeface="Arial" panose="020B0604020202090204"/>
                <a:cs typeface="Arial" panose="020B0604020202090204"/>
              </a:rPr>
              <a:t> </a:t>
            </a:r>
            <a:r>
              <a:rPr sz="1400">
                <a:sym typeface="+mn-ea"/>
              </a:rPr>
              <a:t>the red box.</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endParaRPr lang="en-US" sz="1400" b="0">
              <a:solidFill>
                <a:srgbClr val="786096"/>
              </a:solidFill>
              <a:latin typeface="Arial" panose="020B0604020202090204"/>
              <a:ea typeface="Arial" panose="020B0604020202090204"/>
              <a:cs typeface="Arial" panose="020B0604020202090204"/>
            </a:endParaRPr>
          </a:p>
        </p:txBody>
      </p:sp>
      <p:sp>
        <p:nvSpPr>
          <p:cNvPr id="301" name="Editable text: the red box."/>
          <p:cNvSpPr>
            <a:spLocks noGrp="1"/>
          </p:cNvSpPr>
          <p:nvPr/>
        </p:nvSpPr>
        <p:spPr>
          <a:xfrm>
            <a:off x="5201920" y="8651240"/>
            <a:ext cx="1725295" cy="247015"/>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l">
              <a:buNone/>
              <a:defRPr sz="1050" b="0">
                <a:solidFill>
                  <a:srgbClr val="786096"/>
                </a:solidFill>
                <a:latin typeface="Arial" panose="020B0604020202090204"/>
                <a:ea typeface="Arial" panose="020B0604020202090204"/>
                <a:cs typeface="Arial" panose="020B0604020202090204"/>
              </a:defRPr>
            </a:pPr>
            <a:endParaRPr sz="1400" b="0">
              <a:solidFill>
                <a:srgbClr val="786096"/>
              </a:solidFill>
              <a:latin typeface="Arial" panose="020B0604020202090204"/>
              <a:ea typeface="Arial" panose="020B0604020202090204"/>
              <a:cs typeface="Arial" panose="020B0604020202090204"/>
            </a:endParaRPr>
          </a:p>
        </p:txBody>
      </p:sp>
      <p:sp>
        <p:nvSpPr>
          <p:cNvPr id="302" name="Editable rounded frame 1999"/>
          <p:cNvSpPr>
            <a:spLocks noGrp="1"/>
          </p:cNvSpPr>
          <p:nvPr/>
        </p:nvSpPr>
        <p:spPr>
          <a:xfrm>
            <a:off x="7029450" y="5130800"/>
            <a:ext cx="1866900" cy="3333750"/>
          </a:xfrm>
          <a:prstGeom prst="roundRect">
            <a:avLst>
              <a:gd name="adj" fmla="val 2514"/>
            </a:avLst>
          </a:prstGeom>
          <a:solidFill>
            <a:srgbClr val="FFFFFF"/>
          </a:solidFill>
          <a:ln w="9000">
            <a:solidFill>
              <a:srgbClr val="D9E3E8"/>
            </a:solidFill>
            <a:prstDash val="solid"/>
          </a:ln>
        </p:spPr>
      </p:sp>
      <p:sp>
        <p:nvSpPr>
          <p:cNvPr id="303" name="Editable rounded frame 2015"/>
          <p:cNvSpPr>
            <a:spLocks noGrp="1"/>
          </p:cNvSpPr>
          <p:nvPr/>
        </p:nvSpPr>
        <p:spPr>
          <a:xfrm>
            <a:off x="7036134" y="5136529"/>
            <a:ext cx="1853532" cy="247051"/>
          </a:xfrm>
          <a:prstGeom prst="roundRect">
            <a:avLst>
              <a:gd name="adj" fmla="val 13953"/>
            </a:avLst>
          </a:prstGeom>
          <a:solidFill>
            <a:srgbClr val="FBF4E9"/>
          </a:solidFill>
          <a:ln w="0">
            <a:noFill/>
            <a:prstDash val="solid"/>
          </a:ln>
        </p:spPr>
      </p:sp>
      <p:sp>
        <p:nvSpPr>
          <p:cNvPr id="304" name="Editable text: S2"/>
          <p:cNvSpPr>
            <a:spLocks noGrp="1"/>
          </p:cNvSpPr>
          <p:nvPr/>
        </p:nvSpPr>
        <p:spPr>
          <a:xfrm>
            <a:off x="7110075" y="5182518"/>
            <a:ext cx="213885" cy="165811"/>
          </a:xfrm>
          <a:prstGeom prst="rect">
            <a:avLst/>
          </a:prstGeom>
          <a:noFill/>
          <a:ln w="0">
            <a:noFill/>
          </a:ln>
        </p:spPr>
        <p:txBody>
          <a:bodyPr wrap="none" lIns="0" tIns="0" rIns="0" bIns="0" anchor="ctr">
            <a:noAutofit/>
          </a:bodyPr>
          <a:lstStyle>
            <a:defPPr algn="l">
              <a:defRPr sz="1090" b="1">
                <a:solidFill>
                  <a:srgbClr val="A8793E"/>
                </a:solidFill>
                <a:latin typeface="Arial" panose="020B0604020202090204"/>
                <a:ea typeface="Arial" panose="020B0604020202090204"/>
                <a:cs typeface="Arial" panose="020B0604020202090204"/>
              </a:defRPr>
            </a:defPPr>
            <a:lvl1pPr algn="l">
              <a:buNone/>
              <a:defRPr sz="1090" b="1">
                <a:solidFill>
                  <a:srgbClr val="A8793E"/>
                </a:solidFill>
                <a:latin typeface="Arial" panose="020B0604020202090204"/>
                <a:ea typeface="Arial" panose="020B0604020202090204"/>
                <a:cs typeface="Arial" panose="020B0604020202090204"/>
              </a:defRPr>
            </a:lvl1pPr>
            <a:lvl2pPr algn="l">
              <a:buNone/>
              <a:defRPr sz="1090" b="1">
                <a:solidFill>
                  <a:srgbClr val="A8793E"/>
                </a:solidFill>
                <a:latin typeface="Arial" panose="020B0604020202090204"/>
                <a:ea typeface="Arial" panose="020B0604020202090204"/>
                <a:cs typeface="Arial" panose="020B0604020202090204"/>
              </a:defRPr>
            </a:lvl2pPr>
            <a:lvl3pPr algn="l">
              <a:buNone/>
              <a:defRPr sz="1090" b="1">
                <a:solidFill>
                  <a:srgbClr val="A8793E"/>
                </a:solidFill>
                <a:latin typeface="Arial" panose="020B0604020202090204"/>
                <a:ea typeface="Arial" panose="020B0604020202090204"/>
                <a:cs typeface="Arial" panose="020B0604020202090204"/>
              </a:defRPr>
            </a:lvl3pPr>
            <a:lvl4pPr algn="l">
              <a:buNone/>
              <a:defRPr sz="1090" b="1">
                <a:solidFill>
                  <a:srgbClr val="A8793E"/>
                </a:solidFill>
                <a:latin typeface="Arial" panose="020B0604020202090204"/>
                <a:ea typeface="Arial" panose="020B0604020202090204"/>
                <a:cs typeface="Arial" panose="020B0604020202090204"/>
              </a:defRPr>
            </a:lvl4pPr>
            <a:lvl5pPr algn="l">
              <a:buNone/>
              <a:defRPr sz="1090" b="1">
                <a:solidFill>
                  <a:srgbClr val="A8793E"/>
                </a:solidFill>
                <a:latin typeface="Arial" panose="020B0604020202090204"/>
                <a:ea typeface="Arial" panose="020B0604020202090204"/>
                <a:cs typeface="Arial" panose="020B0604020202090204"/>
              </a:defRPr>
            </a:lvl5pPr>
            <a:lvl6pPr algn="l">
              <a:buNone/>
              <a:defRPr sz="1090" b="1">
                <a:solidFill>
                  <a:srgbClr val="A8793E"/>
                </a:solidFill>
                <a:latin typeface="Arial" panose="020B0604020202090204"/>
                <a:ea typeface="Arial" panose="020B0604020202090204"/>
                <a:cs typeface="Arial" panose="020B0604020202090204"/>
              </a:defRPr>
            </a:lvl6pPr>
            <a:lvl7pPr algn="l">
              <a:buNone/>
              <a:defRPr sz="1090" b="1">
                <a:solidFill>
                  <a:srgbClr val="A8793E"/>
                </a:solidFill>
                <a:latin typeface="Arial" panose="020B0604020202090204"/>
                <a:ea typeface="Arial" panose="020B0604020202090204"/>
                <a:cs typeface="Arial" panose="020B0604020202090204"/>
              </a:defRPr>
            </a:lvl7pPr>
            <a:lvl8pPr algn="l">
              <a:buNone/>
              <a:defRPr sz="1090" b="1">
                <a:solidFill>
                  <a:srgbClr val="A8793E"/>
                </a:solidFill>
                <a:latin typeface="Arial" panose="020B0604020202090204"/>
                <a:ea typeface="Arial" panose="020B0604020202090204"/>
                <a:cs typeface="Arial" panose="020B0604020202090204"/>
              </a:defRPr>
            </a:lvl8pPr>
            <a:lvl9pPr algn="l">
              <a:buNone/>
              <a:defRPr sz="1090" b="1">
                <a:solidFill>
                  <a:srgbClr val="A8793E"/>
                </a:solidFill>
                <a:latin typeface="Arial" panose="020B0604020202090204"/>
                <a:ea typeface="Arial" panose="020B0604020202090204"/>
                <a:cs typeface="Arial" panose="020B0604020202090204"/>
              </a:defRPr>
            </a:lvl9pPr>
          </a:lstStyle>
          <a:p>
            <a:pPr algn="l">
              <a:buNone/>
              <a:defRPr sz="1090" b="1">
                <a:solidFill>
                  <a:srgbClr val="A8793E"/>
                </a:solidFill>
                <a:latin typeface="Arial" panose="020B0604020202090204"/>
                <a:ea typeface="Arial" panose="020B0604020202090204"/>
                <a:cs typeface="Arial" panose="020B0604020202090204"/>
              </a:defRPr>
            </a:pPr>
            <a:r>
              <a:rPr sz="1400" b="1">
                <a:solidFill>
                  <a:srgbClr val="A8793E"/>
                </a:solidFill>
                <a:latin typeface="Arial" panose="020B0604020202090204"/>
                <a:ea typeface="Arial" panose="020B0604020202090204"/>
                <a:cs typeface="Arial" panose="020B0604020202090204"/>
              </a:rPr>
              <a:t>S2</a:t>
            </a:r>
            <a:endParaRPr sz="1400" b="1">
              <a:solidFill>
                <a:srgbClr val="A8793E"/>
              </a:solidFill>
              <a:latin typeface="Arial" panose="020B0604020202090204"/>
              <a:ea typeface="Arial" panose="020B0604020202090204"/>
              <a:cs typeface="Arial" panose="020B0604020202090204"/>
            </a:endParaRPr>
          </a:p>
        </p:txBody>
      </p:sp>
      <p:sp>
        <p:nvSpPr>
          <p:cNvPr id="305" name="Editable text: Grasp"/>
          <p:cNvSpPr>
            <a:spLocks noGrp="1"/>
          </p:cNvSpPr>
          <p:nvPr/>
        </p:nvSpPr>
        <p:spPr>
          <a:xfrm>
            <a:off x="7351531" y="5185883"/>
            <a:ext cx="451582" cy="162306"/>
          </a:xfrm>
          <a:prstGeom prst="rect">
            <a:avLst/>
          </a:prstGeom>
          <a:noFill/>
          <a:ln w="0">
            <a:noFill/>
          </a:ln>
        </p:spPr>
        <p:txBody>
          <a:bodyPr wrap="none" lIns="0" tIns="0" rIns="0" bIns="0" anchor="ctr">
            <a:noAutofit/>
          </a:bodyPr>
          <a:lstStyle>
            <a:defPPr algn="l">
              <a:defRPr sz="1065" b="1">
                <a:solidFill>
                  <a:srgbClr val="A8793E"/>
                </a:solidFill>
                <a:latin typeface="Arial" panose="020B0604020202090204"/>
                <a:ea typeface="Arial" panose="020B0604020202090204"/>
                <a:cs typeface="Arial" panose="020B0604020202090204"/>
              </a:defRPr>
            </a:defPPr>
            <a:lvl1pPr algn="l">
              <a:buNone/>
              <a:defRPr sz="1065" b="1">
                <a:solidFill>
                  <a:srgbClr val="A8793E"/>
                </a:solidFill>
                <a:latin typeface="Arial" panose="020B0604020202090204"/>
                <a:ea typeface="Arial" panose="020B0604020202090204"/>
                <a:cs typeface="Arial" panose="020B0604020202090204"/>
              </a:defRPr>
            </a:lvl1pPr>
            <a:lvl2pPr algn="l">
              <a:buNone/>
              <a:defRPr sz="1065" b="1">
                <a:solidFill>
                  <a:srgbClr val="A8793E"/>
                </a:solidFill>
                <a:latin typeface="Arial" panose="020B0604020202090204"/>
                <a:ea typeface="Arial" panose="020B0604020202090204"/>
                <a:cs typeface="Arial" panose="020B0604020202090204"/>
              </a:defRPr>
            </a:lvl2pPr>
            <a:lvl3pPr algn="l">
              <a:buNone/>
              <a:defRPr sz="1065" b="1">
                <a:solidFill>
                  <a:srgbClr val="A8793E"/>
                </a:solidFill>
                <a:latin typeface="Arial" panose="020B0604020202090204"/>
                <a:ea typeface="Arial" panose="020B0604020202090204"/>
                <a:cs typeface="Arial" panose="020B0604020202090204"/>
              </a:defRPr>
            </a:lvl3pPr>
            <a:lvl4pPr algn="l">
              <a:buNone/>
              <a:defRPr sz="1065" b="1">
                <a:solidFill>
                  <a:srgbClr val="A8793E"/>
                </a:solidFill>
                <a:latin typeface="Arial" panose="020B0604020202090204"/>
                <a:ea typeface="Arial" panose="020B0604020202090204"/>
                <a:cs typeface="Arial" panose="020B0604020202090204"/>
              </a:defRPr>
            </a:lvl4pPr>
            <a:lvl5pPr algn="l">
              <a:buNone/>
              <a:defRPr sz="1065" b="1">
                <a:solidFill>
                  <a:srgbClr val="A8793E"/>
                </a:solidFill>
                <a:latin typeface="Arial" panose="020B0604020202090204"/>
                <a:ea typeface="Arial" panose="020B0604020202090204"/>
                <a:cs typeface="Arial" panose="020B0604020202090204"/>
              </a:defRPr>
            </a:lvl5pPr>
            <a:lvl6pPr algn="l">
              <a:buNone/>
              <a:defRPr sz="1065" b="1">
                <a:solidFill>
                  <a:srgbClr val="A8793E"/>
                </a:solidFill>
                <a:latin typeface="Arial" panose="020B0604020202090204"/>
                <a:ea typeface="Arial" panose="020B0604020202090204"/>
                <a:cs typeface="Arial" panose="020B0604020202090204"/>
              </a:defRPr>
            </a:lvl6pPr>
            <a:lvl7pPr algn="l">
              <a:buNone/>
              <a:defRPr sz="1065" b="1">
                <a:solidFill>
                  <a:srgbClr val="A8793E"/>
                </a:solidFill>
                <a:latin typeface="Arial" panose="020B0604020202090204"/>
                <a:ea typeface="Arial" panose="020B0604020202090204"/>
                <a:cs typeface="Arial" panose="020B0604020202090204"/>
              </a:defRPr>
            </a:lvl7pPr>
            <a:lvl8pPr algn="l">
              <a:buNone/>
              <a:defRPr sz="1065" b="1">
                <a:solidFill>
                  <a:srgbClr val="A8793E"/>
                </a:solidFill>
                <a:latin typeface="Arial" panose="020B0604020202090204"/>
                <a:ea typeface="Arial" panose="020B0604020202090204"/>
                <a:cs typeface="Arial" panose="020B0604020202090204"/>
              </a:defRPr>
            </a:lvl8pPr>
            <a:lvl9pPr algn="l">
              <a:buNone/>
              <a:defRPr sz="1065" b="1">
                <a:solidFill>
                  <a:srgbClr val="A8793E"/>
                </a:solidFill>
                <a:latin typeface="Arial" panose="020B0604020202090204"/>
                <a:ea typeface="Arial" panose="020B0604020202090204"/>
                <a:cs typeface="Arial" panose="020B0604020202090204"/>
              </a:defRPr>
            </a:lvl9pPr>
          </a:lstStyle>
          <a:p>
            <a:pPr algn="l">
              <a:buNone/>
              <a:defRPr sz="1065" b="1">
                <a:solidFill>
                  <a:srgbClr val="A8793E"/>
                </a:solidFill>
                <a:latin typeface="Arial" panose="020B0604020202090204"/>
                <a:ea typeface="Arial" panose="020B0604020202090204"/>
                <a:cs typeface="Arial" panose="020B0604020202090204"/>
              </a:defRPr>
            </a:pPr>
            <a:r>
              <a:rPr sz="1400" b="1">
                <a:solidFill>
                  <a:srgbClr val="A8793E"/>
                </a:solidFill>
                <a:latin typeface="Arial" panose="020B0604020202090204"/>
                <a:ea typeface="Arial" panose="020B0604020202090204"/>
                <a:cs typeface="Arial" panose="020B0604020202090204"/>
              </a:rPr>
              <a:t>Grasp</a:t>
            </a:r>
            <a:endParaRPr sz="1400" b="1">
              <a:solidFill>
                <a:srgbClr val="A8793E"/>
              </a:solidFill>
              <a:latin typeface="Arial" panose="020B0604020202090204"/>
              <a:ea typeface="Arial" panose="020B0604020202090204"/>
              <a:cs typeface="Arial" panose="020B0604020202090204"/>
            </a:endParaRPr>
          </a:p>
        </p:txBody>
      </p:sp>
      <p:sp>
        <p:nvSpPr>
          <p:cNvPr id="306" name="Editable rounded frame 2051"/>
          <p:cNvSpPr>
            <a:spLocks noGrp="1"/>
          </p:cNvSpPr>
          <p:nvPr/>
        </p:nvSpPr>
        <p:spPr>
          <a:xfrm>
            <a:off x="8540849" y="5188087"/>
            <a:ext cx="315397" cy="143576"/>
          </a:xfrm>
          <a:prstGeom prst="roundRect">
            <a:avLst>
              <a:gd name="adj" fmla="val 16000"/>
            </a:avLst>
          </a:prstGeom>
          <a:solidFill>
            <a:srgbClr val="FBF4E9"/>
          </a:solidFill>
          <a:ln w="0">
            <a:noFill/>
            <a:prstDash val="solid"/>
          </a:ln>
        </p:spPr>
      </p:sp>
      <p:sp>
        <p:nvSpPr>
          <p:cNvPr id="307" name="Editable text: High"/>
          <p:cNvSpPr>
            <a:spLocks noGrp="1"/>
          </p:cNvSpPr>
          <p:nvPr/>
        </p:nvSpPr>
        <p:spPr>
          <a:xfrm>
            <a:off x="8574687" y="5193443"/>
            <a:ext cx="273205" cy="137160"/>
          </a:xfrm>
          <a:prstGeom prst="rect">
            <a:avLst/>
          </a:prstGeom>
          <a:noFill/>
          <a:ln w="0">
            <a:noFill/>
          </a:ln>
        </p:spPr>
        <p:txBody>
          <a:bodyPr wrap="none" lIns="0" tIns="0" rIns="0" bIns="0" anchor="ctr">
            <a:noAutofit/>
          </a:bodyPr>
          <a:lstStyle>
            <a:defPPr algn="l">
              <a:defRPr sz="900" b="0">
                <a:solidFill>
                  <a:srgbClr val="A8793E"/>
                </a:solidFill>
                <a:latin typeface="Arial" panose="020B0604020202090204"/>
                <a:ea typeface="Arial" panose="020B0604020202090204"/>
                <a:cs typeface="Arial" panose="020B0604020202090204"/>
              </a:defRPr>
            </a:defPPr>
            <a:lvl1pPr algn="l">
              <a:buNone/>
              <a:defRPr sz="900" b="0">
                <a:solidFill>
                  <a:srgbClr val="A8793E"/>
                </a:solidFill>
                <a:latin typeface="Arial" panose="020B0604020202090204"/>
                <a:ea typeface="Arial" panose="020B0604020202090204"/>
                <a:cs typeface="Arial" panose="020B0604020202090204"/>
              </a:defRPr>
            </a:lvl1pPr>
            <a:lvl2pPr algn="l">
              <a:buNone/>
              <a:defRPr sz="900" b="0">
                <a:solidFill>
                  <a:srgbClr val="A8793E"/>
                </a:solidFill>
                <a:latin typeface="Arial" panose="020B0604020202090204"/>
                <a:ea typeface="Arial" panose="020B0604020202090204"/>
                <a:cs typeface="Arial" panose="020B0604020202090204"/>
              </a:defRPr>
            </a:lvl2pPr>
            <a:lvl3pPr algn="l">
              <a:buNone/>
              <a:defRPr sz="900" b="0">
                <a:solidFill>
                  <a:srgbClr val="A8793E"/>
                </a:solidFill>
                <a:latin typeface="Arial" panose="020B0604020202090204"/>
                <a:ea typeface="Arial" panose="020B0604020202090204"/>
                <a:cs typeface="Arial" panose="020B0604020202090204"/>
              </a:defRPr>
            </a:lvl3pPr>
            <a:lvl4pPr algn="l">
              <a:buNone/>
              <a:defRPr sz="900" b="0">
                <a:solidFill>
                  <a:srgbClr val="A8793E"/>
                </a:solidFill>
                <a:latin typeface="Arial" panose="020B0604020202090204"/>
                <a:ea typeface="Arial" panose="020B0604020202090204"/>
                <a:cs typeface="Arial" panose="020B0604020202090204"/>
              </a:defRPr>
            </a:lvl4pPr>
            <a:lvl5pPr algn="l">
              <a:buNone/>
              <a:defRPr sz="900" b="0">
                <a:solidFill>
                  <a:srgbClr val="A8793E"/>
                </a:solidFill>
                <a:latin typeface="Arial" panose="020B0604020202090204"/>
                <a:ea typeface="Arial" panose="020B0604020202090204"/>
                <a:cs typeface="Arial" panose="020B0604020202090204"/>
              </a:defRPr>
            </a:lvl5pPr>
            <a:lvl6pPr algn="l">
              <a:buNone/>
              <a:defRPr sz="900" b="0">
                <a:solidFill>
                  <a:srgbClr val="A8793E"/>
                </a:solidFill>
                <a:latin typeface="Arial" panose="020B0604020202090204"/>
                <a:ea typeface="Arial" panose="020B0604020202090204"/>
                <a:cs typeface="Arial" panose="020B0604020202090204"/>
              </a:defRPr>
            </a:lvl6pPr>
            <a:lvl7pPr algn="l">
              <a:buNone/>
              <a:defRPr sz="900" b="0">
                <a:solidFill>
                  <a:srgbClr val="A8793E"/>
                </a:solidFill>
                <a:latin typeface="Arial" panose="020B0604020202090204"/>
                <a:ea typeface="Arial" panose="020B0604020202090204"/>
                <a:cs typeface="Arial" panose="020B0604020202090204"/>
              </a:defRPr>
            </a:lvl7pPr>
            <a:lvl8pPr algn="l">
              <a:buNone/>
              <a:defRPr sz="900" b="0">
                <a:solidFill>
                  <a:srgbClr val="A8793E"/>
                </a:solidFill>
                <a:latin typeface="Arial" panose="020B0604020202090204"/>
                <a:ea typeface="Arial" panose="020B0604020202090204"/>
                <a:cs typeface="Arial" panose="020B0604020202090204"/>
              </a:defRPr>
            </a:lvl8pPr>
            <a:lvl9pPr algn="l">
              <a:buNone/>
              <a:defRPr sz="900" b="0">
                <a:solidFill>
                  <a:srgbClr val="A8793E"/>
                </a:solidFill>
                <a:latin typeface="Arial" panose="020B0604020202090204"/>
                <a:ea typeface="Arial" panose="020B0604020202090204"/>
                <a:cs typeface="Arial" panose="020B0604020202090204"/>
              </a:defRPr>
            </a:lvl9pPr>
          </a:lstStyle>
          <a:p>
            <a:pPr algn="l">
              <a:buNone/>
              <a:defRPr sz="900" b="0">
                <a:solidFill>
                  <a:srgbClr val="A8793E"/>
                </a:solidFill>
                <a:latin typeface="Arial" panose="020B0604020202090204"/>
                <a:ea typeface="Arial" panose="020B0604020202090204"/>
                <a:cs typeface="Arial" panose="020B0604020202090204"/>
              </a:defRPr>
            </a:pPr>
            <a:r>
              <a:rPr sz="1200" b="0">
                <a:solidFill>
                  <a:srgbClr val="A8793E"/>
                </a:solidFill>
                <a:latin typeface="Arial" panose="020B0604020202090204"/>
                <a:ea typeface="Arial" panose="020B0604020202090204"/>
                <a:cs typeface="Arial" panose="020B0604020202090204"/>
              </a:rPr>
              <a:t>High</a:t>
            </a:r>
            <a:endParaRPr sz="1200" b="0">
              <a:solidFill>
                <a:srgbClr val="A8793E"/>
              </a:solidFill>
              <a:latin typeface="Arial" panose="020B0604020202090204"/>
              <a:ea typeface="Arial" panose="020B0604020202090204"/>
              <a:cs typeface="Arial" panose="020B0604020202090204"/>
            </a:endParaRPr>
          </a:p>
        </p:txBody>
      </p:sp>
      <p:pic>
        <p:nvPicPr>
          <p:cNvPr id="308" name="图片 307"/>
          <p:cNvPicPr>
            <a:picLocks noChangeAspect="1"/>
          </p:cNvPicPr>
          <p:nvPr/>
        </p:nvPicPr>
        <p:blipFill>
          <a:blip r:embed="rId14"/>
          <a:srcRect b="21304"/>
          <a:stretch>
            <a:fillRect/>
          </a:stretch>
        </p:blipFill>
        <p:spPr>
          <a:xfrm>
            <a:off x="7231953" y="5441224"/>
            <a:ext cx="1324406" cy="742942"/>
          </a:xfrm>
          <a:prstGeom prst="rect">
            <a:avLst/>
          </a:prstGeom>
        </p:spPr>
      </p:pic>
      <p:sp>
        <p:nvSpPr>
          <p:cNvPr id="309" name="Editable rounded frame 2087"/>
          <p:cNvSpPr>
            <a:spLocks noGrp="1"/>
          </p:cNvSpPr>
          <p:nvPr/>
        </p:nvSpPr>
        <p:spPr>
          <a:xfrm>
            <a:off x="7231953" y="5441224"/>
            <a:ext cx="1324406" cy="742942"/>
          </a:xfrm>
          <a:prstGeom prst="roundRect">
            <a:avLst>
              <a:gd name="adj" fmla="val 0"/>
            </a:avLst>
          </a:prstGeom>
          <a:noFill/>
          <a:ln w="11214">
            <a:solidFill>
              <a:srgbClr val="D9E3E8"/>
            </a:solidFill>
            <a:prstDash val="solid"/>
          </a:ln>
        </p:spPr>
      </p:sp>
      <p:pic>
        <p:nvPicPr>
          <p:cNvPr id="310" name="图片 309"/>
          <p:cNvPicPr>
            <a:picLocks noChangeAspect="1"/>
          </p:cNvPicPr>
          <p:nvPr/>
        </p:nvPicPr>
        <p:blipFill>
          <a:blip r:embed="rId39"/>
          <a:srcRect b="21304"/>
          <a:stretch>
            <a:fillRect/>
          </a:stretch>
        </p:blipFill>
        <p:spPr>
          <a:xfrm>
            <a:off x="7300697" y="5458410"/>
            <a:ext cx="1324406" cy="742942"/>
          </a:xfrm>
          <a:prstGeom prst="rect">
            <a:avLst/>
          </a:prstGeom>
        </p:spPr>
      </p:pic>
      <p:sp>
        <p:nvSpPr>
          <p:cNvPr id="311" name="Editable rounded frame 2113"/>
          <p:cNvSpPr>
            <a:spLocks noGrp="1"/>
          </p:cNvSpPr>
          <p:nvPr/>
        </p:nvSpPr>
        <p:spPr>
          <a:xfrm>
            <a:off x="7300697" y="5458410"/>
            <a:ext cx="1324406" cy="742942"/>
          </a:xfrm>
          <a:prstGeom prst="roundRect">
            <a:avLst>
              <a:gd name="adj" fmla="val 0"/>
            </a:avLst>
          </a:prstGeom>
          <a:noFill/>
          <a:ln w="11214">
            <a:solidFill>
              <a:srgbClr val="D9E3E8"/>
            </a:solidFill>
            <a:prstDash val="solid"/>
          </a:ln>
        </p:spPr>
      </p:sp>
      <p:pic>
        <p:nvPicPr>
          <p:cNvPr id="312" name="图片 311"/>
          <p:cNvPicPr>
            <a:picLocks noChangeAspect="1"/>
          </p:cNvPicPr>
          <p:nvPr/>
        </p:nvPicPr>
        <p:blipFill>
          <a:blip r:embed="rId15"/>
          <a:srcRect b="21304"/>
          <a:stretch>
            <a:fillRect/>
          </a:stretch>
        </p:blipFill>
        <p:spPr>
          <a:xfrm>
            <a:off x="7369800" y="5475597"/>
            <a:ext cx="1324406" cy="742942"/>
          </a:xfrm>
          <a:prstGeom prst="rect">
            <a:avLst/>
          </a:prstGeom>
        </p:spPr>
      </p:pic>
      <p:sp>
        <p:nvSpPr>
          <p:cNvPr id="313" name="Editable rounded frame 2139"/>
          <p:cNvSpPr>
            <a:spLocks noGrp="1"/>
          </p:cNvSpPr>
          <p:nvPr/>
        </p:nvSpPr>
        <p:spPr>
          <a:xfrm>
            <a:off x="7369800" y="5475597"/>
            <a:ext cx="1324406" cy="742942"/>
          </a:xfrm>
          <a:prstGeom prst="roundRect">
            <a:avLst>
              <a:gd name="adj" fmla="val 0"/>
            </a:avLst>
          </a:prstGeom>
          <a:noFill/>
          <a:ln w="11214">
            <a:solidFill>
              <a:srgbClr val="D9E3E8"/>
            </a:solidFill>
            <a:prstDash val="solid"/>
          </a:ln>
        </p:spPr>
      </p:sp>
      <p:sp>
        <p:nvSpPr>
          <p:cNvPr id="314" name="Editable rounded frame 2155"/>
          <p:cNvSpPr>
            <a:spLocks noGrp="1"/>
          </p:cNvSpPr>
          <p:nvPr/>
        </p:nvSpPr>
        <p:spPr>
          <a:xfrm>
            <a:off x="7096707" y="6297666"/>
            <a:ext cx="1732804" cy="413899"/>
          </a:xfrm>
          <a:prstGeom prst="roundRect">
            <a:avLst>
              <a:gd name="adj" fmla="val 4167"/>
            </a:avLst>
          </a:prstGeom>
          <a:solidFill>
            <a:srgbClr val="EDF3F8"/>
          </a:solidFill>
          <a:ln w="0">
            <a:noFill/>
            <a:prstDash val="solid"/>
          </a:ln>
        </p:spPr>
      </p:sp>
      <p:sp>
        <p:nvSpPr>
          <p:cNvPr id="315" name="Editable text: A"/>
          <p:cNvSpPr>
            <a:spLocks noGrp="1"/>
          </p:cNvSpPr>
          <p:nvPr/>
        </p:nvSpPr>
        <p:spPr>
          <a:xfrm>
            <a:off x="8705023" y="6289059"/>
            <a:ext cx="102347" cy="137160"/>
          </a:xfrm>
          <a:prstGeom prst="rect">
            <a:avLst/>
          </a:prstGeom>
          <a:noFill/>
          <a:ln w="0">
            <a:noFill/>
          </a:ln>
        </p:spPr>
        <p:txBody>
          <a:bodyPr wrap="none" lIns="0" tIns="0" rIns="0" bIns="0" anchor="ctr">
            <a:noAutofit/>
          </a:bodyPr>
          <a:lstStyle>
            <a:defPPr algn="l">
              <a:defRPr sz="900" b="1">
                <a:solidFill>
                  <a:srgbClr val="436F98"/>
                </a:solidFill>
                <a:latin typeface="Arial" panose="020B0604020202090204"/>
                <a:ea typeface="Arial" panose="020B0604020202090204"/>
                <a:cs typeface="Arial" panose="020B0604020202090204"/>
              </a:defRPr>
            </a:defPPr>
            <a:lvl1pPr algn="l">
              <a:buNone/>
              <a:defRPr sz="900" b="1">
                <a:solidFill>
                  <a:srgbClr val="436F98"/>
                </a:solidFill>
                <a:latin typeface="Arial" panose="020B0604020202090204"/>
                <a:ea typeface="Arial" panose="020B0604020202090204"/>
                <a:cs typeface="Arial" panose="020B0604020202090204"/>
              </a:defRPr>
            </a:lvl1pPr>
            <a:lvl2pPr algn="l">
              <a:buNone/>
              <a:defRPr sz="900" b="1">
                <a:solidFill>
                  <a:srgbClr val="436F98"/>
                </a:solidFill>
                <a:latin typeface="Arial" panose="020B0604020202090204"/>
                <a:ea typeface="Arial" panose="020B0604020202090204"/>
                <a:cs typeface="Arial" panose="020B0604020202090204"/>
              </a:defRPr>
            </a:lvl2pPr>
            <a:lvl3pPr algn="l">
              <a:buNone/>
              <a:defRPr sz="900" b="1">
                <a:solidFill>
                  <a:srgbClr val="436F98"/>
                </a:solidFill>
                <a:latin typeface="Arial" panose="020B0604020202090204"/>
                <a:ea typeface="Arial" panose="020B0604020202090204"/>
                <a:cs typeface="Arial" panose="020B0604020202090204"/>
              </a:defRPr>
            </a:lvl3pPr>
            <a:lvl4pPr algn="l">
              <a:buNone/>
              <a:defRPr sz="900" b="1">
                <a:solidFill>
                  <a:srgbClr val="436F98"/>
                </a:solidFill>
                <a:latin typeface="Arial" panose="020B0604020202090204"/>
                <a:ea typeface="Arial" panose="020B0604020202090204"/>
                <a:cs typeface="Arial" panose="020B0604020202090204"/>
              </a:defRPr>
            </a:lvl4pPr>
            <a:lvl5pPr algn="l">
              <a:buNone/>
              <a:defRPr sz="900" b="1">
                <a:solidFill>
                  <a:srgbClr val="436F98"/>
                </a:solidFill>
                <a:latin typeface="Arial" panose="020B0604020202090204"/>
                <a:ea typeface="Arial" panose="020B0604020202090204"/>
                <a:cs typeface="Arial" panose="020B0604020202090204"/>
              </a:defRPr>
            </a:lvl5pPr>
            <a:lvl6pPr algn="l">
              <a:buNone/>
              <a:defRPr sz="900" b="1">
                <a:solidFill>
                  <a:srgbClr val="436F98"/>
                </a:solidFill>
                <a:latin typeface="Arial" panose="020B0604020202090204"/>
                <a:ea typeface="Arial" panose="020B0604020202090204"/>
                <a:cs typeface="Arial" panose="020B0604020202090204"/>
              </a:defRPr>
            </a:lvl6pPr>
            <a:lvl7pPr algn="l">
              <a:buNone/>
              <a:defRPr sz="900" b="1">
                <a:solidFill>
                  <a:srgbClr val="436F98"/>
                </a:solidFill>
                <a:latin typeface="Arial" panose="020B0604020202090204"/>
                <a:ea typeface="Arial" panose="020B0604020202090204"/>
                <a:cs typeface="Arial" panose="020B0604020202090204"/>
              </a:defRPr>
            </a:lvl7pPr>
            <a:lvl8pPr algn="l">
              <a:buNone/>
              <a:defRPr sz="900" b="1">
                <a:solidFill>
                  <a:srgbClr val="436F98"/>
                </a:solidFill>
                <a:latin typeface="Arial" panose="020B0604020202090204"/>
                <a:ea typeface="Arial" panose="020B0604020202090204"/>
                <a:cs typeface="Arial" panose="020B0604020202090204"/>
              </a:defRPr>
            </a:lvl8pPr>
            <a:lvl9pPr algn="l">
              <a:buNone/>
              <a:defRPr sz="900" b="1">
                <a:solidFill>
                  <a:srgbClr val="436F98"/>
                </a:solidFill>
                <a:latin typeface="Arial" panose="020B0604020202090204"/>
                <a:ea typeface="Arial" panose="020B0604020202090204"/>
                <a:cs typeface="Arial" panose="020B0604020202090204"/>
              </a:defRPr>
            </a:lvl9pPr>
          </a:lstStyle>
          <a:p>
            <a:pPr algn="l">
              <a:buNone/>
              <a:defRPr sz="900" b="1">
                <a:solidFill>
                  <a:srgbClr val="436F98"/>
                </a:solidFill>
                <a:latin typeface="Arial" panose="020B0604020202090204"/>
                <a:ea typeface="Arial" panose="020B0604020202090204"/>
                <a:cs typeface="Arial" panose="020B0604020202090204"/>
              </a:defRPr>
            </a:pPr>
            <a:r>
              <a:rPr sz="1200" b="1">
                <a:solidFill>
                  <a:srgbClr val="436F98"/>
                </a:solidFill>
                <a:latin typeface="Arial" panose="020B0604020202090204"/>
                <a:ea typeface="Arial" panose="020B0604020202090204"/>
                <a:cs typeface="Arial" panose="020B0604020202090204"/>
              </a:rPr>
              <a:t>A</a:t>
            </a:r>
            <a:endParaRPr sz="1200" b="1">
              <a:solidFill>
                <a:srgbClr val="436F98"/>
              </a:solidFill>
              <a:latin typeface="Arial" panose="020B0604020202090204"/>
              <a:ea typeface="Arial" panose="020B0604020202090204"/>
              <a:cs typeface="Arial" panose="020B0604020202090204"/>
            </a:endParaRPr>
          </a:p>
        </p:txBody>
      </p:sp>
      <p:sp>
        <p:nvSpPr>
          <p:cNvPr id="316" name="Editable text: N/A"/>
          <p:cNvSpPr>
            <a:spLocks noGrp="1"/>
          </p:cNvSpPr>
          <p:nvPr/>
        </p:nvSpPr>
        <p:spPr>
          <a:xfrm>
            <a:off x="7834444" y="6435871"/>
            <a:ext cx="282395" cy="165416"/>
          </a:xfrm>
          <a:prstGeom prst="rect">
            <a:avLst/>
          </a:prstGeom>
          <a:noFill/>
          <a:ln w="0">
            <a:noFill/>
          </a:ln>
        </p:spPr>
        <p:txBody>
          <a:bodyPr wrap="none" lIns="0" tIns="0" rIns="0" bIns="0" anchor="ctr">
            <a:noAutofit/>
          </a:bodyPr>
          <a:lstStyle>
            <a:defPPr algn="l">
              <a:defRPr sz="1050" b="0">
                <a:solidFill>
                  <a:srgbClr val="637582"/>
                </a:solidFill>
                <a:latin typeface="Arial" panose="020B0604020202090204"/>
                <a:ea typeface="Arial" panose="020B0604020202090204"/>
                <a:cs typeface="Arial" panose="020B0604020202090204"/>
              </a:defRPr>
            </a:defPPr>
            <a:lvl1pPr algn="l">
              <a:buNone/>
              <a:defRPr sz="1050" b="0">
                <a:solidFill>
                  <a:srgbClr val="637582"/>
                </a:solidFill>
                <a:latin typeface="Arial" panose="020B0604020202090204"/>
                <a:ea typeface="Arial" panose="020B0604020202090204"/>
                <a:cs typeface="Arial" panose="020B0604020202090204"/>
              </a:defRPr>
            </a:lvl1pPr>
            <a:lvl2pPr algn="l">
              <a:buNone/>
              <a:defRPr sz="1050" b="0">
                <a:solidFill>
                  <a:srgbClr val="637582"/>
                </a:solidFill>
                <a:latin typeface="Arial" panose="020B0604020202090204"/>
                <a:ea typeface="Arial" panose="020B0604020202090204"/>
                <a:cs typeface="Arial" panose="020B0604020202090204"/>
              </a:defRPr>
            </a:lvl2pPr>
            <a:lvl3pPr algn="l">
              <a:buNone/>
              <a:defRPr sz="1050" b="0">
                <a:solidFill>
                  <a:srgbClr val="637582"/>
                </a:solidFill>
                <a:latin typeface="Arial" panose="020B0604020202090204"/>
                <a:ea typeface="Arial" panose="020B0604020202090204"/>
                <a:cs typeface="Arial" panose="020B0604020202090204"/>
              </a:defRPr>
            </a:lvl3pPr>
            <a:lvl4pPr algn="l">
              <a:buNone/>
              <a:defRPr sz="1050" b="0">
                <a:solidFill>
                  <a:srgbClr val="637582"/>
                </a:solidFill>
                <a:latin typeface="Arial" panose="020B0604020202090204"/>
                <a:ea typeface="Arial" panose="020B0604020202090204"/>
                <a:cs typeface="Arial" panose="020B0604020202090204"/>
              </a:defRPr>
            </a:lvl4pPr>
            <a:lvl5pPr algn="l">
              <a:buNone/>
              <a:defRPr sz="1050" b="0">
                <a:solidFill>
                  <a:srgbClr val="637582"/>
                </a:solidFill>
                <a:latin typeface="Arial" panose="020B0604020202090204"/>
                <a:ea typeface="Arial" panose="020B0604020202090204"/>
                <a:cs typeface="Arial" panose="020B0604020202090204"/>
              </a:defRPr>
            </a:lvl5pPr>
            <a:lvl6pPr algn="l">
              <a:buNone/>
              <a:defRPr sz="1050" b="0">
                <a:solidFill>
                  <a:srgbClr val="637582"/>
                </a:solidFill>
                <a:latin typeface="Arial" panose="020B0604020202090204"/>
                <a:ea typeface="Arial" panose="020B0604020202090204"/>
                <a:cs typeface="Arial" panose="020B0604020202090204"/>
              </a:defRPr>
            </a:lvl6pPr>
            <a:lvl7pPr algn="l">
              <a:buNone/>
              <a:defRPr sz="1050" b="0">
                <a:solidFill>
                  <a:srgbClr val="637582"/>
                </a:solidFill>
                <a:latin typeface="Arial" panose="020B0604020202090204"/>
                <a:ea typeface="Arial" panose="020B0604020202090204"/>
                <a:cs typeface="Arial" panose="020B0604020202090204"/>
              </a:defRPr>
            </a:lvl7pPr>
            <a:lvl8pPr algn="l">
              <a:buNone/>
              <a:defRPr sz="1050" b="0">
                <a:solidFill>
                  <a:srgbClr val="637582"/>
                </a:solidFill>
                <a:latin typeface="Arial" panose="020B0604020202090204"/>
                <a:ea typeface="Arial" panose="020B0604020202090204"/>
                <a:cs typeface="Arial" panose="020B0604020202090204"/>
              </a:defRPr>
            </a:lvl8pPr>
            <a:lvl9pPr algn="l">
              <a:buNone/>
              <a:defRPr sz="1050" b="0">
                <a:solidFill>
                  <a:srgbClr val="637582"/>
                </a:solidFill>
                <a:latin typeface="Arial" panose="020B0604020202090204"/>
                <a:ea typeface="Arial" panose="020B0604020202090204"/>
                <a:cs typeface="Arial" panose="020B0604020202090204"/>
              </a:defRPr>
            </a:lvl9pPr>
          </a:lstStyle>
          <a:p>
            <a:pPr algn="l">
              <a:buNone/>
              <a:defRPr sz="1050" b="0">
                <a:solidFill>
                  <a:srgbClr val="637582"/>
                </a:solidFill>
                <a:latin typeface="Arial" panose="020B0604020202090204"/>
                <a:ea typeface="Arial" panose="020B0604020202090204"/>
                <a:cs typeface="Arial" panose="020B0604020202090204"/>
              </a:defRPr>
            </a:pPr>
            <a:r>
              <a:rPr sz="1400" b="0">
                <a:solidFill>
                  <a:srgbClr val="637582"/>
                </a:solidFill>
                <a:latin typeface="Arial" panose="020B0604020202090204"/>
                <a:ea typeface="Arial" panose="020B0604020202090204"/>
                <a:cs typeface="Arial" panose="020B0604020202090204"/>
              </a:rPr>
              <a:t>N/A</a:t>
            </a:r>
            <a:endParaRPr sz="1400" b="0">
              <a:solidFill>
                <a:srgbClr val="637582"/>
              </a:solidFill>
              <a:latin typeface="Arial" panose="020B0604020202090204"/>
              <a:ea typeface="Arial" panose="020B0604020202090204"/>
              <a:cs typeface="Arial" panose="020B0604020202090204"/>
            </a:endParaRPr>
          </a:p>
        </p:txBody>
      </p:sp>
      <p:sp>
        <p:nvSpPr>
          <p:cNvPr id="317" name="Editable rounded frame 2191"/>
          <p:cNvSpPr>
            <a:spLocks noGrp="1"/>
          </p:cNvSpPr>
          <p:nvPr/>
        </p:nvSpPr>
        <p:spPr>
          <a:xfrm>
            <a:off x="7096707" y="6757395"/>
            <a:ext cx="1732804" cy="413899"/>
          </a:xfrm>
          <a:prstGeom prst="roundRect">
            <a:avLst>
              <a:gd name="adj" fmla="val 4167"/>
            </a:avLst>
          </a:prstGeom>
          <a:solidFill>
            <a:srgbClr val="EDF6F2"/>
          </a:solidFill>
          <a:ln w="0">
            <a:noFill/>
            <a:prstDash val="solid"/>
          </a:ln>
        </p:spPr>
      </p:sp>
      <p:sp>
        <p:nvSpPr>
          <p:cNvPr id="318" name="Editable text: T"/>
          <p:cNvSpPr>
            <a:spLocks noGrp="1"/>
          </p:cNvSpPr>
          <p:nvPr/>
        </p:nvSpPr>
        <p:spPr>
          <a:xfrm>
            <a:off x="8717138" y="6748787"/>
            <a:ext cx="90651" cy="137160"/>
          </a:xfrm>
          <a:prstGeom prst="rect">
            <a:avLst/>
          </a:prstGeom>
          <a:noFill/>
          <a:ln w="0">
            <a:noFill/>
          </a:ln>
        </p:spPr>
        <p:txBody>
          <a:bodyPr wrap="none" lIns="0" tIns="0" rIns="0" bIns="0" anchor="ctr">
            <a:noAutofit/>
          </a:bodyPr>
          <a:lstStyle>
            <a:defPPr algn="l">
              <a:defRPr sz="900" b="1">
                <a:solidFill>
                  <a:srgbClr val="367C6B"/>
                </a:solidFill>
                <a:latin typeface="Arial" panose="020B0604020202090204"/>
                <a:ea typeface="Arial" panose="020B0604020202090204"/>
                <a:cs typeface="Arial" panose="020B0604020202090204"/>
              </a:defRPr>
            </a:defPPr>
            <a:lvl1pPr algn="l">
              <a:buNone/>
              <a:defRPr sz="900" b="1">
                <a:solidFill>
                  <a:srgbClr val="367C6B"/>
                </a:solidFill>
                <a:latin typeface="Arial" panose="020B0604020202090204"/>
                <a:ea typeface="Arial" panose="020B0604020202090204"/>
                <a:cs typeface="Arial" panose="020B0604020202090204"/>
              </a:defRPr>
            </a:lvl1pPr>
            <a:lvl2pPr algn="l">
              <a:buNone/>
              <a:defRPr sz="900" b="1">
                <a:solidFill>
                  <a:srgbClr val="367C6B"/>
                </a:solidFill>
                <a:latin typeface="Arial" panose="020B0604020202090204"/>
                <a:ea typeface="Arial" panose="020B0604020202090204"/>
                <a:cs typeface="Arial" panose="020B0604020202090204"/>
              </a:defRPr>
            </a:lvl2pPr>
            <a:lvl3pPr algn="l">
              <a:buNone/>
              <a:defRPr sz="900" b="1">
                <a:solidFill>
                  <a:srgbClr val="367C6B"/>
                </a:solidFill>
                <a:latin typeface="Arial" panose="020B0604020202090204"/>
                <a:ea typeface="Arial" panose="020B0604020202090204"/>
                <a:cs typeface="Arial" panose="020B0604020202090204"/>
              </a:defRPr>
            </a:lvl3pPr>
            <a:lvl4pPr algn="l">
              <a:buNone/>
              <a:defRPr sz="900" b="1">
                <a:solidFill>
                  <a:srgbClr val="367C6B"/>
                </a:solidFill>
                <a:latin typeface="Arial" panose="020B0604020202090204"/>
                <a:ea typeface="Arial" panose="020B0604020202090204"/>
                <a:cs typeface="Arial" panose="020B0604020202090204"/>
              </a:defRPr>
            </a:lvl4pPr>
            <a:lvl5pPr algn="l">
              <a:buNone/>
              <a:defRPr sz="900" b="1">
                <a:solidFill>
                  <a:srgbClr val="367C6B"/>
                </a:solidFill>
                <a:latin typeface="Arial" panose="020B0604020202090204"/>
                <a:ea typeface="Arial" panose="020B0604020202090204"/>
                <a:cs typeface="Arial" panose="020B0604020202090204"/>
              </a:defRPr>
            </a:lvl5pPr>
            <a:lvl6pPr algn="l">
              <a:buNone/>
              <a:defRPr sz="900" b="1">
                <a:solidFill>
                  <a:srgbClr val="367C6B"/>
                </a:solidFill>
                <a:latin typeface="Arial" panose="020B0604020202090204"/>
                <a:ea typeface="Arial" panose="020B0604020202090204"/>
                <a:cs typeface="Arial" panose="020B0604020202090204"/>
              </a:defRPr>
            </a:lvl6pPr>
            <a:lvl7pPr algn="l">
              <a:buNone/>
              <a:defRPr sz="900" b="1">
                <a:solidFill>
                  <a:srgbClr val="367C6B"/>
                </a:solidFill>
                <a:latin typeface="Arial" panose="020B0604020202090204"/>
                <a:ea typeface="Arial" panose="020B0604020202090204"/>
                <a:cs typeface="Arial" panose="020B0604020202090204"/>
              </a:defRPr>
            </a:lvl7pPr>
            <a:lvl8pPr algn="l">
              <a:buNone/>
              <a:defRPr sz="900" b="1">
                <a:solidFill>
                  <a:srgbClr val="367C6B"/>
                </a:solidFill>
                <a:latin typeface="Arial" panose="020B0604020202090204"/>
                <a:ea typeface="Arial" panose="020B0604020202090204"/>
                <a:cs typeface="Arial" panose="020B0604020202090204"/>
              </a:defRPr>
            </a:lvl8pPr>
            <a:lvl9pPr algn="l">
              <a:buNone/>
              <a:defRPr sz="900" b="1">
                <a:solidFill>
                  <a:srgbClr val="367C6B"/>
                </a:solidFill>
                <a:latin typeface="Arial" panose="020B0604020202090204"/>
                <a:ea typeface="Arial" panose="020B0604020202090204"/>
                <a:cs typeface="Arial" panose="020B0604020202090204"/>
              </a:defRPr>
            </a:lvl9pPr>
          </a:lstStyle>
          <a:p>
            <a:pPr algn="l">
              <a:buNone/>
              <a:defRPr sz="900" b="1">
                <a:solidFill>
                  <a:srgbClr val="367C6B"/>
                </a:solidFill>
                <a:latin typeface="Arial" panose="020B0604020202090204"/>
                <a:ea typeface="Arial" panose="020B0604020202090204"/>
                <a:cs typeface="Arial" panose="020B0604020202090204"/>
              </a:defRPr>
            </a:pPr>
            <a:r>
              <a:rPr sz="1200" b="1">
                <a:solidFill>
                  <a:srgbClr val="367C6B"/>
                </a:solidFill>
                <a:latin typeface="Arial" panose="020B0604020202090204"/>
                <a:ea typeface="Arial" panose="020B0604020202090204"/>
                <a:cs typeface="Arial" panose="020B0604020202090204"/>
              </a:rPr>
              <a:t>T</a:t>
            </a:r>
            <a:endParaRPr sz="1200" b="1">
              <a:solidFill>
                <a:srgbClr val="367C6B"/>
              </a:solidFill>
              <a:latin typeface="Arial" panose="020B0604020202090204"/>
              <a:ea typeface="Arial" panose="020B0604020202090204"/>
              <a:cs typeface="Arial" panose="020B0604020202090204"/>
            </a:endParaRPr>
          </a:p>
        </p:txBody>
      </p:sp>
      <p:sp>
        <p:nvSpPr>
          <p:cNvPr id="319" name="Editable text: Grasp the knife."/>
          <p:cNvSpPr>
            <a:spLocks noGrp="1"/>
          </p:cNvSpPr>
          <p:nvPr/>
        </p:nvSpPr>
        <p:spPr>
          <a:xfrm>
            <a:off x="7123443" y="6884143"/>
            <a:ext cx="1114124" cy="165416"/>
          </a:xfrm>
          <a:prstGeom prst="rect">
            <a:avLst/>
          </a:prstGeom>
          <a:noFill/>
          <a:ln w="0">
            <a:noFill/>
          </a:ln>
        </p:spPr>
        <p:txBody>
          <a:bodyPr wrap="none" lIns="0" tIns="0" rIns="0" bIns="0" anchor="ctr">
            <a:noAutofit/>
          </a:bodyPr>
          <a:lstStyle>
            <a:defPPr algn="l">
              <a:defRPr sz="1050" b="0">
                <a:solidFill>
                  <a:srgbClr val="367C6B"/>
                </a:solidFill>
                <a:latin typeface="Arial" panose="020B0604020202090204"/>
                <a:ea typeface="Arial" panose="020B0604020202090204"/>
                <a:cs typeface="Arial" panose="020B0604020202090204"/>
              </a:defRPr>
            </a:defPPr>
            <a:lvl1pPr algn="l">
              <a:buNone/>
              <a:defRPr sz="1050" b="0">
                <a:solidFill>
                  <a:srgbClr val="367C6B"/>
                </a:solidFill>
                <a:latin typeface="Arial" panose="020B0604020202090204"/>
                <a:ea typeface="Arial" panose="020B0604020202090204"/>
                <a:cs typeface="Arial" panose="020B0604020202090204"/>
              </a:defRPr>
            </a:lvl1pPr>
            <a:lvl2pPr algn="l">
              <a:buNone/>
              <a:defRPr sz="1050" b="0">
                <a:solidFill>
                  <a:srgbClr val="367C6B"/>
                </a:solidFill>
                <a:latin typeface="Arial" panose="020B0604020202090204"/>
                <a:ea typeface="Arial" panose="020B0604020202090204"/>
                <a:cs typeface="Arial" panose="020B0604020202090204"/>
              </a:defRPr>
            </a:lvl2pPr>
            <a:lvl3pPr algn="l">
              <a:buNone/>
              <a:defRPr sz="1050" b="0">
                <a:solidFill>
                  <a:srgbClr val="367C6B"/>
                </a:solidFill>
                <a:latin typeface="Arial" panose="020B0604020202090204"/>
                <a:ea typeface="Arial" panose="020B0604020202090204"/>
                <a:cs typeface="Arial" panose="020B0604020202090204"/>
              </a:defRPr>
            </a:lvl3pPr>
            <a:lvl4pPr algn="l">
              <a:buNone/>
              <a:defRPr sz="1050" b="0">
                <a:solidFill>
                  <a:srgbClr val="367C6B"/>
                </a:solidFill>
                <a:latin typeface="Arial" panose="020B0604020202090204"/>
                <a:ea typeface="Arial" panose="020B0604020202090204"/>
                <a:cs typeface="Arial" panose="020B0604020202090204"/>
              </a:defRPr>
            </a:lvl4pPr>
            <a:lvl5pPr algn="l">
              <a:buNone/>
              <a:defRPr sz="1050" b="0">
                <a:solidFill>
                  <a:srgbClr val="367C6B"/>
                </a:solidFill>
                <a:latin typeface="Arial" panose="020B0604020202090204"/>
                <a:ea typeface="Arial" panose="020B0604020202090204"/>
                <a:cs typeface="Arial" panose="020B0604020202090204"/>
              </a:defRPr>
            </a:lvl5pPr>
            <a:lvl6pPr algn="l">
              <a:buNone/>
              <a:defRPr sz="1050" b="0">
                <a:solidFill>
                  <a:srgbClr val="367C6B"/>
                </a:solidFill>
                <a:latin typeface="Arial" panose="020B0604020202090204"/>
                <a:ea typeface="Arial" panose="020B0604020202090204"/>
                <a:cs typeface="Arial" panose="020B0604020202090204"/>
              </a:defRPr>
            </a:lvl6pPr>
            <a:lvl7pPr algn="l">
              <a:buNone/>
              <a:defRPr sz="1050" b="0">
                <a:solidFill>
                  <a:srgbClr val="367C6B"/>
                </a:solidFill>
                <a:latin typeface="Arial" panose="020B0604020202090204"/>
                <a:ea typeface="Arial" panose="020B0604020202090204"/>
                <a:cs typeface="Arial" panose="020B0604020202090204"/>
              </a:defRPr>
            </a:lvl7pPr>
            <a:lvl8pPr algn="l">
              <a:buNone/>
              <a:defRPr sz="1050" b="0">
                <a:solidFill>
                  <a:srgbClr val="367C6B"/>
                </a:solidFill>
                <a:latin typeface="Arial" panose="020B0604020202090204"/>
                <a:ea typeface="Arial" panose="020B0604020202090204"/>
                <a:cs typeface="Arial" panose="020B0604020202090204"/>
              </a:defRPr>
            </a:lvl8pPr>
            <a:lvl9pPr algn="l">
              <a:buNone/>
              <a:defRPr sz="1050" b="0">
                <a:solidFill>
                  <a:srgbClr val="367C6B"/>
                </a:solidFill>
                <a:latin typeface="Arial" panose="020B0604020202090204"/>
                <a:ea typeface="Arial" panose="020B0604020202090204"/>
                <a:cs typeface="Arial" panose="020B0604020202090204"/>
              </a:defRPr>
            </a:lvl9pPr>
          </a:lstStyle>
          <a:p>
            <a:pPr algn="l">
              <a:buNone/>
              <a:defRPr sz="1050" b="0">
                <a:solidFill>
                  <a:srgbClr val="367C6B"/>
                </a:solidFill>
                <a:latin typeface="Arial" panose="020B0604020202090204"/>
                <a:ea typeface="Arial" panose="020B0604020202090204"/>
                <a:cs typeface="Arial" panose="020B0604020202090204"/>
              </a:defRPr>
            </a:pPr>
            <a:r>
              <a:rPr sz="1400" b="0">
                <a:solidFill>
                  <a:srgbClr val="367C6B"/>
                </a:solidFill>
                <a:latin typeface="Arial" panose="020B0604020202090204"/>
                <a:ea typeface="Arial" panose="020B0604020202090204"/>
                <a:cs typeface="Arial" panose="020B0604020202090204"/>
              </a:rPr>
              <a:t>Grasp the knife.</a:t>
            </a:r>
            <a:endParaRPr sz="1400" b="0">
              <a:solidFill>
                <a:srgbClr val="367C6B"/>
              </a:solidFill>
              <a:latin typeface="Arial" panose="020B0604020202090204"/>
              <a:ea typeface="Arial" panose="020B0604020202090204"/>
              <a:cs typeface="Arial" panose="020B0604020202090204"/>
            </a:endParaRPr>
          </a:p>
        </p:txBody>
      </p:sp>
      <p:pic>
        <p:nvPicPr>
          <p:cNvPr id="320" name="图片 319"/>
          <p:cNvPicPr>
            <a:picLocks noChangeAspect="1"/>
          </p:cNvPicPr>
          <p:nvPr/>
        </p:nvPicPr>
        <p:blipFill>
          <a:blip r:embed="rId14"/>
          <a:srcRect b="21024"/>
          <a:stretch>
            <a:fillRect/>
          </a:stretch>
        </p:blipFill>
        <p:spPr>
          <a:xfrm>
            <a:off x="7231953" y="7234310"/>
            <a:ext cx="1462253" cy="823144"/>
          </a:xfrm>
          <a:prstGeom prst="rect">
            <a:avLst/>
          </a:prstGeom>
        </p:spPr>
      </p:pic>
      <p:sp>
        <p:nvSpPr>
          <p:cNvPr id="321" name="Editable rounded frame 2237"/>
          <p:cNvSpPr>
            <a:spLocks noGrp="1"/>
          </p:cNvSpPr>
          <p:nvPr/>
        </p:nvSpPr>
        <p:spPr>
          <a:xfrm>
            <a:off x="7231953" y="7234310"/>
            <a:ext cx="1462253" cy="823144"/>
          </a:xfrm>
          <a:prstGeom prst="roundRect">
            <a:avLst>
              <a:gd name="adj" fmla="val 0"/>
            </a:avLst>
          </a:prstGeom>
          <a:noFill/>
          <a:ln w="11214">
            <a:solidFill>
              <a:srgbClr val="D9E3E8"/>
            </a:solidFill>
            <a:prstDash val="solid"/>
          </a:ln>
        </p:spPr>
      </p:sp>
      <p:sp>
        <p:nvSpPr>
          <p:cNvPr id="322" name="Editable rounded frame 2253"/>
          <p:cNvSpPr>
            <a:spLocks noGrp="1"/>
          </p:cNvSpPr>
          <p:nvPr/>
        </p:nvSpPr>
        <p:spPr>
          <a:xfrm>
            <a:off x="7387344" y="7603812"/>
            <a:ext cx="405306" cy="217333"/>
          </a:xfrm>
          <a:prstGeom prst="roundRect">
            <a:avLst>
              <a:gd name="adj" fmla="val 6617"/>
            </a:avLst>
          </a:prstGeom>
          <a:noFill/>
          <a:ln w="42816">
            <a:solidFill>
              <a:srgbClr val="FFFFFF"/>
            </a:solidFill>
            <a:prstDash val="solid"/>
          </a:ln>
        </p:spPr>
      </p:sp>
      <p:sp>
        <p:nvSpPr>
          <p:cNvPr id="323" name="Editable rounded frame 2269"/>
          <p:cNvSpPr>
            <a:spLocks noGrp="1"/>
          </p:cNvSpPr>
          <p:nvPr/>
        </p:nvSpPr>
        <p:spPr>
          <a:xfrm>
            <a:off x="7387344" y="7603812"/>
            <a:ext cx="405306" cy="217333"/>
          </a:xfrm>
          <a:prstGeom prst="roundRect">
            <a:avLst>
              <a:gd name="adj" fmla="val 6617"/>
            </a:avLst>
          </a:prstGeom>
          <a:noFill/>
          <a:ln w="20389">
            <a:solidFill>
              <a:srgbClr val="CD5C55"/>
            </a:solidFill>
            <a:prstDash val="solid"/>
          </a:ln>
        </p:spPr>
      </p:sp>
      <p:sp>
        <p:nvSpPr>
          <p:cNvPr id="324" name="Editable rounded frame 2285"/>
          <p:cNvSpPr>
            <a:spLocks noGrp="1"/>
          </p:cNvSpPr>
          <p:nvPr/>
        </p:nvSpPr>
        <p:spPr>
          <a:xfrm>
            <a:off x="8538814" y="7269040"/>
            <a:ext cx="126390" cy="126390"/>
          </a:xfrm>
          <a:prstGeom prst="roundRect">
            <a:avLst>
              <a:gd name="adj" fmla="val 18182"/>
            </a:avLst>
          </a:prstGeom>
          <a:solidFill>
            <a:srgbClr val="F3EFF8"/>
          </a:solidFill>
          <a:ln w="0">
            <a:noFill/>
            <a:prstDash val="solid"/>
          </a:ln>
        </p:spPr>
      </p:sp>
      <p:sp>
        <p:nvSpPr>
          <p:cNvPr id="325" name="Editable text: V"/>
          <p:cNvSpPr>
            <a:spLocks noGrp="1"/>
          </p:cNvSpPr>
          <p:nvPr/>
        </p:nvSpPr>
        <p:spPr>
          <a:xfrm>
            <a:off x="8569606" y="7268846"/>
            <a:ext cx="86289" cy="137160"/>
          </a:xfrm>
          <a:prstGeom prst="rect">
            <a:avLst/>
          </a:prstGeom>
          <a:noFill/>
          <a:ln w="0">
            <a:noFill/>
          </a:ln>
        </p:spPr>
        <p:txBody>
          <a:bodyPr wrap="none" lIns="0" tIns="0" rIns="0" bIns="0" anchor="ctr">
            <a:noAutofit/>
          </a:bodyPr>
          <a:lstStyle>
            <a:defPPr algn="l">
              <a:defRPr sz="900" b="1">
                <a:solidFill>
                  <a:srgbClr val="786096"/>
                </a:solidFill>
                <a:latin typeface="Arial" panose="020B0604020202090204"/>
                <a:ea typeface="Arial" panose="020B0604020202090204"/>
                <a:cs typeface="Arial" panose="020B0604020202090204"/>
              </a:defRPr>
            </a:defPPr>
            <a:lvl1pPr algn="l">
              <a:buNone/>
              <a:defRPr sz="900" b="1">
                <a:solidFill>
                  <a:srgbClr val="786096"/>
                </a:solidFill>
                <a:latin typeface="Arial" panose="020B0604020202090204"/>
                <a:ea typeface="Arial" panose="020B0604020202090204"/>
                <a:cs typeface="Arial" panose="020B0604020202090204"/>
              </a:defRPr>
            </a:lvl1pPr>
            <a:lvl2pPr algn="l">
              <a:buNone/>
              <a:defRPr sz="900" b="1">
                <a:solidFill>
                  <a:srgbClr val="786096"/>
                </a:solidFill>
                <a:latin typeface="Arial" panose="020B0604020202090204"/>
                <a:ea typeface="Arial" panose="020B0604020202090204"/>
                <a:cs typeface="Arial" panose="020B0604020202090204"/>
              </a:defRPr>
            </a:lvl2pPr>
            <a:lvl3pPr algn="l">
              <a:buNone/>
              <a:defRPr sz="900" b="1">
                <a:solidFill>
                  <a:srgbClr val="786096"/>
                </a:solidFill>
                <a:latin typeface="Arial" panose="020B0604020202090204"/>
                <a:ea typeface="Arial" panose="020B0604020202090204"/>
                <a:cs typeface="Arial" panose="020B0604020202090204"/>
              </a:defRPr>
            </a:lvl3pPr>
            <a:lvl4pPr algn="l">
              <a:buNone/>
              <a:defRPr sz="900" b="1">
                <a:solidFill>
                  <a:srgbClr val="786096"/>
                </a:solidFill>
                <a:latin typeface="Arial" panose="020B0604020202090204"/>
                <a:ea typeface="Arial" panose="020B0604020202090204"/>
                <a:cs typeface="Arial" panose="020B0604020202090204"/>
              </a:defRPr>
            </a:lvl4pPr>
            <a:lvl5pPr algn="l">
              <a:buNone/>
              <a:defRPr sz="900" b="1">
                <a:solidFill>
                  <a:srgbClr val="786096"/>
                </a:solidFill>
                <a:latin typeface="Arial" panose="020B0604020202090204"/>
                <a:ea typeface="Arial" panose="020B0604020202090204"/>
                <a:cs typeface="Arial" panose="020B0604020202090204"/>
              </a:defRPr>
            </a:lvl5pPr>
            <a:lvl6pPr algn="l">
              <a:buNone/>
              <a:defRPr sz="900" b="1">
                <a:solidFill>
                  <a:srgbClr val="786096"/>
                </a:solidFill>
                <a:latin typeface="Arial" panose="020B0604020202090204"/>
                <a:ea typeface="Arial" panose="020B0604020202090204"/>
                <a:cs typeface="Arial" panose="020B0604020202090204"/>
              </a:defRPr>
            </a:lvl6pPr>
            <a:lvl7pPr algn="l">
              <a:buNone/>
              <a:defRPr sz="900" b="1">
                <a:solidFill>
                  <a:srgbClr val="786096"/>
                </a:solidFill>
                <a:latin typeface="Arial" panose="020B0604020202090204"/>
                <a:ea typeface="Arial" panose="020B0604020202090204"/>
                <a:cs typeface="Arial" panose="020B0604020202090204"/>
              </a:defRPr>
            </a:lvl7pPr>
            <a:lvl8pPr algn="l">
              <a:buNone/>
              <a:defRPr sz="900" b="1">
                <a:solidFill>
                  <a:srgbClr val="786096"/>
                </a:solidFill>
                <a:latin typeface="Arial" panose="020B0604020202090204"/>
                <a:ea typeface="Arial" panose="020B0604020202090204"/>
                <a:cs typeface="Arial" panose="020B0604020202090204"/>
              </a:defRPr>
            </a:lvl8pPr>
            <a:lvl9pPr algn="l">
              <a:buNone/>
              <a:defRPr sz="900" b="1">
                <a:solidFill>
                  <a:srgbClr val="786096"/>
                </a:solidFill>
                <a:latin typeface="Arial" panose="020B0604020202090204"/>
                <a:ea typeface="Arial" panose="020B0604020202090204"/>
                <a:cs typeface="Arial" panose="020B0604020202090204"/>
              </a:defRPr>
            </a:lvl9pPr>
          </a:lstStyle>
          <a:p>
            <a:pPr algn="l">
              <a:buNone/>
              <a:defRPr sz="900" b="1">
                <a:solidFill>
                  <a:srgbClr val="786096"/>
                </a:solidFill>
                <a:latin typeface="Arial" panose="020B0604020202090204"/>
                <a:ea typeface="Arial" panose="020B0604020202090204"/>
                <a:cs typeface="Arial" panose="020B0604020202090204"/>
              </a:defRPr>
            </a:pPr>
            <a:r>
              <a:rPr sz="1200" b="1">
                <a:solidFill>
                  <a:srgbClr val="786096"/>
                </a:solidFill>
                <a:latin typeface="Arial" panose="020B0604020202090204"/>
                <a:ea typeface="Arial" panose="020B0604020202090204"/>
                <a:cs typeface="Arial" panose="020B0604020202090204"/>
              </a:rPr>
              <a:t>V</a:t>
            </a:r>
            <a:endParaRPr sz="1200" b="1">
              <a:solidFill>
                <a:srgbClr val="786096"/>
              </a:solidFill>
              <a:latin typeface="Arial" panose="020B0604020202090204"/>
              <a:ea typeface="Arial" panose="020B0604020202090204"/>
              <a:cs typeface="Arial" panose="020B0604020202090204"/>
            </a:endParaRPr>
          </a:p>
        </p:txBody>
      </p:sp>
      <p:sp>
        <p:nvSpPr>
          <p:cNvPr id="326" name="Editable text: Grasp the object in the"/>
          <p:cNvSpPr>
            <a:spLocks noGrp="1"/>
          </p:cNvSpPr>
          <p:nvPr/>
        </p:nvSpPr>
        <p:spPr>
          <a:xfrm>
            <a:off x="7111365" y="8128635"/>
            <a:ext cx="1594485" cy="227965"/>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Grasp the object </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in the</a:t>
            </a:r>
            <a:r>
              <a:rPr lang="en-US" sz="1400" b="0">
                <a:solidFill>
                  <a:srgbClr val="786096"/>
                </a:solidFill>
                <a:latin typeface="Arial" panose="020B0604020202090204"/>
                <a:ea typeface="Arial" panose="020B0604020202090204"/>
                <a:cs typeface="Arial" panose="020B0604020202090204"/>
              </a:rPr>
              <a:t> </a:t>
            </a:r>
            <a:r>
              <a:rPr sz="1400">
                <a:sym typeface="+mn-ea"/>
              </a:rPr>
              <a:t>red box.</a:t>
            </a:r>
            <a:endParaRPr lang="en-US" sz="1400" b="0">
              <a:solidFill>
                <a:srgbClr val="786096"/>
              </a:solidFill>
              <a:latin typeface="Arial" panose="020B0604020202090204"/>
              <a:ea typeface="Arial" panose="020B0604020202090204"/>
              <a:cs typeface="Arial" panose="020B0604020202090204"/>
              <a:sym typeface="+mn-ea"/>
            </a:endParaRPr>
          </a:p>
        </p:txBody>
      </p:sp>
      <p:sp>
        <p:nvSpPr>
          <p:cNvPr id="328" name="Editable rounded frame 2332"/>
          <p:cNvSpPr>
            <a:spLocks noGrp="1"/>
          </p:cNvSpPr>
          <p:nvPr/>
        </p:nvSpPr>
        <p:spPr>
          <a:xfrm>
            <a:off x="8991600" y="5130800"/>
            <a:ext cx="1866900" cy="3333750"/>
          </a:xfrm>
          <a:prstGeom prst="roundRect">
            <a:avLst>
              <a:gd name="adj" fmla="val 2514"/>
            </a:avLst>
          </a:prstGeom>
          <a:solidFill>
            <a:srgbClr val="FFFFFF"/>
          </a:solidFill>
          <a:ln w="9000">
            <a:solidFill>
              <a:srgbClr val="D9E3E8"/>
            </a:solidFill>
            <a:prstDash val="solid"/>
          </a:ln>
        </p:spPr>
      </p:sp>
      <p:sp>
        <p:nvSpPr>
          <p:cNvPr id="329" name="Editable rounded frame 2348"/>
          <p:cNvSpPr>
            <a:spLocks noGrp="1"/>
          </p:cNvSpPr>
          <p:nvPr/>
        </p:nvSpPr>
        <p:spPr>
          <a:xfrm>
            <a:off x="8998284" y="5136529"/>
            <a:ext cx="1853532" cy="247051"/>
          </a:xfrm>
          <a:prstGeom prst="roundRect">
            <a:avLst>
              <a:gd name="adj" fmla="val 13953"/>
            </a:avLst>
          </a:prstGeom>
          <a:solidFill>
            <a:srgbClr val="EDF6F2"/>
          </a:solidFill>
          <a:ln w="0">
            <a:noFill/>
            <a:prstDash val="solid"/>
          </a:ln>
        </p:spPr>
      </p:sp>
      <p:sp>
        <p:nvSpPr>
          <p:cNvPr id="330" name="Editable text: S3"/>
          <p:cNvSpPr>
            <a:spLocks noGrp="1"/>
          </p:cNvSpPr>
          <p:nvPr/>
        </p:nvSpPr>
        <p:spPr>
          <a:xfrm>
            <a:off x="9072225" y="5182518"/>
            <a:ext cx="213885" cy="165811"/>
          </a:xfrm>
          <a:prstGeom prst="rect">
            <a:avLst/>
          </a:prstGeom>
          <a:noFill/>
          <a:ln w="0">
            <a:noFill/>
          </a:ln>
        </p:spPr>
        <p:txBody>
          <a:bodyPr wrap="none" lIns="0" tIns="0" rIns="0" bIns="0" anchor="ctr">
            <a:noAutofit/>
          </a:bodyPr>
          <a:lstStyle>
            <a:defPPr algn="l">
              <a:defRPr sz="1090" b="1">
                <a:solidFill>
                  <a:srgbClr val="367C6B"/>
                </a:solidFill>
                <a:latin typeface="Arial" panose="020B0604020202090204"/>
                <a:ea typeface="Arial" panose="020B0604020202090204"/>
                <a:cs typeface="Arial" panose="020B0604020202090204"/>
              </a:defRPr>
            </a:defPPr>
            <a:lvl1pPr algn="l">
              <a:buNone/>
              <a:defRPr sz="1090" b="1">
                <a:solidFill>
                  <a:srgbClr val="367C6B"/>
                </a:solidFill>
                <a:latin typeface="Arial" panose="020B0604020202090204"/>
                <a:ea typeface="Arial" panose="020B0604020202090204"/>
                <a:cs typeface="Arial" panose="020B0604020202090204"/>
              </a:defRPr>
            </a:lvl1pPr>
            <a:lvl2pPr algn="l">
              <a:buNone/>
              <a:defRPr sz="1090" b="1">
                <a:solidFill>
                  <a:srgbClr val="367C6B"/>
                </a:solidFill>
                <a:latin typeface="Arial" panose="020B0604020202090204"/>
                <a:ea typeface="Arial" panose="020B0604020202090204"/>
                <a:cs typeface="Arial" panose="020B0604020202090204"/>
              </a:defRPr>
            </a:lvl2pPr>
            <a:lvl3pPr algn="l">
              <a:buNone/>
              <a:defRPr sz="1090" b="1">
                <a:solidFill>
                  <a:srgbClr val="367C6B"/>
                </a:solidFill>
                <a:latin typeface="Arial" panose="020B0604020202090204"/>
                <a:ea typeface="Arial" panose="020B0604020202090204"/>
                <a:cs typeface="Arial" panose="020B0604020202090204"/>
              </a:defRPr>
            </a:lvl3pPr>
            <a:lvl4pPr algn="l">
              <a:buNone/>
              <a:defRPr sz="1090" b="1">
                <a:solidFill>
                  <a:srgbClr val="367C6B"/>
                </a:solidFill>
                <a:latin typeface="Arial" panose="020B0604020202090204"/>
                <a:ea typeface="Arial" panose="020B0604020202090204"/>
                <a:cs typeface="Arial" panose="020B0604020202090204"/>
              </a:defRPr>
            </a:lvl4pPr>
            <a:lvl5pPr algn="l">
              <a:buNone/>
              <a:defRPr sz="1090" b="1">
                <a:solidFill>
                  <a:srgbClr val="367C6B"/>
                </a:solidFill>
                <a:latin typeface="Arial" panose="020B0604020202090204"/>
                <a:ea typeface="Arial" panose="020B0604020202090204"/>
                <a:cs typeface="Arial" panose="020B0604020202090204"/>
              </a:defRPr>
            </a:lvl5pPr>
            <a:lvl6pPr algn="l">
              <a:buNone/>
              <a:defRPr sz="1090" b="1">
                <a:solidFill>
                  <a:srgbClr val="367C6B"/>
                </a:solidFill>
                <a:latin typeface="Arial" panose="020B0604020202090204"/>
                <a:ea typeface="Arial" panose="020B0604020202090204"/>
                <a:cs typeface="Arial" panose="020B0604020202090204"/>
              </a:defRPr>
            </a:lvl6pPr>
            <a:lvl7pPr algn="l">
              <a:buNone/>
              <a:defRPr sz="1090" b="1">
                <a:solidFill>
                  <a:srgbClr val="367C6B"/>
                </a:solidFill>
                <a:latin typeface="Arial" panose="020B0604020202090204"/>
                <a:ea typeface="Arial" panose="020B0604020202090204"/>
                <a:cs typeface="Arial" panose="020B0604020202090204"/>
              </a:defRPr>
            </a:lvl7pPr>
            <a:lvl8pPr algn="l">
              <a:buNone/>
              <a:defRPr sz="1090" b="1">
                <a:solidFill>
                  <a:srgbClr val="367C6B"/>
                </a:solidFill>
                <a:latin typeface="Arial" panose="020B0604020202090204"/>
                <a:ea typeface="Arial" panose="020B0604020202090204"/>
                <a:cs typeface="Arial" panose="020B0604020202090204"/>
              </a:defRPr>
            </a:lvl8pPr>
            <a:lvl9pPr algn="l">
              <a:buNone/>
              <a:defRPr sz="1090" b="1">
                <a:solidFill>
                  <a:srgbClr val="367C6B"/>
                </a:solidFill>
                <a:latin typeface="Arial" panose="020B0604020202090204"/>
                <a:ea typeface="Arial" panose="020B0604020202090204"/>
                <a:cs typeface="Arial" panose="020B0604020202090204"/>
              </a:defRPr>
            </a:lvl9pPr>
          </a:lstStyle>
          <a:p>
            <a:pPr algn="l">
              <a:buNone/>
              <a:defRPr sz="1090" b="1">
                <a:solidFill>
                  <a:srgbClr val="367C6B"/>
                </a:solidFill>
                <a:latin typeface="Arial" panose="020B0604020202090204"/>
                <a:ea typeface="Arial" panose="020B0604020202090204"/>
                <a:cs typeface="Arial" panose="020B0604020202090204"/>
              </a:defRPr>
            </a:pPr>
            <a:r>
              <a:rPr sz="1400" b="1">
                <a:solidFill>
                  <a:srgbClr val="367C6B"/>
                </a:solidFill>
                <a:latin typeface="Arial" panose="020B0604020202090204"/>
                <a:ea typeface="Arial" panose="020B0604020202090204"/>
                <a:cs typeface="Arial" panose="020B0604020202090204"/>
              </a:rPr>
              <a:t>S3</a:t>
            </a:r>
            <a:endParaRPr sz="1400" b="1">
              <a:solidFill>
                <a:srgbClr val="367C6B"/>
              </a:solidFill>
              <a:latin typeface="Arial" panose="020B0604020202090204"/>
              <a:ea typeface="Arial" panose="020B0604020202090204"/>
              <a:cs typeface="Arial" panose="020B0604020202090204"/>
            </a:endParaRPr>
          </a:p>
        </p:txBody>
      </p:sp>
      <p:sp>
        <p:nvSpPr>
          <p:cNvPr id="331" name="Editable text: Transfer / align"/>
          <p:cNvSpPr>
            <a:spLocks noGrp="1"/>
          </p:cNvSpPr>
          <p:nvPr/>
        </p:nvSpPr>
        <p:spPr>
          <a:xfrm>
            <a:off x="9313681" y="5185883"/>
            <a:ext cx="1082794" cy="162306"/>
          </a:xfrm>
          <a:prstGeom prst="rect">
            <a:avLst/>
          </a:prstGeom>
          <a:noFill/>
          <a:ln w="0">
            <a:noFill/>
          </a:ln>
        </p:spPr>
        <p:txBody>
          <a:bodyPr wrap="none" lIns="0" tIns="0" rIns="0" bIns="0" anchor="ctr">
            <a:noAutofit/>
          </a:bodyPr>
          <a:lstStyle>
            <a:defPPr algn="l">
              <a:defRPr sz="1065" b="1">
                <a:solidFill>
                  <a:srgbClr val="367C6B"/>
                </a:solidFill>
                <a:latin typeface="Arial" panose="020B0604020202090204"/>
                <a:ea typeface="Arial" panose="020B0604020202090204"/>
                <a:cs typeface="Arial" panose="020B0604020202090204"/>
              </a:defRPr>
            </a:defPPr>
            <a:lvl1pPr algn="l">
              <a:buNone/>
              <a:defRPr sz="1065" b="1">
                <a:solidFill>
                  <a:srgbClr val="367C6B"/>
                </a:solidFill>
                <a:latin typeface="Arial" panose="020B0604020202090204"/>
                <a:ea typeface="Arial" panose="020B0604020202090204"/>
                <a:cs typeface="Arial" panose="020B0604020202090204"/>
              </a:defRPr>
            </a:lvl1pPr>
            <a:lvl2pPr algn="l">
              <a:buNone/>
              <a:defRPr sz="1065" b="1">
                <a:solidFill>
                  <a:srgbClr val="367C6B"/>
                </a:solidFill>
                <a:latin typeface="Arial" panose="020B0604020202090204"/>
                <a:ea typeface="Arial" panose="020B0604020202090204"/>
                <a:cs typeface="Arial" panose="020B0604020202090204"/>
              </a:defRPr>
            </a:lvl2pPr>
            <a:lvl3pPr algn="l">
              <a:buNone/>
              <a:defRPr sz="1065" b="1">
                <a:solidFill>
                  <a:srgbClr val="367C6B"/>
                </a:solidFill>
                <a:latin typeface="Arial" panose="020B0604020202090204"/>
                <a:ea typeface="Arial" panose="020B0604020202090204"/>
                <a:cs typeface="Arial" panose="020B0604020202090204"/>
              </a:defRPr>
            </a:lvl3pPr>
            <a:lvl4pPr algn="l">
              <a:buNone/>
              <a:defRPr sz="1065" b="1">
                <a:solidFill>
                  <a:srgbClr val="367C6B"/>
                </a:solidFill>
                <a:latin typeface="Arial" panose="020B0604020202090204"/>
                <a:ea typeface="Arial" panose="020B0604020202090204"/>
                <a:cs typeface="Arial" panose="020B0604020202090204"/>
              </a:defRPr>
            </a:lvl4pPr>
            <a:lvl5pPr algn="l">
              <a:buNone/>
              <a:defRPr sz="1065" b="1">
                <a:solidFill>
                  <a:srgbClr val="367C6B"/>
                </a:solidFill>
                <a:latin typeface="Arial" panose="020B0604020202090204"/>
                <a:ea typeface="Arial" panose="020B0604020202090204"/>
                <a:cs typeface="Arial" panose="020B0604020202090204"/>
              </a:defRPr>
            </a:lvl5pPr>
            <a:lvl6pPr algn="l">
              <a:buNone/>
              <a:defRPr sz="1065" b="1">
                <a:solidFill>
                  <a:srgbClr val="367C6B"/>
                </a:solidFill>
                <a:latin typeface="Arial" panose="020B0604020202090204"/>
                <a:ea typeface="Arial" panose="020B0604020202090204"/>
                <a:cs typeface="Arial" panose="020B0604020202090204"/>
              </a:defRPr>
            </a:lvl6pPr>
            <a:lvl7pPr algn="l">
              <a:buNone/>
              <a:defRPr sz="1065" b="1">
                <a:solidFill>
                  <a:srgbClr val="367C6B"/>
                </a:solidFill>
                <a:latin typeface="Arial" panose="020B0604020202090204"/>
                <a:ea typeface="Arial" panose="020B0604020202090204"/>
                <a:cs typeface="Arial" panose="020B0604020202090204"/>
              </a:defRPr>
            </a:lvl7pPr>
            <a:lvl8pPr algn="l">
              <a:buNone/>
              <a:defRPr sz="1065" b="1">
                <a:solidFill>
                  <a:srgbClr val="367C6B"/>
                </a:solidFill>
                <a:latin typeface="Arial" panose="020B0604020202090204"/>
                <a:ea typeface="Arial" panose="020B0604020202090204"/>
                <a:cs typeface="Arial" panose="020B0604020202090204"/>
              </a:defRPr>
            </a:lvl8pPr>
            <a:lvl9pPr algn="l">
              <a:buNone/>
              <a:defRPr sz="1065" b="1">
                <a:solidFill>
                  <a:srgbClr val="367C6B"/>
                </a:solidFill>
                <a:latin typeface="Arial" panose="020B0604020202090204"/>
                <a:ea typeface="Arial" panose="020B0604020202090204"/>
                <a:cs typeface="Arial" panose="020B0604020202090204"/>
              </a:defRPr>
            </a:lvl9pPr>
          </a:lstStyle>
          <a:p>
            <a:pPr algn="l">
              <a:buNone/>
              <a:defRPr sz="1065" b="1">
                <a:solidFill>
                  <a:srgbClr val="367C6B"/>
                </a:solidFill>
                <a:latin typeface="Arial" panose="020B0604020202090204"/>
                <a:ea typeface="Arial" panose="020B0604020202090204"/>
                <a:cs typeface="Arial" panose="020B0604020202090204"/>
              </a:defRPr>
            </a:pPr>
            <a:r>
              <a:rPr sz="1400" b="1">
                <a:solidFill>
                  <a:srgbClr val="367C6B"/>
                </a:solidFill>
                <a:latin typeface="Arial" panose="020B0604020202090204"/>
                <a:ea typeface="Arial" panose="020B0604020202090204"/>
                <a:cs typeface="Arial" panose="020B0604020202090204"/>
              </a:rPr>
              <a:t>Transfer / align</a:t>
            </a:r>
            <a:endParaRPr sz="1400" b="1">
              <a:solidFill>
                <a:srgbClr val="367C6B"/>
              </a:solidFill>
              <a:latin typeface="Arial" panose="020B0604020202090204"/>
              <a:ea typeface="Arial" panose="020B0604020202090204"/>
              <a:cs typeface="Arial" panose="020B0604020202090204"/>
            </a:endParaRPr>
          </a:p>
        </p:txBody>
      </p:sp>
      <p:sp>
        <p:nvSpPr>
          <p:cNvPr id="332" name="Editable rounded frame 2384"/>
          <p:cNvSpPr>
            <a:spLocks noGrp="1"/>
          </p:cNvSpPr>
          <p:nvPr/>
        </p:nvSpPr>
        <p:spPr>
          <a:xfrm>
            <a:off x="10556888" y="5188087"/>
            <a:ext cx="261508" cy="143576"/>
          </a:xfrm>
          <a:prstGeom prst="roundRect">
            <a:avLst>
              <a:gd name="adj" fmla="val 16000"/>
            </a:avLst>
          </a:prstGeom>
          <a:solidFill>
            <a:srgbClr val="EDF6F2"/>
          </a:solidFill>
          <a:ln w="0">
            <a:noFill/>
            <a:prstDash val="solid"/>
          </a:ln>
        </p:spPr>
      </p:sp>
      <p:sp>
        <p:nvSpPr>
          <p:cNvPr id="333" name="Editable text: Mid"/>
          <p:cNvSpPr>
            <a:spLocks noGrp="1"/>
          </p:cNvSpPr>
          <p:nvPr/>
        </p:nvSpPr>
        <p:spPr>
          <a:xfrm>
            <a:off x="10590726" y="5193443"/>
            <a:ext cx="219734" cy="137160"/>
          </a:xfrm>
          <a:prstGeom prst="rect">
            <a:avLst/>
          </a:prstGeom>
          <a:noFill/>
          <a:ln w="0">
            <a:noFill/>
          </a:ln>
        </p:spPr>
        <p:txBody>
          <a:bodyPr wrap="none" lIns="0" tIns="0" rIns="0" bIns="0" anchor="ctr">
            <a:noAutofit/>
          </a:bodyPr>
          <a:lstStyle>
            <a:defPPr algn="l">
              <a:defRPr sz="900" b="0">
                <a:solidFill>
                  <a:srgbClr val="367C6B"/>
                </a:solidFill>
                <a:latin typeface="Arial" panose="020B0604020202090204"/>
                <a:ea typeface="Arial" panose="020B0604020202090204"/>
                <a:cs typeface="Arial" panose="020B0604020202090204"/>
              </a:defRPr>
            </a:defPPr>
            <a:lvl1pPr algn="l">
              <a:buNone/>
              <a:defRPr sz="900" b="0">
                <a:solidFill>
                  <a:srgbClr val="367C6B"/>
                </a:solidFill>
                <a:latin typeface="Arial" panose="020B0604020202090204"/>
                <a:ea typeface="Arial" panose="020B0604020202090204"/>
                <a:cs typeface="Arial" panose="020B0604020202090204"/>
              </a:defRPr>
            </a:lvl1pPr>
            <a:lvl2pPr algn="l">
              <a:buNone/>
              <a:defRPr sz="900" b="0">
                <a:solidFill>
                  <a:srgbClr val="367C6B"/>
                </a:solidFill>
                <a:latin typeface="Arial" panose="020B0604020202090204"/>
                <a:ea typeface="Arial" panose="020B0604020202090204"/>
                <a:cs typeface="Arial" panose="020B0604020202090204"/>
              </a:defRPr>
            </a:lvl2pPr>
            <a:lvl3pPr algn="l">
              <a:buNone/>
              <a:defRPr sz="900" b="0">
                <a:solidFill>
                  <a:srgbClr val="367C6B"/>
                </a:solidFill>
                <a:latin typeface="Arial" panose="020B0604020202090204"/>
                <a:ea typeface="Arial" panose="020B0604020202090204"/>
                <a:cs typeface="Arial" panose="020B0604020202090204"/>
              </a:defRPr>
            </a:lvl3pPr>
            <a:lvl4pPr algn="l">
              <a:buNone/>
              <a:defRPr sz="900" b="0">
                <a:solidFill>
                  <a:srgbClr val="367C6B"/>
                </a:solidFill>
                <a:latin typeface="Arial" panose="020B0604020202090204"/>
                <a:ea typeface="Arial" panose="020B0604020202090204"/>
                <a:cs typeface="Arial" panose="020B0604020202090204"/>
              </a:defRPr>
            </a:lvl4pPr>
            <a:lvl5pPr algn="l">
              <a:buNone/>
              <a:defRPr sz="900" b="0">
                <a:solidFill>
                  <a:srgbClr val="367C6B"/>
                </a:solidFill>
                <a:latin typeface="Arial" panose="020B0604020202090204"/>
                <a:ea typeface="Arial" panose="020B0604020202090204"/>
                <a:cs typeface="Arial" panose="020B0604020202090204"/>
              </a:defRPr>
            </a:lvl5pPr>
            <a:lvl6pPr algn="l">
              <a:buNone/>
              <a:defRPr sz="900" b="0">
                <a:solidFill>
                  <a:srgbClr val="367C6B"/>
                </a:solidFill>
                <a:latin typeface="Arial" panose="020B0604020202090204"/>
                <a:ea typeface="Arial" panose="020B0604020202090204"/>
                <a:cs typeface="Arial" panose="020B0604020202090204"/>
              </a:defRPr>
            </a:lvl6pPr>
            <a:lvl7pPr algn="l">
              <a:buNone/>
              <a:defRPr sz="900" b="0">
                <a:solidFill>
                  <a:srgbClr val="367C6B"/>
                </a:solidFill>
                <a:latin typeface="Arial" panose="020B0604020202090204"/>
                <a:ea typeface="Arial" panose="020B0604020202090204"/>
                <a:cs typeface="Arial" panose="020B0604020202090204"/>
              </a:defRPr>
            </a:lvl7pPr>
            <a:lvl8pPr algn="l">
              <a:buNone/>
              <a:defRPr sz="900" b="0">
                <a:solidFill>
                  <a:srgbClr val="367C6B"/>
                </a:solidFill>
                <a:latin typeface="Arial" panose="020B0604020202090204"/>
                <a:ea typeface="Arial" panose="020B0604020202090204"/>
                <a:cs typeface="Arial" panose="020B0604020202090204"/>
              </a:defRPr>
            </a:lvl8pPr>
            <a:lvl9pPr algn="l">
              <a:buNone/>
              <a:defRPr sz="900" b="0">
                <a:solidFill>
                  <a:srgbClr val="367C6B"/>
                </a:solidFill>
                <a:latin typeface="Arial" panose="020B0604020202090204"/>
                <a:ea typeface="Arial" panose="020B0604020202090204"/>
                <a:cs typeface="Arial" panose="020B0604020202090204"/>
              </a:defRPr>
            </a:lvl9pPr>
          </a:lstStyle>
          <a:p>
            <a:pPr algn="l">
              <a:buNone/>
              <a:defRPr sz="900" b="0">
                <a:solidFill>
                  <a:srgbClr val="367C6B"/>
                </a:solidFill>
                <a:latin typeface="Arial" panose="020B0604020202090204"/>
                <a:ea typeface="Arial" panose="020B0604020202090204"/>
                <a:cs typeface="Arial" panose="020B0604020202090204"/>
              </a:defRPr>
            </a:pPr>
            <a:r>
              <a:rPr sz="1200" b="0">
                <a:solidFill>
                  <a:srgbClr val="367C6B"/>
                </a:solidFill>
                <a:latin typeface="Arial" panose="020B0604020202090204"/>
                <a:ea typeface="Arial" panose="020B0604020202090204"/>
                <a:cs typeface="Arial" panose="020B0604020202090204"/>
              </a:rPr>
              <a:t>Mid</a:t>
            </a:r>
            <a:endParaRPr sz="1200" b="0">
              <a:solidFill>
                <a:srgbClr val="367C6B"/>
              </a:solidFill>
              <a:latin typeface="Arial" panose="020B0604020202090204"/>
              <a:ea typeface="Arial" panose="020B0604020202090204"/>
              <a:cs typeface="Arial" panose="020B0604020202090204"/>
            </a:endParaRPr>
          </a:p>
        </p:txBody>
      </p:sp>
      <p:pic>
        <p:nvPicPr>
          <p:cNvPr id="334" name="图片 333"/>
          <p:cNvPicPr>
            <a:picLocks noChangeAspect="1"/>
          </p:cNvPicPr>
          <p:nvPr/>
        </p:nvPicPr>
        <p:blipFill>
          <a:blip r:embed="rId40"/>
          <a:srcRect b="21304"/>
          <a:stretch>
            <a:fillRect/>
          </a:stretch>
        </p:blipFill>
        <p:spPr>
          <a:xfrm>
            <a:off x="9194103" y="5441224"/>
            <a:ext cx="1324406" cy="742942"/>
          </a:xfrm>
          <a:prstGeom prst="rect">
            <a:avLst/>
          </a:prstGeom>
        </p:spPr>
      </p:pic>
      <p:sp>
        <p:nvSpPr>
          <p:cNvPr id="335" name="Editable rounded frame 2420"/>
          <p:cNvSpPr>
            <a:spLocks noGrp="1"/>
          </p:cNvSpPr>
          <p:nvPr/>
        </p:nvSpPr>
        <p:spPr>
          <a:xfrm>
            <a:off x="9194103" y="5441224"/>
            <a:ext cx="1324406" cy="742942"/>
          </a:xfrm>
          <a:prstGeom prst="roundRect">
            <a:avLst>
              <a:gd name="adj" fmla="val 0"/>
            </a:avLst>
          </a:prstGeom>
          <a:noFill/>
          <a:ln w="11214">
            <a:solidFill>
              <a:srgbClr val="D9E3E8"/>
            </a:solidFill>
            <a:prstDash val="solid"/>
          </a:ln>
        </p:spPr>
      </p:sp>
      <p:pic>
        <p:nvPicPr>
          <p:cNvPr id="336" name="图片 335"/>
          <p:cNvPicPr>
            <a:picLocks noChangeAspect="1"/>
          </p:cNvPicPr>
          <p:nvPr/>
        </p:nvPicPr>
        <p:blipFill>
          <a:blip r:embed="rId41"/>
          <a:srcRect b="21304"/>
          <a:stretch>
            <a:fillRect/>
          </a:stretch>
        </p:blipFill>
        <p:spPr>
          <a:xfrm>
            <a:off x="9263205" y="5458410"/>
            <a:ext cx="1324406" cy="742942"/>
          </a:xfrm>
          <a:prstGeom prst="rect">
            <a:avLst/>
          </a:prstGeom>
        </p:spPr>
      </p:pic>
      <p:sp>
        <p:nvSpPr>
          <p:cNvPr id="337" name="Editable rounded frame 2446"/>
          <p:cNvSpPr>
            <a:spLocks noGrp="1"/>
          </p:cNvSpPr>
          <p:nvPr/>
        </p:nvSpPr>
        <p:spPr>
          <a:xfrm>
            <a:off x="9263205" y="5458410"/>
            <a:ext cx="1324406" cy="742942"/>
          </a:xfrm>
          <a:prstGeom prst="roundRect">
            <a:avLst>
              <a:gd name="adj" fmla="val 0"/>
            </a:avLst>
          </a:prstGeom>
          <a:noFill/>
          <a:ln w="11214">
            <a:solidFill>
              <a:srgbClr val="D9E3E8"/>
            </a:solidFill>
            <a:prstDash val="solid"/>
          </a:ln>
        </p:spPr>
      </p:sp>
      <p:pic>
        <p:nvPicPr>
          <p:cNvPr id="338" name="图片 337"/>
          <p:cNvPicPr>
            <a:picLocks noChangeAspect="1"/>
          </p:cNvPicPr>
          <p:nvPr/>
        </p:nvPicPr>
        <p:blipFill>
          <a:blip r:embed="rId16"/>
          <a:srcRect b="21304"/>
          <a:stretch>
            <a:fillRect/>
          </a:stretch>
        </p:blipFill>
        <p:spPr>
          <a:xfrm>
            <a:off x="9331950" y="5475597"/>
            <a:ext cx="1324406" cy="742942"/>
          </a:xfrm>
          <a:prstGeom prst="rect">
            <a:avLst/>
          </a:prstGeom>
        </p:spPr>
      </p:pic>
      <p:sp>
        <p:nvSpPr>
          <p:cNvPr id="339" name="Editable rounded frame 2472"/>
          <p:cNvSpPr>
            <a:spLocks noGrp="1"/>
          </p:cNvSpPr>
          <p:nvPr/>
        </p:nvSpPr>
        <p:spPr>
          <a:xfrm>
            <a:off x="9331950" y="5475597"/>
            <a:ext cx="1324406" cy="742942"/>
          </a:xfrm>
          <a:prstGeom prst="roundRect">
            <a:avLst>
              <a:gd name="adj" fmla="val 0"/>
            </a:avLst>
          </a:prstGeom>
          <a:noFill/>
          <a:ln w="11214">
            <a:solidFill>
              <a:srgbClr val="D9E3E8"/>
            </a:solidFill>
            <a:prstDash val="solid"/>
          </a:ln>
        </p:spPr>
      </p:sp>
      <p:sp>
        <p:nvSpPr>
          <p:cNvPr id="340" name="Editable rounded frame 2488"/>
          <p:cNvSpPr>
            <a:spLocks noGrp="1"/>
          </p:cNvSpPr>
          <p:nvPr/>
        </p:nvSpPr>
        <p:spPr>
          <a:xfrm>
            <a:off x="9058857" y="6297666"/>
            <a:ext cx="1732804" cy="413899"/>
          </a:xfrm>
          <a:prstGeom prst="roundRect">
            <a:avLst>
              <a:gd name="adj" fmla="val 4167"/>
            </a:avLst>
          </a:prstGeom>
          <a:solidFill>
            <a:srgbClr val="EDF3F8"/>
          </a:solidFill>
          <a:ln w="0">
            <a:noFill/>
            <a:prstDash val="solid"/>
          </a:ln>
        </p:spPr>
      </p:sp>
      <p:sp>
        <p:nvSpPr>
          <p:cNvPr id="341" name="Editable text: A"/>
          <p:cNvSpPr>
            <a:spLocks noGrp="1"/>
          </p:cNvSpPr>
          <p:nvPr/>
        </p:nvSpPr>
        <p:spPr>
          <a:xfrm>
            <a:off x="10667173" y="6289059"/>
            <a:ext cx="102347" cy="137160"/>
          </a:xfrm>
          <a:prstGeom prst="rect">
            <a:avLst/>
          </a:prstGeom>
          <a:noFill/>
          <a:ln w="0">
            <a:noFill/>
          </a:ln>
        </p:spPr>
        <p:txBody>
          <a:bodyPr wrap="none" lIns="0" tIns="0" rIns="0" bIns="0" anchor="ctr">
            <a:noAutofit/>
          </a:bodyPr>
          <a:lstStyle>
            <a:defPPr algn="l">
              <a:defRPr sz="900" b="1">
                <a:solidFill>
                  <a:srgbClr val="436F98"/>
                </a:solidFill>
                <a:latin typeface="Arial" panose="020B0604020202090204"/>
                <a:ea typeface="Arial" panose="020B0604020202090204"/>
                <a:cs typeface="Arial" panose="020B0604020202090204"/>
              </a:defRPr>
            </a:defPPr>
            <a:lvl1pPr algn="l">
              <a:buNone/>
              <a:defRPr sz="900" b="1">
                <a:solidFill>
                  <a:srgbClr val="436F98"/>
                </a:solidFill>
                <a:latin typeface="Arial" panose="020B0604020202090204"/>
                <a:ea typeface="Arial" panose="020B0604020202090204"/>
                <a:cs typeface="Arial" panose="020B0604020202090204"/>
              </a:defRPr>
            </a:lvl1pPr>
            <a:lvl2pPr algn="l">
              <a:buNone/>
              <a:defRPr sz="900" b="1">
                <a:solidFill>
                  <a:srgbClr val="436F98"/>
                </a:solidFill>
                <a:latin typeface="Arial" panose="020B0604020202090204"/>
                <a:ea typeface="Arial" panose="020B0604020202090204"/>
                <a:cs typeface="Arial" panose="020B0604020202090204"/>
              </a:defRPr>
            </a:lvl2pPr>
            <a:lvl3pPr algn="l">
              <a:buNone/>
              <a:defRPr sz="900" b="1">
                <a:solidFill>
                  <a:srgbClr val="436F98"/>
                </a:solidFill>
                <a:latin typeface="Arial" panose="020B0604020202090204"/>
                <a:ea typeface="Arial" panose="020B0604020202090204"/>
                <a:cs typeface="Arial" panose="020B0604020202090204"/>
              </a:defRPr>
            </a:lvl3pPr>
            <a:lvl4pPr algn="l">
              <a:buNone/>
              <a:defRPr sz="900" b="1">
                <a:solidFill>
                  <a:srgbClr val="436F98"/>
                </a:solidFill>
                <a:latin typeface="Arial" panose="020B0604020202090204"/>
                <a:ea typeface="Arial" panose="020B0604020202090204"/>
                <a:cs typeface="Arial" panose="020B0604020202090204"/>
              </a:defRPr>
            </a:lvl4pPr>
            <a:lvl5pPr algn="l">
              <a:buNone/>
              <a:defRPr sz="900" b="1">
                <a:solidFill>
                  <a:srgbClr val="436F98"/>
                </a:solidFill>
                <a:latin typeface="Arial" panose="020B0604020202090204"/>
                <a:ea typeface="Arial" panose="020B0604020202090204"/>
                <a:cs typeface="Arial" panose="020B0604020202090204"/>
              </a:defRPr>
            </a:lvl5pPr>
            <a:lvl6pPr algn="l">
              <a:buNone/>
              <a:defRPr sz="900" b="1">
                <a:solidFill>
                  <a:srgbClr val="436F98"/>
                </a:solidFill>
                <a:latin typeface="Arial" panose="020B0604020202090204"/>
                <a:ea typeface="Arial" panose="020B0604020202090204"/>
                <a:cs typeface="Arial" panose="020B0604020202090204"/>
              </a:defRPr>
            </a:lvl6pPr>
            <a:lvl7pPr algn="l">
              <a:buNone/>
              <a:defRPr sz="900" b="1">
                <a:solidFill>
                  <a:srgbClr val="436F98"/>
                </a:solidFill>
                <a:latin typeface="Arial" panose="020B0604020202090204"/>
                <a:ea typeface="Arial" panose="020B0604020202090204"/>
                <a:cs typeface="Arial" panose="020B0604020202090204"/>
              </a:defRPr>
            </a:lvl7pPr>
            <a:lvl8pPr algn="l">
              <a:buNone/>
              <a:defRPr sz="900" b="1">
                <a:solidFill>
                  <a:srgbClr val="436F98"/>
                </a:solidFill>
                <a:latin typeface="Arial" panose="020B0604020202090204"/>
                <a:ea typeface="Arial" panose="020B0604020202090204"/>
                <a:cs typeface="Arial" panose="020B0604020202090204"/>
              </a:defRPr>
            </a:lvl8pPr>
            <a:lvl9pPr algn="l">
              <a:buNone/>
              <a:defRPr sz="900" b="1">
                <a:solidFill>
                  <a:srgbClr val="436F98"/>
                </a:solidFill>
                <a:latin typeface="Arial" panose="020B0604020202090204"/>
                <a:ea typeface="Arial" panose="020B0604020202090204"/>
                <a:cs typeface="Arial" panose="020B0604020202090204"/>
              </a:defRPr>
            </a:lvl9pPr>
          </a:lstStyle>
          <a:p>
            <a:pPr algn="l">
              <a:buNone/>
              <a:defRPr sz="900" b="1">
                <a:solidFill>
                  <a:srgbClr val="436F98"/>
                </a:solidFill>
                <a:latin typeface="Arial" panose="020B0604020202090204"/>
                <a:ea typeface="Arial" panose="020B0604020202090204"/>
                <a:cs typeface="Arial" panose="020B0604020202090204"/>
              </a:defRPr>
            </a:pPr>
            <a:r>
              <a:rPr sz="1200" b="1">
                <a:solidFill>
                  <a:srgbClr val="436F98"/>
                </a:solidFill>
                <a:latin typeface="Arial" panose="020B0604020202090204"/>
                <a:ea typeface="Arial" panose="020B0604020202090204"/>
                <a:cs typeface="Arial" panose="020B0604020202090204"/>
              </a:rPr>
              <a:t>A</a:t>
            </a:r>
            <a:endParaRPr sz="1200" b="1">
              <a:solidFill>
                <a:srgbClr val="436F98"/>
              </a:solidFill>
              <a:latin typeface="Arial" panose="020B0604020202090204"/>
              <a:ea typeface="Arial" panose="020B0604020202090204"/>
              <a:cs typeface="Arial" panose="020B0604020202090204"/>
            </a:endParaRPr>
          </a:p>
        </p:txBody>
      </p:sp>
      <p:sp>
        <p:nvSpPr>
          <p:cNvPr id="342" name="Editable text: Keep the gripper closed"/>
          <p:cNvSpPr>
            <a:spLocks noGrp="1"/>
          </p:cNvSpPr>
          <p:nvPr/>
        </p:nvSpPr>
        <p:spPr>
          <a:xfrm>
            <a:off x="9085593" y="6438524"/>
            <a:ext cx="1654268" cy="165416"/>
          </a:xfrm>
          <a:prstGeom prst="rect">
            <a:avLst/>
          </a:prstGeom>
          <a:noFill/>
          <a:ln w="0">
            <a:noFill/>
          </a:ln>
        </p:spPr>
        <p:txBody>
          <a:bodyPr wrap="none" lIns="0" tIns="0" rIns="0" bIns="0" anchor="ctr">
            <a:noAutofit/>
          </a:bodyPr>
          <a:lstStyle>
            <a:defPPr algn="l">
              <a:defRPr sz="1050" b="0">
                <a:solidFill>
                  <a:srgbClr val="436F98"/>
                </a:solidFill>
                <a:latin typeface="Arial" panose="020B0604020202090204"/>
                <a:ea typeface="Arial" panose="020B0604020202090204"/>
                <a:cs typeface="Arial" panose="020B0604020202090204"/>
              </a:defRPr>
            </a:defPPr>
            <a:lvl1pPr algn="l">
              <a:buNone/>
              <a:defRPr sz="1050" b="0">
                <a:solidFill>
                  <a:srgbClr val="436F98"/>
                </a:solidFill>
                <a:latin typeface="Arial" panose="020B0604020202090204"/>
                <a:ea typeface="Arial" panose="020B0604020202090204"/>
                <a:cs typeface="Arial" panose="020B0604020202090204"/>
              </a:defRPr>
            </a:lvl1pPr>
            <a:lvl2pPr algn="l">
              <a:buNone/>
              <a:defRPr sz="1050" b="0">
                <a:solidFill>
                  <a:srgbClr val="436F98"/>
                </a:solidFill>
                <a:latin typeface="Arial" panose="020B0604020202090204"/>
                <a:ea typeface="Arial" panose="020B0604020202090204"/>
                <a:cs typeface="Arial" panose="020B0604020202090204"/>
              </a:defRPr>
            </a:lvl2pPr>
            <a:lvl3pPr algn="l">
              <a:buNone/>
              <a:defRPr sz="1050" b="0">
                <a:solidFill>
                  <a:srgbClr val="436F98"/>
                </a:solidFill>
                <a:latin typeface="Arial" panose="020B0604020202090204"/>
                <a:ea typeface="Arial" panose="020B0604020202090204"/>
                <a:cs typeface="Arial" panose="020B0604020202090204"/>
              </a:defRPr>
            </a:lvl3pPr>
            <a:lvl4pPr algn="l">
              <a:buNone/>
              <a:defRPr sz="1050" b="0">
                <a:solidFill>
                  <a:srgbClr val="436F98"/>
                </a:solidFill>
                <a:latin typeface="Arial" panose="020B0604020202090204"/>
                <a:ea typeface="Arial" panose="020B0604020202090204"/>
                <a:cs typeface="Arial" panose="020B0604020202090204"/>
              </a:defRPr>
            </a:lvl4pPr>
            <a:lvl5pPr algn="l">
              <a:buNone/>
              <a:defRPr sz="1050" b="0">
                <a:solidFill>
                  <a:srgbClr val="436F98"/>
                </a:solidFill>
                <a:latin typeface="Arial" panose="020B0604020202090204"/>
                <a:ea typeface="Arial" panose="020B0604020202090204"/>
                <a:cs typeface="Arial" panose="020B0604020202090204"/>
              </a:defRPr>
            </a:lvl5pPr>
            <a:lvl6pPr algn="l">
              <a:buNone/>
              <a:defRPr sz="1050" b="0">
                <a:solidFill>
                  <a:srgbClr val="436F98"/>
                </a:solidFill>
                <a:latin typeface="Arial" panose="020B0604020202090204"/>
                <a:ea typeface="Arial" panose="020B0604020202090204"/>
                <a:cs typeface="Arial" panose="020B0604020202090204"/>
              </a:defRPr>
            </a:lvl6pPr>
            <a:lvl7pPr algn="l">
              <a:buNone/>
              <a:defRPr sz="1050" b="0">
                <a:solidFill>
                  <a:srgbClr val="436F98"/>
                </a:solidFill>
                <a:latin typeface="Arial" panose="020B0604020202090204"/>
                <a:ea typeface="Arial" panose="020B0604020202090204"/>
                <a:cs typeface="Arial" panose="020B0604020202090204"/>
              </a:defRPr>
            </a:lvl7pPr>
            <a:lvl8pPr algn="l">
              <a:buNone/>
              <a:defRPr sz="1050" b="0">
                <a:solidFill>
                  <a:srgbClr val="436F98"/>
                </a:solidFill>
                <a:latin typeface="Arial" panose="020B0604020202090204"/>
                <a:ea typeface="Arial" panose="020B0604020202090204"/>
                <a:cs typeface="Arial" panose="020B0604020202090204"/>
              </a:defRPr>
            </a:lvl8pPr>
            <a:lvl9pPr algn="l">
              <a:buNone/>
              <a:defRPr sz="1050" b="0">
                <a:solidFill>
                  <a:srgbClr val="436F98"/>
                </a:solidFill>
                <a:latin typeface="Arial" panose="020B0604020202090204"/>
                <a:ea typeface="Arial" panose="020B0604020202090204"/>
                <a:cs typeface="Arial" panose="020B0604020202090204"/>
              </a:defRPr>
            </a:lvl9pPr>
          </a:lstStyle>
          <a:p>
            <a:pPr algn="l">
              <a:buNone/>
              <a:defRPr sz="1050" b="0">
                <a:solidFill>
                  <a:srgbClr val="436F98"/>
                </a:solidFill>
                <a:latin typeface="Arial" panose="020B0604020202090204"/>
                <a:ea typeface="Arial" panose="020B0604020202090204"/>
                <a:cs typeface="Arial" panose="020B0604020202090204"/>
              </a:defRPr>
            </a:pPr>
            <a:r>
              <a:rPr sz="1400" b="0">
                <a:solidFill>
                  <a:srgbClr val="436F98"/>
                </a:solidFill>
                <a:latin typeface="Arial" panose="020B0604020202090204"/>
                <a:ea typeface="Arial" panose="020B0604020202090204"/>
                <a:cs typeface="Arial" panose="020B0604020202090204"/>
              </a:rPr>
              <a:t>Keep the gripper </a:t>
            </a:r>
            <a:endParaRPr sz="1400" b="0">
              <a:solidFill>
                <a:srgbClr val="436F98"/>
              </a:solidFill>
              <a:latin typeface="Arial" panose="020B0604020202090204"/>
              <a:ea typeface="Arial" panose="020B0604020202090204"/>
              <a:cs typeface="Arial" panose="020B0604020202090204"/>
            </a:endParaRPr>
          </a:p>
          <a:p>
            <a:pPr algn="l">
              <a:buNone/>
              <a:defRPr sz="1050" b="0">
                <a:solidFill>
                  <a:srgbClr val="436F98"/>
                </a:solidFill>
                <a:latin typeface="Arial" panose="020B0604020202090204"/>
                <a:ea typeface="Arial" panose="020B0604020202090204"/>
                <a:cs typeface="Arial" panose="020B0604020202090204"/>
              </a:defRPr>
            </a:pPr>
            <a:r>
              <a:rPr sz="1400" b="0">
                <a:solidFill>
                  <a:srgbClr val="436F98"/>
                </a:solidFill>
                <a:latin typeface="Arial" panose="020B0604020202090204"/>
                <a:ea typeface="Arial" panose="020B0604020202090204"/>
                <a:cs typeface="Arial" panose="020B0604020202090204"/>
              </a:rPr>
              <a:t>closed</a:t>
            </a:r>
            <a:r>
              <a:rPr lang="en-US" sz="1400" b="0">
                <a:solidFill>
                  <a:srgbClr val="436F98"/>
                </a:solidFill>
                <a:latin typeface="Arial" panose="020B0604020202090204"/>
                <a:ea typeface="Arial" panose="020B0604020202090204"/>
                <a:cs typeface="Arial" panose="020B0604020202090204"/>
              </a:rPr>
              <a:t> </a:t>
            </a:r>
            <a:r>
              <a:rPr sz="1400">
                <a:sym typeface="+mn-ea"/>
              </a:rPr>
              <a:t>and move right.</a:t>
            </a:r>
            <a:endParaRPr lang="en-US" sz="1400" b="0">
              <a:solidFill>
                <a:srgbClr val="436F98"/>
              </a:solidFill>
              <a:latin typeface="Arial" panose="020B0604020202090204"/>
              <a:ea typeface="Arial" panose="020B0604020202090204"/>
              <a:cs typeface="Arial" panose="020B0604020202090204"/>
            </a:endParaRPr>
          </a:p>
        </p:txBody>
      </p:sp>
      <p:sp>
        <p:nvSpPr>
          <p:cNvPr id="343" name="Editable text: and move right."/>
          <p:cNvSpPr>
            <a:spLocks noGrp="1"/>
          </p:cNvSpPr>
          <p:nvPr/>
        </p:nvSpPr>
        <p:spPr>
          <a:xfrm>
            <a:off x="9013825" y="6240145"/>
            <a:ext cx="1866900" cy="441325"/>
          </a:xfrm>
          <a:prstGeom prst="rect">
            <a:avLst/>
          </a:prstGeom>
          <a:noFill/>
          <a:ln w="0">
            <a:noFill/>
          </a:ln>
        </p:spPr>
        <p:txBody>
          <a:bodyPr wrap="none" lIns="0" tIns="0" rIns="0" bIns="0" anchor="ctr">
            <a:noAutofit/>
          </a:bodyPr>
          <a:lstStyle>
            <a:defPPr algn="l">
              <a:defRPr sz="1050" b="0">
                <a:solidFill>
                  <a:srgbClr val="436F98"/>
                </a:solidFill>
                <a:latin typeface="Arial" panose="020B0604020202090204"/>
                <a:ea typeface="Arial" panose="020B0604020202090204"/>
                <a:cs typeface="Arial" panose="020B0604020202090204"/>
              </a:defRPr>
            </a:defPPr>
            <a:lvl1pPr algn="l">
              <a:buNone/>
              <a:defRPr sz="1050" b="0">
                <a:solidFill>
                  <a:srgbClr val="436F98"/>
                </a:solidFill>
                <a:latin typeface="Arial" panose="020B0604020202090204"/>
                <a:ea typeface="Arial" panose="020B0604020202090204"/>
                <a:cs typeface="Arial" panose="020B0604020202090204"/>
              </a:defRPr>
            </a:lvl1pPr>
            <a:lvl2pPr algn="l">
              <a:buNone/>
              <a:defRPr sz="1050" b="0">
                <a:solidFill>
                  <a:srgbClr val="436F98"/>
                </a:solidFill>
                <a:latin typeface="Arial" panose="020B0604020202090204"/>
                <a:ea typeface="Arial" panose="020B0604020202090204"/>
                <a:cs typeface="Arial" panose="020B0604020202090204"/>
              </a:defRPr>
            </a:lvl2pPr>
            <a:lvl3pPr algn="l">
              <a:buNone/>
              <a:defRPr sz="1050" b="0">
                <a:solidFill>
                  <a:srgbClr val="436F98"/>
                </a:solidFill>
                <a:latin typeface="Arial" panose="020B0604020202090204"/>
                <a:ea typeface="Arial" panose="020B0604020202090204"/>
                <a:cs typeface="Arial" panose="020B0604020202090204"/>
              </a:defRPr>
            </a:lvl3pPr>
            <a:lvl4pPr algn="l">
              <a:buNone/>
              <a:defRPr sz="1050" b="0">
                <a:solidFill>
                  <a:srgbClr val="436F98"/>
                </a:solidFill>
                <a:latin typeface="Arial" panose="020B0604020202090204"/>
                <a:ea typeface="Arial" panose="020B0604020202090204"/>
                <a:cs typeface="Arial" panose="020B0604020202090204"/>
              </a:defRPr>
            </a:lvl4pPr>
            <a:lvl5pPr algn="l">
              <a:buNone/>
              <a:defRPr sz="1050" b="0">
                <a:solidFill>
                  <a:srgbClr val="436F98"/>
                </a:solidFill>
                <a:latin typeface="Arial" panose="020B0604020202090204"/>
                <a:ea typeface="Arial" panose="020B0604020202090204"/>
                <a:cs typeface="Arial" panose="020B0604020202090204"/>
              </a:defRPr>
            </a:lvl5pPr>
            <a:lvl6pPr algn="l">
              <a:buNone/>
              <a:defRPr sz="1050" b="0">
                <a:solidFill>
                  <a:srgbClr val="436F98"/>
                </a:solidFill>
                <a:latin typeface="Arial" panose="020B0604020202090204"/>
                <a:ea typeface="Arial" panose="020B0604020202090204"/>
                <a:cs typeface="Arial" panose="020B0604020202090204"/>
              </a:defRPr>
            </a:lvl6pPr>
            <a:lvl7pPr algn="l">
              <a:buNone/>
              <a:defRPr sz="1050" b="0">
                <a:solidFill>
                  <a:srgbClr val="436F98"/>
                </a:solidFill>
                <a:latin typeface="Arial" panose="020B0604020202090204"/>
                <a:ea typeface="Arial" panose="020B0604020202090204"/>
                <a:cs typeface="Arial" panose="020B0604020202090204"/>
              </a:defRPr>
            </a:lvl7pPr>
            <a:lvl8pPr algn="l">
              <a:buNone/>
              <a:defRPr sz="1050" b="0">
                <a:solidFill>
                  <a:srgbClr val="436F98"/>
                </a:solidFill>
                <a:latin typeface="Arial" panose="020B0604020202090204"/>
                <a:ea typeface="Arial" panose="020B0604020202090204"/>
                <a:cs typeface="Arial" panose="020B0604020202090204"/>
              </a:defRPr>
            </a:lvl8pPr>
            <a:lvl9pPr algn="l">
              <a:buNone/>
              <a:defRPr sz="1050" b="0">
                <a:solidFill>
                  <a:srgbClr val="436F98"/>
                </a:solidFill>
                <a:latin typeface="Arial" panose="020B0604020202090204"/>
                <a:ea typeface="Arial" panose="020B0604020202090204"/>
                <a:cs typeface="Arial" panose="020B0604020202090204"/>
              </a:defRPr>
            </a:lvl9pPr>
          </a:lstStyle>
          <a:p>
            <a:pPr algn="l">
              <a:buNone/>
              <a:defRPr sz="1050" b="0">
                <a:solidFill>
                  <a:srgbClr val="436F98"/>
                </a:solidFill>
                <a:latin typeface="Arial" panose="020B0604020202090204"/>
                <a:ea typeface="Arial" panose="020B0604020202090204"/>
                <a:cs typeface="Arial" panose="020B0604020202090204"/>
              </a:defRPr>
            </a:pPr>
            <a:endParaRPr sz="1400" b="0">
              <a:solidFill>
                <a:srgbClr val="436F98"/>
              </a:solidFill>
              <a:latin typeface="Arial" panose="020B0604020202090204"/>
              <a:ea typeface="Arial" panose="020B0604020202090204"/>
              <a:cs typeface="Arial" panose="020B0604020202090204"/>
            </a:endParaRPr>
          </a:p>
        </p:txBody>
      </p:sp>
      <p:sp>
        <p:nvSpPr>
          <p:cNvPr id="344" name="Editable rounded frame 2534"/>
          <p:cNvSpPr>
            <a:spLocks noGrp="1"/>
          </p:cNvSpPr>
          <p:nvPr/>
        </p:nvSpPr>
        <p:spPr>
          <a:xfrm>
            <a:off x="9058857" y="6757395"/>
            <a:ext cx="1732804" cy="413899"/>
          </a:xfrm>
          <a:prstGeom prst="roundRect">
            <a:avLst>
              <a:gd name="adj" fmla="val 4167"/>
            </a:avLst>
          </a:prstGeom>
          <a:solidFill>
            <a:srgbClr val="EDF6F2"/>
          </a:solidFill>
          <a:ln w="0">
            <a:noFill/>
            <a:prstDash val="solid"/>
          </a:ln>
        </p:spPr>
      </p:sp>
      <p:sp>
        <p:nvSpPr>
          <p:cNvPr id="345" name="Editable text: T"/>
          <p:cNvSpPr>
            <a:spLocks noGrp="1"/>
          </p:cNvSpPr>
          <p:nvPr/>
        </p:nvSpPr>
        <p:spPr>
          <a:xfrm>
            <a:off x="10679288" y="6748787"/>
            <a:ext cx="90651" cy="137160"/>
          </a:xfrm>
          <a:prstGeom prst="rect">
            <a:avLst/>
          </a:prstGeom>
          <a:noFill/>
          <a:ln w="0">
            <a:noFill/>
          </a:ln>
        </p:spPr>
        <p:txBody>
          <a:bodyPr wrap="none" lIns="0" tIns="0" rIns="0" bIns="0" anchor="ctr">
            <a:noAutofit/>
          </a:bodyPr>
          <a:lstStyle>
            <a:defPPr algn="l">
              <a:defRPr sz="900" b="1">
                <a:solidFill>
                  <a:srgbClr val="367C6B"/>
                </a:solidFill>
                <a:latin typeface="Arial" panose="020B0604020202090204"/>
                <a:ea typeface="Arial" panose="020B0604020202090204"/>
                <a:cs typeface="Arial" panose="020B0604020202090204"/>
              </a:defRPr>
            </a:defPPr>
            <a:lvl1pPr algn="l">
              <a:buNone/>
              <a:defRPr sz="900" b="1">
                <a:solidFill>
                  <a:srgbClr val="367C6B"/>
                </a:solidFill>
                <a:latin typeface="Arial" panose="020B0604020202090204"/>
                <a:ea typeface="Arial" panose="020B0604020202090204"/>
                <a:cs typeface="Arial" panose="020B0604020202090204"/>
              </a:defRPr>
            </a:lvl1pPr>
            <a:lvl2pPr algn="l">
              <a:buNone/>
              <a:defRPr sz="900" b="1">
                <a:solidFill>
                  <a:srgbClr val="367C6B"/>
                </a:solidFill>
                <a:latin typeface="Arial" panose="020B0604020202090204"/>
                <a:ea typeface="Arial" panose="020B0604020202090204"/>
                <a:cs typeface="Arial" panose="020B0604020202090204"/>
              </a:defRPr>
            </a:lvl2pPr>
            <a:lvl3pPr algn="l">
              <a:buNone/>
              <a:defRPr sz="900" b="1">
                <a:solidFill>
                  <a:srgbClr val="367C6B"/>
                </a:solidFill>
                <a:latin typeface="Arial" panose="020B0604020202090204"/>
                <a:ea typeface="Arial" panose="020B0604020202090204"/>
                <a:cs typeface="Arial" panose="020B0604020202090204"/>
              </a:defRPr>
            </a:lvl3pPr>
            <a:lvl4pPr algn="l">
              <a:buNone/>
              <a:defRPr sz="900" b="1">
                <a:solidFill>
                  <a:srgbClr val="367C6B"/>
                </a:solidFill>
                <a:latin typeface="Arial" panose="020B0604020202090204"/>
                <a:ea typeface="Arial" panose="020B0604020202090204"/>
                <a:cs typeface="Arial" panose="020B0604020202090204"/>
              </a:defRPr>
            </a:lvl4pPr>
            <a:lvl5pPr algn="l">
              <a:buNone/>
              <a:defRPr sz="900" b="1">
                <a:solidFill>
                  <a:srgbClr val="367C6B"/>
                </a:solidFill>
                <a:latin typeface="Arial" panose="020B0604020202090204"/>
                <a:ea typeface="Arial" panose="020B0604020202090204"/>
                <a:cs typeface="Arial" panose="020B0604020202090204"/>
              </a:defRPr>
            </a:lvl5pPr>
            <a:lvl6pPr algn="l">
              <a:buNone/>
              <a:defRPr sz="900" b="1">
                <a:solidFill>
                  <a:srgbClr val="367C6B"/>
                </a:solidFill>
                <a:latin typeface="Arial" panose="020B0604020202090204"/>
                <a:ea typeface="Arial" panose="020B0604020202090204"/>
                <a:cs typeface="Arial" panose="020B0604020202090204"/>
              </a:defRPr>
            </a:lvl6pPr>
            <a:lvl7pPr algn="l">
              <a:buNone/>
              <a:defRPr sz="900" b="1">
                <a:solidFill>
                  <a:srgbClr val="367C6B"/>
                </a:solidFill>
                <a:latin typeface="Arial" panose="020B0604020202090204"/>
                <a:ea typeface="Arial" panose="020B0604020202090204"/>
                <a:cs typeface="Arial" panose="020B0604020202090204"/>
              </a:defRPr>
            </a:lvl7pPr>
            <a:lvl8pPr algn="l">
              <a:buNone/>
              <a:defRPr sz="900" b="1">
                <a:solidFill>
                  <a:srgbClr val="367C6B"/>
                </a:solidFill>
                <a:latin typeface="Arial" panose="020B0604020202090204"/>
                <a:ea typeface="Arial" panose="020B0604020202090204"/>
                <a:cs typeface="Arial" panose="020B0604020202090204"/>
              </a:defRPr>
            </a:lvl8pPr>
            <a:lvl9pPr algn="l">
              <a:buNone/>
              <a:defRPr sz="900" b="1">
                <a:solidFill>
                  <a:srgbClr val="367C6B"/>
                </a:solidFill>
                <a:latin typeface="Arial" panose="020B0604020202090204"/>
                <a:ea typeface="Arial" panose="020B0604020202090204"/>
                <a:cs typeface="Arial" panose="020B0604020202090204"/>
              </a:defRPr>
            </a:lvl9pPr>
          </a:lstStyle>
          <a:p>
            <a:pPr algn="l">
              <a:buNone/>
              <a:defRPr sz="900" b="1">
                <a:solidFill>
                  <a:srgbClr val="367C6B"/>
                </a:solidFill>
                <a:latin typeface="Arial" panose="020B0604020202090204"/>
                <a:ea typeface="Arial" panose="020B0604020202090204"/>
                <a:cs typeface="Arial" panose="020B0604020202090204"/>
              </a:defRPr>
            </a:pPr>
            <a:r>
              <a:rPr sz="1200" b="1">
                <a:solidFill>
                  <a:srgbClr val="367C6B"/>
                </a:solidFill>
                <a:latin typeface="Arial" panose="020B0604020202090204"/>
                <a:ea typeface="Arial" panose="020B0604020202090204"/>
                <a:cs typeface="Arial" panose="020B0604020202090204"/>
              </a:rPr>
              <a:t>T</a:t>
            </a:r>
            <a:endParaRPr sz="1200" b="1">
              <a:solidFill>
                <a:srgbClr val="367C6B"/>
              </a:solidFill>
              <a:latin typeface="Arial" panose="020B0604020202090204"/>
              <a:ea typeface="Arial" panose="020B0604020202090204"/>
              <a:cs typeface="Arial" panose="020B0604020202090204"/>
            </a:endParaRPr>
          </a:p>
        </p:txBody>
      </p:sp>
      <p:sp>
        <p:nvSpPr>
          <p:cNvPr id="346" name="Editable text: Align the knife above"/>
          <p:cNvSpPr>
            <a:spLocks noGrp="1"/>
          </p:cNvSpPr>
          <p:nvPr/>
        </p:nvSpPr>
        <p:spPr>
          <a:xfrm>
            <a:off x="9085593" y="6826856"/>
            <a:ext cx="1457093" cy="165416"/>
          </a:xfrm>
          <a:prstGeom prst="rect">
            <a:avLst/>
          </a:prstGeom>
          <a:noFill/>
          <a:ln w="0">
            <a:noFill/>
          </a:ln>
        </p:spPr>
        <p:txBody>
          <a:bodyPr wrap="none" lIns="0" tIns="0" rIns="0" bIns="0" anchor="ctr">
            <a:noAutofit/>
          </a:bodyPr>
          <a:lstStyle>
            <a:defPPr algn="l">
              <a:defRPr sz="1050" b="0">
                <a:solidFill>
                  <a:srgbClr val="367C6B"/>
                </a:solidFill>
                <a:latin typeface="Arial" panose="020B0604020202090204"/>
                <a:ea typeface="Arial" panose="020B0604020202090204"/>
                <a:cs typeface="Arial" panose="020B0604020202090204"/>
              </a:defRPr>
            </a:defPPr>
            <a:lvl1pPr algn="l">
              <a:buNone/>
              <a:defRPr sz="1050" b="0">
                <a:solidFill>
                  <a:srgbClr val="367C6B"/>
                </a:solidFill>
                <a:latin typeface="Arial" panose="020B0604020202090204"/>
                <a:ea typeface="Arial" panose="020B0604020202090204"/>
                <a:cs typeface="Arial" panose="020B0604020202090204"/>
              </a:defRPr>
            </a:lvl1pPr>
            <a:lvl2pPr algn="l">
              <a:buNone/>
              <a:defRPr sz="1050" b="0">
                <a:solidFill>
                  <a:srgbClr val="367C6B"/>
                </a:solidFill>
                <a:latin typeface="Arial" panose="020B0604020202090204"/>
                <a:ea typeface="Arial" panose="020B0604020202090204"/>
                <a:cs typeface="Arial" panose="020B0604020202090204"/>
              </a:defRPr>
            </a:lvl2pPr>
            <a:lvl3pPr algn="l">
              <a:buNone/>
              <a:defRPr sz="1050" b="0">
                <a:solidFill>
                  <a:srgbClr val="367C6B"/>
                </a:solidFill>
                <a:latin typeface="Arial" panose="020B0604020202090204"/>
                <a:ea typeface="Arial" panose="020B0604020202090204"/>
                <a:cs typeface="Arial" panose="020B0604020202090204"/>
              </a:defRPr>
            </a:lvl3pPr>
            <a:lvl4pPr algn="l">
              <a:buNone/>
              <a:defRPr sz="1050" b="0">
                <a:solidFill>
                  <a:srgbClr val="367C6B"/>
                </a:solidFill>
                <a:latin typeface="Arial" panose="020B0604020202090204"/>
                <a:ea typeface="Arial" panose="020B0604020202090204"/>
                <a:cs typeface="Arial" panose="020B0604020202090204"/>
              </a:defRPr>
            </a:lvl4pPr>
            <a:lvl5pPr algn="l">
              <a:buNone/>
              <a:defRPr sz="1050" b="0">
                <a:solidFill>
                  <a:srgbClr val="367C6B"/>
                </a:solidFill>
                <a:latin typeface="Arial" panose="020B0604020202090204"/>
                <a:ea typeface="Arial" panose="020B0604020202090204"/>
                <a:cs typeface="Arial" panose="020B0604020202090204"/>
              </a:defRPr>
            </a:lvl5pPr>
            <a:lvl6pPr algn="l">
              <a:buNone/>
              <a:defRPr sz="1050" b="0">
                <a:solidFill>
                  <a:srgbClr val="367C6B"/>
                </a:solidFill>
                <a:latin typeface="Arial" panose="020B0604020202090204"/>
                <a:ea typeface="Arial" panose="020B0604020202090204"/>
                <a:cs typeface="Arial" panose="020B0604020202090204"/>
              </a:defRPr>
            </a:lvl6pPr>
            <a:lvl7pPr algn="l">
              <a:buNone/>
              <a:defRPr sz="1050" b="0">
                <a:solidFill>
                  <a:srgbClr val="367C6B"/>
                </a:solidFill>
                <a:latin typeface="Arial" panose="020B0604020202090204"/>
                <a:ea typeface="Arial" panose="020B0604020202090204"/>
                <a:cs typeface="Arial" panose="020B0604020202090204"/>
              </a:defRPr>
            </a:lvl7pPr>
            <a:lvl8pPr algn="l">
              <a:buNone/>
              <a:defRPr sz="1050" b="0">
                <a:solidFill>
                  <a:srgbClr val="367C6B"/>
                </a:solidFill>
                <a:latin typeface="Arial" panose="020B0604020202090204"/>
                <a:ea typeface="Arial" panose="020B0604020202090204"/>
                <a:cs typeface="Arial" panose="020B0604020202090204"/>
              </a:defRPr>
            </a:lvl8pPr>
            <a:lvl9pPr algn="l">
              <a:buNone/>
              <a:defRPr sz="1050" b="0">
                <a:solidFill>
                  <a:srgbClr val="367C6B"/>
                </a:solidFill>
                <a:latin typeface="Arial" panose="020B0604020202090204"/>
                <a:ea typeface="Arial" panose="020B0604020202090204"/>
                <a:cs typeface="Arial" panose="020B0604020202090204"/>
              </a:defRPr>
            </a:lvl9pPr>
          </a:lstStyle>
          <a:p>
            <a:pPr algn="l">
              <a:buNone/>
              <a:defRPr sz="1050" b="0">
                <a:solidFill>
                  <a:srgbClr val="367C6B"/>
                </a:solidFill>
                <a:latin typeface="Arial" panose="020B0604020202090204"/>
                <a:ea typeface="Arial" panose="020B0604020202090204"/>
                <a:cs typeface="Arial" panose="020B0604020202090204"/>
              </a:defRPr>
            </a:pPr>
            <a:r>
              <a:rPr sz="1400" b="0">
                <a:solidFill>
                  <a:srgbClr val="367C6B"/>
                </a:solidFill>
                <a:latin typeface="Arial" panose="020B0604020202090204"/>
                <a:ea typeface="Arial" panose="020B0604020202090204"/>
                <a:cs typeface="Arial" panose="020B0604020202090204"/>
              </a:rPr>
              <a:t>Align the knife above</a:t>
            </a:r>
            <a:endParaRPr sz="1400" b="0">
              <a:solidFill>
                <a:srgbClr val="367C6B"/>
              </a:solidFill>
              <a:latin typeface="Arial" panose="020B0604020202090204"/>
              <a:ea typeface="Arial" panose="020B0604020202090204"/>
              <a:cs typeface="Arial" panose="020B0604020202090204"/>
            </a:endParaRPr>
          </a:p>
        </p:txBody>
      </p:sp>
      <p:sp>
        <p:nvSpPr>
          <p:cNvPr id="347" name="Editable text: the root."/>
          <p:cNvSpPr>
            <a:spLocks noGrp="1"/>
          </p:cNvSpPr>
          <p:nvPr/>
        </p:nvSpPr>
        <p:spPr>
          <a:xfrm>
            <a:off x="9085593" y="6976160"/>
            <a:ext cx="591108" cy="165416"/>
          </a:xfrm>
          <a:prstGeom prst="rect">
            <a:avLst/>
          </a:prstGeom>
          <a:noFill/>
          <a:ln w="0">
            <a:noFill/>
          </a:ln>
        </p:spPr>
        <p:txBody>
          <a:bodyPr wrap="none" lIns="0" tIns="0" rIns="0" bIns="0" anchor="ctr">
            <a:noAutofit/>
          </a:bodyPr>
          <a:lstStyle>
            <a:defPPr algn="l">
              <a:defRPr sz="1050" b="0">
                <a:solidFill>
                  <a:srgbClr val="367C6B"/>
                </a:solidFill>
                <a:latin typeface="Arial" panose="020B0604020202090204"/>
                <a:ea typeface="Arial" panose="020B0604020202090204"/>
                <a:cs typeface="Arial" panose="020B0604020202090204"/>
              </a:defRPr>
            </a:defPPr>
            <a:lvl1pPr algn="l">
              <a:buNone/>
              <a:defRPr sz="1050" b="0">
                <a:solidFill>
                  <a:srgbClr val="367C6B"/>
                </a:solidFill>
                <a:latin typeface="Arial" panose="020B0604020202090204"/>
                <a:ea typeface="Arial" panose="020B0604020202090204"/>
                <a:cs typeface="Arial" panose="020B0604020202090204"/>
              </a:defRPr>
            </a:lvl1pPr>
            <a:lvl2pPr algn="l">
              <a:buNone/>
              <a:defRPr sz="1050" b="0">
                <a:solidFill>
                  <a:srgbClr val="367C6B"/>
                </a:solidFill>
                <a:latin typeface="Arial" panose="020B0604020202090204"/>
                <a:ea typeface="Arial" panose="020B0604020202090204"/>
                <a:cs typeface="Arial" panose="020B0604020202090204"/>
              </a:defRPr>
            </a:lvl2pPr>
            <a:lvl3pPr algn="l">
              <a:buNone/>
              <a:defRPr sz="1050" b="0">
                <a:solidFill>
                  <a:srgbClr val="367C6B"/>
                </a:solidFill>
                <a:latin typeface="Arial" panose="020B0604020202090204"/>
                <a:ea typeface="Arial" panose="020B0604020202090204"/>
                <a:cs typeface="Arial" panose="020B0604020202090204"/>
              </a:defRPr>
            </a:lvl3pPr>
            <a:lvl4pPr algn="l">
              <a:buNone/>
              <a:defRPr sz="1050" b="0">
                <a:solidFill>
                  <a:srgbClr val="367C6B"/>
                </a:solidFill>
                <a:latin typeface="Arial" panose="020B0604020202090204"/>
                <a:ea typeface="Arial" panose="020B0604020202090204"/>
                <a:cs typeface="Arial" panose="020B0604020202090204"/>
              </a:defRPr>
            </a:lvl4pPr>
            <a:lvl5pPr algn="l">
              <a:buNone/>
              <a:defRPr sz="1050" b="0">
                <a:solidFill>
                  <a:srgbClr val="367C6B"/>
                </a:solidFill>
                <a:latin typeface="Arial" panose="020B0604020202090204"/>
                <a:ea typeface="Arial" panose="020B0604020202090204"/>
                <a:cs typeface="Arial" panose="020B0604020202090204"/>
              </a:defRPr>
            </a:lvl5pPr>
            <a:lvl6pPr algn="l">
              <a:buNone/>
              <a:defRPr sz="1050" b="0">
                <a:solidFill>
                  <a:srgbClr val="367C6B"/>
                </a:solidFill>
                <a:latin typeface="Arial" panose="020B0604020202090204"/>
                <a:ea typeface="Arial" panose="020B0604020202090204"/>
                <a:cs typeface="Arial" panose="020B0604020202090204"/>
              </a:defRPr>
            </a:lvl6pPr>
            <a:lvl7pPr algn="l">
              <a:buNone/>
              <a:defRPr sz="1050" b="0">
                <a:solidFill>
                  <a:srgbClr val="367C6B"/>
                </a:solidFill>
                <a:latin typeface="Arial" panose="020B0604020202090204"/>
                <a:ea typeface="Arial" panose="020B0604020202090204"/>
                <a:cs typeface="Arial" panose="020B0604020202090204"/>
              </a:defRPr>
            </a:lvl7pPr>
            <a:lvl8pPr algn="l">
              <a:buNone/>
              <a:defRPr sz="1050" b="0">
                <a:solidFill>
                  <a:srgbClr val="367C6B"/>
                </a:solidFill>
                <a:latin typeface="Arial" panose="020B0604020202090204"/>
                <a:ea typeface="Arial" panose="020B0604020202090204"/>
                <a:cs typeface="Arial" panose="020B0604020202090204"/>
              </a:defRPr>
            </a:lvl8pPr>
            <a:lvl9pPr algn="l">
              <a:buNone/>
              <a:defRPr sz="1050" b="0">
                <a:solidFill>
                  <a:srgbClr val="367C6B"/>
                </a:solidFill>
                <a:latin typeface="Arial" panose="020B0604020202090204"/>
                <a:ea typeface="Arial" panose="020B0604020202090204"/>
                <a:cs typeface="Arial" panose="020B0604020202090204"/>
              </a:defRPr>
            </a:lvl9pPr>
          </a:lstStyle>
          <a:p>
            <a:pPr algn="l">
              <a:buNone/>
              <a:defRPr sz="1050" b="0">
                <a:solidFill>
                  <a:srgbClr val="367C6B"/>
                </a:solidFill>
                <a:latin typeface="Arial" panose="020B0604020202090204"/>
                <a:ea typeface="Arial" panose="020B0604020202090204"/>
                <a:cs typeface="Arial" panose="020B0604020202090204"/>
              </a:defRPr>
            </a:pPr>
            <a:r>
              <a:rPr sz="1400" b="0">
                <a:solidFill>
                  <a:srgbClr val="367C6B"/>
                </a:solidFill>
                <a:latin typeface="Arial" panose="020B0604020202090204"/>
                <a:ea typeface="Arial" panose="020B0604020202090204"/>
                <a:cs typeface="Arial" panose="020B0604020202090204"/>
              </a:rPr>
              <a:t>the root.</a:t>
            </a:r>
            <a:endParaRPr sz="1400" b="0">
              <a:solidFill>
                <a:srgbClr val="367C6B"/>
              </a:solidFill>
              <a:latin typeface="Arial" panose="020B0604020202090204"/>
              <a:ea typeface="Arial" panose="020B0604020202090204"/>
              <a:cs typeface="Arial" panose="020B0604020202090204"/>
            </a:endParaRPr>
          </a:p>
        </p:txBody>
      </p:sp>
      <p:pic>
        <p:nvPicPr>
          <p:cNvPr id="348" name="图片 347"/>
          <p:cNvPicPr>
            <a:picLocks noChangeAspect="1"/>
          </p:cNvPicPr>
          <p:nvPr/>
        </p:nvPicPr>
        <p:blipFill>
          <a:blip r:embed="rId40"/>
          <a:srcRect b="21024"/>
          <a:stretch>
            <a:fillRect/>
          </a:stretch>
        </p:blipFill>
        <p:spPr>
          <a:xfrm>
            <a:off x="9194103" y="7234310"/>
            <a:ext cx="1462253" cy="823144"/>
          </a:xfrm>
          <a:prstGeom prst="rect">
            <a:avLst/>
          </a:prstGeom>
        </p:spPr>
      </p:pic>
      <p:sp>
        <p:nvSpPr>
          <p:cNvPr id="349" name="Editable rounded frame 2590"/>
          <p:cNvSpPr>
            <a:spLocks noGrp="1"/>
          </p:cNvSpPr>
          <p:nvPr/>
        </p:nvSpPr>
        <p:spPr>
          <a:xfrm>
            <a:off x="9194103" y="7234310"/>
            <a:ext cx="1462253" cy="823144"/>
          </a:xfrm>
          <a:prstGeom prst="roundRect">
            <a:avLst>
              <a:gd name="adj" fmla="val 0"/>
            </a:avLst>
          </a:prstGeom>
          <a:noFill/>
          <a:ln w="11214">
            <a:solidFill>
              <a:srgbClr val="D9E3E8"/>
            </a:solidFill>
            <a:prstDash val="solid"/>
          </a:ln>
        </p:spPr>
      </p:sp>
      <p:sp>
        <p:nvSpPr>
          <p:cNvPr id="350" name="Editable vector path 2602"/>
          <p:cNvSpPr>
            <a:spLocks noGrp="1"/>
          </p:cNvSpPr>
          <p:nvPr/>
        </p:nvSpPr>
        <p:spPr>
          <a:xfrm>
            <a:off x="9792753" y="7815058"/>
            <a:ext cx="40101" cy="40101"/>
          </a:xfrm>
          <a:custGeom>
            <a:avLst/>
            <a:gdLst/>
            <a:ahLst/>
            <a:cxnLst/>
            <a:pathLst>
              <a:path w="71360" h="71360">
                <a:moveTo>
                  <a:pt x="71360" y="35680"/>
                </a:moveTo>
                <a:cubicBezTo>
                  <a:pt x="71360" y="15975"/>
                  <a:pt x="55386" y="0"/>
                  <a:pt x="35680" y="0"/>
                </a:cubicBezTo>
                <a:cubicBezTo>
                  <a:pt x="15975" y="0"/>
                  <a:pt x="0" y="15975"/>
                  <a:pt x="0" y="35680"/>
                </a:cubicBezTo>
                <a:cubicBezTo>
                  <a:pt x="0" y="55386"/>
                  <a:pt x="15975" y="71360"/>
                  <a:pt x="35680" y="71360"/>
                </a:cubicBezTo>
                <a:cubicBezTo>
                  <a:pt x="55386" y="71360"/>
                  <a:pt x="71360" y="55386"/>
                  <a:pt x="71360" y="35680"/>
                </a:cubicBezTo>
              </a:path>
            </a:pathLst>
          </a:custGeom>
          <a:solidFill>
            <a:srgbClr val="CD5C55"/>
          </a:solidFill>
          <a:ln w="24466">
            <a:solidFill>
              <a:srgbClr val="FFFFFF"/>
            </a:solidFill>
            <a:prstDash val="solid"/>
          </a:ln>
        </p:spPr>
      </p:sp>
      <p:sp>
        <p:nvSpPr>
          <p:cNvPr id="351" name="Editable rounded frame 2618"/>
          <p:cNvSpPr>
            <a:spLocks noGrp="1"/>
          </p:cNvSpPr>
          <p:nvPr/>
        </p:nvSpPr>
        <p:spPr>
          <a:xfrm>
            <a:off x="10501322" y="7269040"/>
            <a:ext cx="126390" cy="126390"/>
          </a:xfrm>
          <a:prstGeom prst="roundRect">
            <a:avLst>
              <a:gd name="adj" fmla="val 18182"/>
            </a:avLst>
          </a:prstGeom>
          <a:solidFill>
            <a:srgbClr val="F3EFF8"/>
          </a:solidFill>
          <a:ln w="0">
            <a:noFill/>
            <a:prstDash val="solid"/>
          </a:ln>
        </p:spPr>
      </p:sp>
      <p:sp>
        <p:nvSpPr>
          <p:cNvPr id="352" name="Editable text: V"/>
          <p:cNvSpPr>
            <a:spLocks noGrp="1"/>
          </p:cNvSpPr>
          <p:nvPr/>
        </p:nvSpPr>
        <p:spPr>
          <a:xfrm>
            <a:off x="10532114" y="7268846"/>
            <a:ext cx="86289" cy="137160"/>
          </a:xfrm>
          <a:prstGeom prst="rect">
            <a:avLst/>
          </a:prstGeom>
          <a:noFill/>
          <a:ln w="0">
            <a:noFill/>
          </a:ln>
        </p:spPr>
        <p:txBody>
          <a:bodyPr wrap="none" lIns="0" tIns="0" rIns="0" bIns="0" anchor="ctr">
            <a:noAutofit/>
          </a:bodyPr>
          <a:lstStyle>
            <a:defPPr algn="l">
              <a:defRPr sz="900" b="1">
                <a:solidFill>
                  <a:srgbClr val="786096"/>
                </a:solidFill>
                <a:latin typeface="Arial" panose="020B0604020202090204"/>
                <a:ea typeface="Arial" panose="020B0604020202090204"/>
                <a:cs typeface="Arial" panose="020B0604020202090204"/>
              </a:defRPr>
            </a:defPPr>
            <a:lvl1pPr algn="l">
              <a:buNone/>
              <a:defRPr sz="900" b="1">
                <a:solidFill>
                  <a:srgbClr val="786096"/>
                </a:solidFill>
                <a:latin typeface="Arial" panose="020B0604020202090204"/>
                <a:ea typeface="Arial" panose="020B0604020202090204"/>
                <a:cs typeface="Arial" panose="020B0604020202090204"/>
              </a:defRPr>
            </a:lvl1pPr>
            <a:lvl2pPr algn="l">
              <a:buNone/>
              <a:defRPr sz="900" b="1">
                <a:solidFill>
                  <a:srgbClr val="786096"/>
                </a:solidFill>
                <a:latin typeface="Arial" panose="020B0604020202090204"/>
                <a:ea typeface="Arial" panose="020B0604020202090204"/>
                <a:cs typeface="Arial" panose="020B0604020202090204"/>
              </a:defRPr>
            </a:lvl2pPr>
            <a:lvl3pPr algn="l">
              <a:buNone/>
              <a:defRPr sz="900" b="1">
                <a:solidFill>
                  <a:srgbClr val="786096"/>
                </a:solidFill>
                <a:latin typeface="Arial" panose="020B0604020202090204"/>
                <a:ea typeface="Arial" panose="020B0604020202090204"/>
                <a:cs typeface="Arial" panose="020B0604020202090204"/>
              </a:defRPr>
            </a:lvl3pPr>
            <a:lvl4pPr algn="l">
              <a:buNone/>
              <a:defRPr sz="900" b="1">
                <a:solidFill>
                  <a:srgbClr val="786096"/>
                </a:solidFill>
                <a:latin typeface="Arial" panose="020B0604020202090204"/>
                <a:ea typeface="Arial" panose="020B0604020202090204"/>
                <a:cs typeface="Arial" panose="020B0604020202090204"/>
              </a:defRPr>
            </a:lvl4pPr>
            <a:lvl5pPr algn="l">
              <a:buNone/>
              <a:defRPr sz="900" b="1">
                <a:solidFill>
                  <a:srgbClr val="786096"/>
                </a:solidFill>
                <a:latin typeface="Arial" panose="020B0604020202090204"/>
                <a:ea typeface="Arial" panose="020B0604020202090204"/>
                <a:cs typeface="Arial" panose="020B0604020202090204"/>
              </a:defRPr>
            </a:lvl5pPr>
            <a:lvl6pPr algn="l">
              <a:buNone/>
              <a:defRPr sz="900" b="1">
                <a:solidFill>
                  <a:srgbClr val="786096"/>
                </a:solidFill>
                <a:latin typeface="Arial" panose="020B0604020202090204"/>
                <a:ea typeface="Arial" panose="020B0604020202090204"/>
                <a:cs typeface="Arial" panose="020B0604020202090204"/>
              </a:defRPr>
            </a:lvl6pPr>
            <a:lvl7pPr algn="l">
              <a:buNone/>
              <a:defRPr sz="900" b="1">
                <a:solidFill>
                  <a:srgbClr val="786096"/>
                </a:solidFill>
                <a:latin typeface="Arial" panose="020B0604020202090204"/>
                <a:ea typeface="Arial" panose="020B0604020202090204"/>
                <a:cs typeface="Arial" panose="020B0604020202090204"/>
              </a:defRPr>
            </a:lvl7pPr>
            <a:lvl8pPr algn="l">
              <a:buNone/>
              <a:defRPr sz="900" b="1">
                <a:solidFill>
                  <a:srgbClr val="786096"/>
                </a:solidFill>
                <a:latin typeface="Arial" panose="020B0604020202090204"/>
                <a:ea typeface="Arial" panose="020B0604020202090204"/>
                <a:cs typeface="Arial" panose="020B0604020202090204"/>
              </a:defRPr>
            </a:lvl8pPr>
            <a:lvl9pPr algn="l">
              <a:buNone/>
              <a:defRPr sz="900" b="1">
                <a:solidFill>
                  <a:srgbClr val="786096"/>
                </a:solidFill>
                <a:latin typeface="Arial" panose="020B0604020202090204"/>
                <a:ea typeface="Arial" panose="020B0604020202090204"/>
                <a:cs typeface="Arial" panose="020B0604020202090204"/>
              </a:defRPr>
            </a:lvl9pPr>
          </a:lstStyle>
          <a:p>
            <a:pPr algn="l">
              <a:buNone/>
              <a:defRPr sz="900" b="1">
                <a:solidFill>
                  <a:srgbClr val="786096"/>
                </a:solidFill>
                <a:latin typeface="Arial" panose="020B0604020202090204"/>
                <a:ea typeface="Arial" panose="020B0604020202090204"/>
                <a:cs typeface="Arial" panose="020B0604020202090204"/>
              </a:defRPr>
            </a:pPr>
            <a:r>
              <a:rPr sz="1200" b="1">
                <a:solidFill>
                  <a:srgbClr val="786096"/>
                </a:solidFill>
                <a:latin typeface="Arial" panose="020B0604020202090204"/>
                <a:ea typeface="Arial" panose="020B0604020202090204"/>
                <a:cs typeface="Arial" panose="020B0604020202090204"/>
              </a:rPr>
              <a:t>V</a:t>
            </a:r>
            <a:endParaRPr sz="1200" b="1">
              <a:solidFill>
                <a:srgbClr val="786096"/>
              </a:solidFill>
              <a:latin typeface="Arial" panose="020B0604020202090204"/>
              <a:ea typeface="Arial" panose="020B0604020202090204"/>
              <a:cs typeface="Arial" panose="020B0604020202090204"/>
            </a:endParaRPr>
          </a:p>
        </p:txBody>
      </p:sp>
      <p:sp>
        <p:nvSpPr>
          <p:cNvPr id="353" name="Editable text: Move the object toward"/>
          <p:cNvSpPr>
            <a:spLocks noGrp="1"/>
          </p:cNvSpPr>
          <p:nvPr/>
        </p:nvSpPr>
        <p:spPr>
          <a:xfrm>
            <a:off x="9157335" y="8171180"/>
            <a:ext cx="1585595" cy="348615"/>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Move the object </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toward</a:t>
            </a:r>
            <a:r>
              <a:rPr lang="en-US" sz="1400" b="0">
                <a:solidFill>
                  <a:srgbClr val="786096"/>
                </a:solidFill>
                <a:latin typeface="Arial" panose="020B0604020202090204"/>
                <a:ea typeface="Arial" panose="020B0604020202090204"/>
                <a:cs typeface="Arial" panose="020B0604020202090204"/>
              </a:rPr>
              <a:t> </a:t>
            </a:r>
            <a:r>
              <a:rPr sz="1400">
                <a:sym typeface="+mn-ea"/>
              </a:rPr>
              <a:t>the red point.</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endParaRPr lang="en-US" sz="1400" b="0">
              <a:solidFill>
                <a:srgbClr val="786096"/>
              </a:solidFill>
              <a:latin typeface="Arial" panose="020B0604020202090204"/>
              <a:ea typeface="Arial" panose="020B0604020202090204"/>
              <a:cs typeface="Arial" panose="020B0604020202090204"/>
            </a:endParaRPr>
          </a:p>
        </p:txBody>
      </p:sp>
      <p:sp>
        <p:nvSpPr>
          <p:cNvPr id="355" name="Editable rounded frame 2665"/>
          <p:cNvSpPr>
            <a:spLocks noGrp="1"/>
          </p:cNvSpPr>
          <p:nvPr/>
        </p:nvSpPr>
        <p:spPr>
          <a:xfrm>
            <a:off x="10954168" y="5130800"/>
            <a:ext cx="1866900" cy="3333750"/>
          </a:xfrm>
          <a:prstGeom prst="roundRect">
            <a:avLst>
              <a:gd name="adj" fmla="val 2514"/>
            </a:avLst>
          </a:prstGeom>
          <a:solidFill>
            <a:srgbClr val="FFFFFF"/>
          </a:solidFill>
          <a:ln w="9000">
            <a:solidFill>
              <a:srgbClr val="D9E3E8"/>
            </a:solidFill>
            <a:prstDash val="solid"/>
          </a:ln>
        </p:spPr>
      </p:sp>
      <p:sp>
        <p:nvSpPr>
          <p:cNvPr id="356" name="Editable rounded frame 2681"/>
          <p:cNvSpPr>
            <a:spLocks noGrp="1"/>
          </p:cNvSpPr>
          <p:nvPr/>
        </p:nvSpPr>
        <p:spPr>
          <a:xfrm>
            <a:off x="10960852" y="5136529"/>
            <a:ext cx="1853532" cy="247051"/>
          </a:xfrm>
          <a:prstGeom prst="roundRect">
            <a:avLst>
              <a:gd name="adj" fmla="val 13953"/>
            </a:avLst>
          </a:prstGeom>
          <a:solidFill>
            <a:srgbClr val="FBF4E9"/>
          </a:solidFill>
          <a:ln w="0">
            <a:noFill/>
            <a:prstDash val="solid"/>
          </a:ln>
        </p:spPr>
      </p:sp>
      <p:sp>
        <p:nvSpPr>
          <p:cNvPr id="357" name="Editable text: S4"/>
          <p:cNvSpPr>
            <a:spLocks noGrp="1"/>
          </p:cNvSpPr>
          <p:nvPr/>
        </p:nvSpPr>
        <p:spPr>
          <a:xfrm>
            <a:off x="11034375" y="5182518"/>
            <a:ext cx="213885" cy="165811"/>
          </a:xfrm>
          <a:prstGeom prst="rect">
            <a:avLst/>
          </a:prstGeom>
          <a:noFill/>
          <a:ln w="0">
            <a:noFill/>
          </a:ln>
        </p:spPr>
        <p:txBody>
          <a:bodyPr wrap="none" lIns="0" tIns="0" rIns="0" bIns="0" anchor="ctr">
            <a:noAutofit/>
          </a:bodyPr>
          <a:lstStyle>
            <a:defPPr algn="l">
              <a:defRPr sz="1090" b="1">
                <a:solidFill>
                  <a:srgbClr val="A8793E"/>
                </a:solidFill>
                <a:latin typeface="Arial" panose="020B0604020202090204"/>
                <a:ea typeface="Arial" panose="020B0604020202090204"/>
                <a:cs typeface="Arial" panose="020B0604020202090204"/>
              </a:defRPr>
            </a:defPPr>
            <a:lvl1pPr algn="l">
              <a:buNone/>
              <a:defRPr sz="1090" b="1">
                <a:solidFill>
                  <a:srgbClr val="A8793E"/>
                </a:solidFill>
                <a:latin typeface="Arial" panose="020B0604020202090204"/>
                <a:ea typeface="Arial" panose="020B0604020202090204"/>
                <a:cs typeface="Arial" panose="020B0604020202090204"/>
              </a:defRPr>
            </a:lvl1pPr>
            <a:lvl2pPr algn="l">
              <a:buNone/>
              <a:defRPr sz="1090" b="1">
                <a:solidFill>
                  <a:srgbClr val="A8793E"/>
                </a:solidFill>
                <a:latin typeface="Arial" panose="020B0604020202090204"/>
                <a:ea typeface="Arial" panose="020B0604020202090204"/>
                <a:cs typeface="Arial" panose="020B0604020202090204"/>
              </a:defRPr>
            </a:lvl2pPr>
            <a:lvl3pPr algn="l">
              <a:buNone/>
              <a:defRPr sz="1090" b="1">
                <a:solidFill>
                  <a:srgbClr val="A8793E"/>
                </a:solidFill>
                <a:latin typeface="Arial" panose="020B0604020202090204"/>
                <a:ea typeface="Arial" panose="020B0604020202090204"/>
                <a:cs typeface="Arial" panose="020B0604020202090204"/>
              </a:defRPr>
            </a:lvl3pPr>
            <a:lvl4pPr algn="l">
              <a:buNone/>
              <a:defRPr sz="1090" b="1">
                <a:solidFill>
                  <a:srgbClr val="A8793E"/>
                </a:solidFill>
                <a:latin typeface="Arial" panose="020B0604020202090204"/>
                <a:ea typeface="Arial" panose="020B0604020202090204"/>
                <a:cs typeface="Arial" panose="020B0604020202090204"/>
              </a:defRPr>
            </a:lvl4pPr>
            <a:lvl5pPr algn="l">
              <a:buNone/>
              <a:defRPr sz="1090" b="1">
                <a:solidFill>
                  <a:srgbClr val="A8793E"/>
                </a:solidFill>
                <a:latin typeface="Arial" panose="020B0604020202090204"/>
                <a:ea typeface="Arial" panose="020B0604020202090204"/>
                <a:cs typeface="Arial" panose="020B0604020202090204"/>
              </a:defRPr>
            </a:lvl5pPr>
            <a:lvl6pPr algn="l">
              <a:buNone/>
              <a:defRPr sz="1090" b="1">
                <a:solidFill>
                  <a:srgbClr val="A8793E"/>
                </a:solidFill>
                <a:latin typeface="Arial" panose="020B0604020202090204"/>
                <a:ea typeface="Arial" panose="020B0604020202090204"/>
                <a:cs typeface="Arial" panose="020B0604020202090204"/>
              </a:defRPr>
            </a:lvl6pPr>
            <a:lvl7pPr algn="l">
              <a:buNone/>
              <a:defRPr sz="1090" b="1">
                <a:solidFill>
                  <a:srgbClr val="A8793E"/>
                </a:solidFill>
                <a:latin typeface="Arial" panose="020B0604020202090204"/>
                <a:ea typeface="Arial" panose="020B0604020202090204"/>
                <a:cs typeface="Arial" panose="020B0604020202090204"/>
              </a:defRPr>
            </a:lvl7pPr>
            <a:lvl8pPr algn="l">
              <a:buNone/>
              <a:defRPr sz="1090" b="1">
                <a:solidFill>
                  <a:srgbClr val="A8793E"/>
                </a:solidFill>
                <a:latin typeface="Arial" panose="020B0604020202090204"/>
                <a:ea typeface="Arial" panose="020B0604020202090204"/>
                <a:cs typeface="Arial" panose="020B0604020202090204"/>
              </a:defRPr>
            </a:lvl8pPr>
            <a:lvl9pPr algn="l">
              <a:buNone/>
              <a:defRPr sz="1090" b="1">
                <a:solidFill>
                  <a:srgbClr val="A8793E"/>
                </a:solidFill>
                <a:latin typeface="Arial" panose="020B0604020202090204"/>
                <a:ea typeface="Arial" panose="020B0604020202090204"/>
                <a:cs typeface="Arial" panose="020B0604020202090204"/>
              </a:defRPr>
            </a:lvl9pPr>
          </a:lstStyle>
          <a:p>
            <a:pPr algn="l">
              <a:buNone/>
              <a:defRPr sz="1090" b="1">
                <a:solidFill>
                  <a:srgbClr val="A8793E"/>
                </a:solidFill>
                <a:latin typeface="Arial" panose="020B0604020202090204"/>
                <a:ea typeface="Arial" panose="020B0604020202090204"/>
                <a:cs typeface="Arial" panose="020B0604020202090204"/>
              </a:defRPr>
            </a:pPr>
            <a:r>
              <a:rPr sz="1400" b="1">
                <a:solidFill>
                  <a:srgbClr val="A8793E"/>
                </a:solidFill>
                <a:latin typeface="Arial" panose="020B0604020202090204"/>
                <a:ea typeface="Arial" panose="020B0604020202090204"/>
                <a:cs typeface="Arial" panose="020B0604020202090204"/>
              </a:rPr>
              <a:t>S4</a:t>
            </a:r>
            <a:endParaRPr sz="1400" b="1">
              <a:solidFill>
                <a:srgbClr val="A8793E"/>
              </a:solidFill>
              <a:latin typeface="Arial" panose="020B0604020202090204"/>
              <a:ea typeface="Arial" panose="020B0604020202090204"/>
              <a:cs typeface="Arial" panose="020B0604020202090204"/>
            </a:endParaRPr>
          </a:p>
        </p:txBody>
      </p:sp>
      <p:sp>
        <p:nvSpPr>
          <p:cNvPr id="358" name="Editable text: Slice"/>
          <p:cNvSpPr>
            <a:spLocks noGrp="1"/>
          </p:cNvSpPr>
          <p:nvPr/>
        </p:nvSpPr>
        <p:spPr>
          <a:xfrm>
            <a:off x="11275831" y="5185883"/>
            <a:ext cx="369704" cy="162306"/>
          </a:xfrm>
          <a:prstGeom prst="rect">
            <a:avLst/>
          </a:prstGeom>
          <a:noFill/>
          <a:ln w="0">
            <a:noFill/>
          </a:ln>
        </p:spPr>
        <p:txBody>
          <a:bodyPr wrap="none" lIns="0" tIns="0" rIns="0" bIns="0" anchor="ctr">
            <a:noAutofit/>
          </a:bodyPr>
          <a:lstStyle>
            <a:defPPr algn="l">
              <a:defRPr sz="1065" b="1">
                <a:solidFill>
                  <a:srgbClr val="A8793E"/>
                </a:solidFill>
                <a:latin typeface="Arial" panose="020B0604020202090204"/>
                <a:ea typeface="Arial" panose="020B0604020202090204"/>
                <a:cs typeface="Arial" panose="020B0604020202090204"/>
              </a:defRPr>
            </a:defPPr>
            <a:lvl1pPr algn="l">
              <a:buNone/>
              <a:defRPr sz="1065" b="1">
                <a:solidFill>
                  <a:srgbClr val="A8793E"/>
                </a:solidFill>
                <a:latin typeface="Arial" panose="020B0604020202090204"/>
                <a:ea typeface="Arial" panose="020B0604020202090204"/>
                <a:cs typeface="Arial" panose="020B0604020202090204"/>
              </a:defRPr>
            </a:lvl1pPr>
            <a:lvl2pPr algn="l">
              <a:buNone/>
              <a:defRPr sz="1065" b="1">
                <a:solidFill>
                  <a:srgbClr val="A8793E"/>
                </a:solidFill>
                <a:latin typeface="Arial" panose="020B0604020202090204"/>
                <a:ea typeface="Arial" panose="020B0604020202090204"/>
                <a:cs typeface="Arial" panose="020B0604020202090204"/>
              </a:defRPr>
            </a:lvl2pPr>
            <a:lvl3pPr algn="l">
              <a:buNone/>
              <a:defRPr sz="1065" b="1">
                <a:solidFill>
                  <a:srgbClr val="A8793E"/>
                </a:solidFill>
                <a:latin typeface="Arial" panose="020B0604020202090204"/>
                <a:ea typeface="Arial" panose="020B0604020202090204"/>
                <a:cs typeface="Arial" panose="020B0604020202090204"/>
              </a:defRPr>
            </a:lvl3pPr>
            <a:lvl4pPr algn="l">
              <a:buNone/>
              <a:defRPr sz="1065" b="1">
                <a:solidFill>
                  <a:srgbClr val="A8793E"/>
                </a:solidFill>
                <a:latin typeface="Arial" panose="020B0604020202090204"/>
                <a:ea typeface="Arial" panose="020B0604020202090204"/>
                <a:cs typeface="Arial" panose="020B0604020202090204"/>
              </a:defRPr>
            </a:lvl4pPr>
            <a:lvl5pPr algn="l">
              <a:buNone/>
              <a:defRPr sz="1065" b="1">
                <a:solidFill>
                  <a:srgbClr val="A8793E"/>
                </a:solidFill>
                <a:latin typeface="Arial" panose="020B0604020202090204"/>
                <a:ea typeface="Arial" panose="020B0604020202090204"/>
                <a:cs typeface="Arial" panose="020B0604020202090204"/>
              </a:defRPr>
            </a:lvl5pPr>
            <a:lvl6pPr algn="l">
              <a:buNone/>
              <a:defRPr sz="1065" b="1">
                <a:solidFill>
                  <a:srgbClr val="A8793E"/>
                </a:solidFill>
                <a:latin typeface="Arial" panose="020B0604020202090204"/>
                <a:ea typeface="Arial" panose="020B0604020202090204"/>
                <a:cs typeface="Arial" panose="020B0604020202090204"/>
              </a:defRPr>
            </a:lvl6pPr>
            <a:lvl7pPr algn="l">
              <a:buNone/>
              <a:defRPr sz="1065" b="1">
                <a:solidFill>
                  <a:srgbClr val="A8793E"/>
                </a:solidFill>
                <a:latin typeface="Arial" panose="020B0604020202090204"/>
                <a:ea typeface="Arial" panose="020B0604020202090204"/>
                <a:cs typeface="Arial" panose="020B0604020202090204"/>
              </a:defRPr>
            </a:lvl7pPr>
            <a:lvl8pPr algn="l">
              <a:buNone/>
              <a:defRPr sz="1065" b="1">
                <a:solidFill>
                  <a:srgbClr val="A8793E"/>
                </a:solidFill>
                <a:latin typeface="Arial" panose="020B0604020202090204"/>
                <a:ea typeface="Arial" panose="020B0604020202090204"/>
                <a:cs typeface="Arial" panose="020B0604020202090204"/>
              </a:defRPr>
            </a:lvl8pPr>
            <a:lvl9pPr algn="l">
              <a:buNone/>
              <a:defRPr sz="1065" b="1">
                <a:solidFill>
                  <a:srgbClr val="A8793E"/>
                </a:solidFill>
                <a:latin typeface="Arial" panose="020B0604020202090204"/>
                <a:ea typeface="Arial" panose="020B0604020202090204"/>
                <a:cs typeface="Arial" panose="020B0604020202090204"/>
              </a:defRPr>
            </a:lvl9pPr>
          </a:lstStyle>
          <a:p>
            <a:pPr algn="l">
              <a:buNone/>
              <a:defRPr sz="1065" b="1">
                <a:solidFill>
                  <a:srgbClr val="A8793E"/>
                </a:solidFill>
                <a:latin typeface="Arial" panose="020B0604020202090204"/>
                <a:ea typeface="Arial" panose="020B0604020202090204"/>
                <a:cs typeface="Arial" panose="020B0604020202090204"/>
              </a:defRPr>
            </a:pPr>
            <a:r>
              <a:rPr sz="1400" b="1">
                <a:solidFill>
                  <a:srgbClr val="A8793E"/>
                </a:solidFill>
                <a:latin typeface="Arial" panose="020B0604020202090204"/>
                <a:ea typeface="Arial" panose="020B0604020202090204"/>
                <a:cs typeface="Arial" panose="020B0604020202090204"/>
              </a:rPr>
              <a:t>Slice</a:t>
            </a:r>
            <a:endParaRPr sz="1400" b="1">
              <a:solidFill>
                <a:srgbClr val="A8793E"/>
              </a:solidFill>
              <a:latin typeface="Arial" panose="020B0604020202090204"/>
              <a:ea typeface="Arial" panose="020B0604020202090204"/>
              <a:cs typeface="Arial" panose="020B0604020202090204"/>
            </a:endParaRPr>
          </a:p>
        </p:txBody>
      </p:sp>
      <p:sp>
        <p:nvSpPr>
          <p:cNvPr id="359" name="Editable rounded frame 2717"/>
          <p:cNvSpPr>
            <a:spLocks noGrp="1"/>
          </p:cNvSpPr>
          <p:nvPr/>
        </p:nvSpPr>
        <p:spPr>
          <a:xfrm>
            <a:off x="12465567" y="5188087"/>
            <a:ext cx="315397" cy="143576"/>
          </a:xfrm>
          <a:prstGeom prst="roundRect">
            <a:avLst>
              <a:gd name="adj" fmla="val 16000"/>
            </a:avLst>
          </a:prstGeom>
          <a:solidFill>
            <a:srgbClr val="FBF4E9"/>
          </a:solidFill>
          <a:ln w="0">
            <a:noFill/>
            <a:prstDash val="solid"/>
          </a:ln>
        </p:spPr>
      </p:sp>
      <p:sp>
        <p:nvSpPr>
          <p:cNvPr id="360" name="Editable text: High"/>
          <p:cNvSpPr>
            <a:spLocks noGrp="1"/>
          </p:cNvSpPr>
          <p:nvPr/>
        </p:nvSpPr>
        <p:spPr>
          <a:xfrm>
            <a:off x="12498987" y="5193443"/>
            <a:ext cx="273205" cy="137160"/>
          </a:xfrm>
          <a:prstGeom prst="rect">
            <a:avLst/>
          </a:prstGeom>
          <a:noFill/>
          <a:ln w="0">
            <a:noFill/>
          </a:ln>
        </p:spPr>
        <p:txBody>
          <a:bodyPr wrap="none" lIns="0" tIns="0" rIns="0" bIns="0" anchor="ctr">
            <a:noAutofit/>
          </a:bodyPr>
          <a:lstStyle>
            <a:defPPr algn="l">
              <a:defRPr sz="900" b="0">
                <a:solidFill>
                  <a:srgbClr val="A8793E"/>
                </a:solidFill>
                <a:latin typeface="Arial" panose="020B0604020202090204"/>
                <a:ea typeface="Arial" panose="020B0604020202090204"/>
                <a:cs typeface="Arial" panose="020B0604020202090204"/>
              </a:defRPr>
            </a:defPPr>
            <a:lvl1pPr algn="l">
              <a:buNone/>
              <a:defRPr sz="900" b="0">
                <a:solidFill>
                  <a:srgbClr val="A8793E"/>
                </a:solidFill>
                <a:latin typeface="Arial" panose="020B0604020202090204"/>
                <a:ea typeface="Arial" panose="020B0604020202090204"/>
                <a:cs typeface="Arial" panose="020B0604020202090204"/>
              </a:defRPr>
            </a:lvl1pPr>
            <a:lvl2pPr algn="l">
              <a:buNone/>
              <a:defRPr sz="900" b="0">
                <a:solidFill>
                  <a:srgbClr val="A8793E"/>
                </a:solidFill>
                <a:latin typeface="Arial" panose="020B0604020202090204"/>
                <a:ea typeface="Arial" panose="020B0604020202090204"/>
                <a:cs typeface="Arial" panose="020B0604020202090204"/>
              </a:defRPr>
            </a:lvl2pPr>
            <a:lvl3pPr algn="l">
              <a:buNone/>
              <a:defRPr sz="900" b="0">
                <a:solidFill>
                  <a:srgbClr val="A8793E"/>
                </a:solidFill>
                <a:latin typeface="Arial" panose="020B0604020202090204"/>
                <a:ea typeface="Arial" panose="020B0604020202090204"/>
                <a:cs typeface="Arial" panose="020B0604020202090204"/>
              </a:defRPr>
            </a:lvl3pPr>
            <a:lvl4pPr algn="l">
              <a:buNone/>
              <a:defRPr sz="900" b="0">
                <a:solidFill>
                  <a:srgbClr val="A8793E"/>
                </a:solidFill>
                <a:latin typeface="Arial" panose="020B0604020202090204"/>
                <a:ea typeface="Arial" panose="020B0604020202090204"/>
                <a:cs typeface="Arial" panose="020B0604020202090204"/>
              </a:defRPr>
            </a:lvl4pPr>
            <a:lvl5pPr algn="l">
              <a:buNone/>
              <a:defRPr sz="900" b="0">
                <a:solidFill>
                  <a:srgbClr val="A8793E"/>
                </a:solidFill>
                <a:latin typeface="Arial" panose="020B0604020202090204"/>
                <a:ea typeface="Arial" panose="020B0604020202090204"/>
                <a:cs typeface="Arial" panose="020B0604020202090204"/>
              </a:defRPr>
            </a:lvl5pPr>
            <a:lvl6pPr algn="l">
              <a:buNone/>
              <a:defRPr sz="900" b="0">
                <a:solidFill>
                  <a:srgbClr val="A8793E"/>
                </a:solidFill>
                <a:latin typeface="Arial" panose="020B0604020202090204"/>
                <a:ea typeface="Arial" panose="020B0604020202090204"/>
                <a:cs typeface="Arial" panose="020B0604020202090204"/>
              </a:defRPr>
            </a:lvl6pPr>
            <a:lvl7pPr algn="l">
              <a:buNone/>
              <a:defRPr sz="900" b="0">
                <a:solidFill>
                  <a:srgbClr val="A8793E"/>
                </a:solidFill>
                <a:latin typeface="Arial" panose="020B0604020202090204"/>
                <a:ea typeface="Arial" panose="020B0604020202090204"/>
                <a:cs typeface="Arial" panose="020B0604020202090204"/>
              </a:defRPr>
            </a:lvl7pPr>
            <a:lvl8pPr algn="l">
              <a:buNone/>
              <a:defRPr sz="900" b="0">
                <a:solidFill>
                  <a:srgbClr val="A8793E"/>
                </a:solidFill>
                <a:latin typeface="Arial" panose="020B0604020202090204"/>
                <a:ea typeface="Arial" panose="020B0604020202090204"/>
                <a:cs typeface="Arial" panose="020B0604020202090204"/>
              </a:defRPr>
            </a:lvl8pPr>
            <a:lvl9pPr algn="l">
              <a:buNone/>
              <a:defRPr sz="900" b="0">
                <a:solidFill>
                  <a:srgbClr val="A8793E"/>
                </a:solidFill>
                <a:latin typeface="Arial" panose="020B0604020202090204"/>
                <a:ea typeface="Arial" panose="020B0604020202090204"/>
                <a:cs typeface="Arial" panose="020B0604020202090204"/>
              </a:defRPr>
            </a:lvl9pPr>
          </a:lstStyle>
          <a:p>
            <a:pPr algn="l">
              <a:buNone/>
              <a:defRPr sz="900" b="0">
                <a:solidFill>
                  <a:srgbClr val="A8793E"/>
                </a:solidFill>
                <a:latin typeface="Arial" panose="020B0604020202090204"/>
                <a:ea typeface="Arial" panose="020B0604020202090204"/>
                <a:cs typeface="Arial" panose="020B0604020202090204"/>
              </a:defRPr>
            </a:pPr>
            <a:r>
              <a:rPr sz="1200" b="0">
                <a:solidFill>
                  <a:srgbClr val="A8793E"/>
                </a:solidFill>
                <a:latin typeface="Arial" panose="020B0604020202090204"/>
                <a:ea typeface="Arial" panose="020B0604020202090204"/>
                <a:cs typeface="Arial" panose="020B0604020202090204"/>
              </a:rPr>
              <a:t>High</a:t>
            </a:r>
            <a:endParaRPr sz="1200" b="0">
              <a:solidFill>
                <a:srgbClr val="A8793E"/>
              </a:solidFill>
              <a:latin typeface="Arial" panose="020B0604020202090204"/>
              <a:ea typeface="Arial" panose="020B0604020202090204"/>
              <a:cs typeface="Arial" panose="020B0604020202090204"/>
            </a:endParaRPr>
          </a:p>
        </p:txBody>
      </p:sp>
      <p:pic>
        <p:nvPicPr>
          <p:cNvPr id="361" name="图片 360"/>
          <p:cNvPicPr>
            <a:picLocks noChangeAspect="1"/>
          </p:cNvPicPr>
          <p:nvPr/>
        </p:nvPicPr>
        <p:blipFill>
          <a:blip r:embed="rId16"/>
          <a:srcRect b="21304"/>
          <a:stretch>
            <a:fillRect/>
          </a:stretch>
        </p:blipFill>
        <p:spPr>
          <a:xfrm>
            <a:off x="11156253" y="5441224"/>
            <a:ext cx="1324406" cy="742942"/>
          </a:xfrm>
          <a:prstGeom prst="rect">
            <a:avLst/>
          </a:prstGeom>
        </p:spPr>
      </p:pic>
      <p:sp>
        <p:nvSpPr>
          <p:cNvPr id="362" name="Editable rounded frame 2753"/>
          <p:cNvSpPr>
            <a:spLocks noGrp="1"/>
          </p:cNvSpPr>
          <p:nvPr/>
        </p:nvSpPr>
        <p:spPr>
          <a:xfrm>
            <a:off x="11156253" y="5441224"/>
            <a:ext cx="1324406" cy="742942"/>
          </a:xfrm>
          <a:prstGeom prst="roundRect">
            <a:avLst>
              <a:gd name="adj" fmla="val 0"/>
            </a:avLst>
          </a:prstGeom>
          <a:noFill/>
          <a:ln w="11214">
            <a:solidFill>
              <a:srgbClr val="D9E3E8"/>
            </a:solidFill>
            <a:prstDash val="solid"/>
          </a:ln>
        </p:spPr>
      </p:sp>
      <p:pic>
        <p:nvPicPr>
          <p:cNvPr id="363" name="图片 362"/>
          <p:cNvPicPr>
            <a:picLocks noChangeAspect="1"/>
          </p:cNvPicPr>
          <p:nvPr/>
        </p:nvPicPr>
        <p:blipFill>
          <a:blip r:embed="rId42"/>
          <a:srcRect b="21304"/>
          <a:stretch>
            <a:fillRect/>
          </a:stretch>
        </p:blipFill>
        <p:spPr>
          <a:xfrm>
            <a:off x="11225355" y="5458410"/>
            <a:ext cx="1324406" cy="742942"/>
          </a:xfrm>
          <a:prstGeom prst="rect">
            <a:avLst/>
          </a:prstGeom>
        </p:spPr>
      </p:pic>
      <p:sp>
        <p:nvSpPr>
          <p:cNvPr id="364" name="Editable rounded frame 2779"/>
          <p:cNvSpPr>
            <a:spLocks noGrp="1"/>
          </p:cNvSpPr>
          <p:nvPr/>
        </p:nvSpPr>
        <p:spPr>
          <a:xfrm>
            <a:off x="11225355" y="5458410"/>
            <a:ext cx="1324406" cy="742942"/>
          </a:xfrm>
          <a:prstGeom prst="roundRect">
            <a:avLst>
              <a:gd name="adj" fmla="val 0"/>
            </a:avLst>
          </a:prstGeom>
          <a:noFill/>
          <a:ln w="11214">
            <a:solidFill>
              <a:srgbClr val="D9E3E8"/>
            </a:solidFill>
            <a:prstDash val="solid"/>
          </a:ln>
        </p:spPr>
      </p:sp>
      <p:pic>
        <p:nvPicPr>
          <p:cNvPr id="365" name="图片 364"/>
          <p:cNvPicPr>
            <a:picLocks noChangeAspect="1"/>
          </p:cNvPicPr>
          <p:nvPr/>
        </p:nvPicPr>
        <p:blipFill>
          <a:blip r:embed="rId17"/>
          <a:srcRect b="21304"/>
          <a:stretch>
            <a:fillRect/>
          </a:stretch>
        </p:blipFill>
        <p:spPr>
          <a:xfrm>
            <a:off x="11294100" y="5475597"/>
            <a:ext cx="1324406" cy="742942"/>
          </a:xfrm>
          <a:prstGeom prst="rect">
            <a:avLst/>
          </a:prstGeom>
        </p:spPr>
      </p:pic>
      <p:sp>
        <p:nvSpPr>
          <p:cNvPr id="366" name="Editable rounded frame 2805"/>
          <p:cNvSpPr>
            <a:spLocks noGrp="1"/>
          </p:cNvSpPr>
          <p:nvPr/>
        </p:nvSpPr>
        <p:spPr>
          <a:xfrm>
            <a:off x="11294100" y="5475597"/>
            <a:ext cx="1324406" cy="742942"/>
          </a:xfrm>
          <a:prstGeom prst="roundRect">
            <a:avLst>
              <a:gd name="adj" fmla="val 0"/>
            </a:avLst>
          </a:prstGeom>
          <a:noFill/>
          <a:ln w="11214">
            <a:solidFill>
              <a:srgbClr val="D9E3E8"/>
            </a:solidFill>
            <a:prstDash val="solid"/>
          </a:ln>
        </p:spPr>
      </p:sp>
      <p:sp>
        <p:nvSpPr>
          <p:cNvPr id="367" name="Editable rounded frame 2821"/>
          <p:cNvSpPr>
            <a:spLocks noGrp="1"/>
          </p:cNvSpPr>
          <p:nvPr/>
        </p:nvSpPr>
        <p:spPr>
          <a:xfrm>
            <a:off x="11021007" y="6297666"/>
            <a:ext cx="1732804" cy="413899"/>
          </a:xfrm>
          <a:prstGeom prst="roundRect">
            <a:avLst>
              <a:gd name="adj" fmla="val 4167"/>
            </a:avLst>
          </a:prstGeom>
          <a:solidFill>
            <a:srgbClr val="EDF3F8"/>
          </a:solidFill>
          <a:ln w="0">
            <a:noFill/>
            <a:prstDash val="solid"/>
          </a:ln>
        </p:spPr>
      </p:sp>
      <p:sp>
        <p:nvSpPr>
          <p:cNvPr id="368" name="Editable text: A"/>
          <p:cNvSpPr>
            <a:spLocks noGrp="1"/>
          </p:cNvSpPr>
          <p:nvPr/>
        </p:nvSpPr>
        <p:spPr>
          <a:xfrm>
            <a:off x="12629741" y="6289059"/>
            <a:ext cx="102347" cy="137160"/>
          </a:xfrm>
          <a:prstGeom prst="rect">
            <a:avLst/>
          </a:prstGeom>
          <a:noFill/>
          <a:ln w="0">
            <a:noFill/>
          </a:ln>
        </p:spPr>
        <p:txBody>
          <a:bodyPr wrap="none" lIns="0" tIns="0" rIns="0" bIns="0" anchor="ctr">
            <a:noAutofit/>
          </a:bodyPr>
          <a:lstStyle>
            <a:defPPr algn="l">
              <a:defRPr sz="900" b="1">
                <a:solidFill>
                  <a:srgbClr val="436F98"/>
                </a:solidFill>
                <a:latin typeface="Arial" panose="020B0604020202090204"/>
                <a:ea typeface="Arial" panose="020B0604020202090204"/>
                <a:cs typeface="Arial" panose="020B0604020202090204"/>
              </a:defRPr>
            </a:defPPr>
            <a:lvl1pPr algn="l">
              <a:buNone/>
              <a:defRPr sz="900" b="1">
                <a:solidFill>
                  <a:srgbClr val="436F98"/>
                </a:solidFill>
                <a:latin typeface="Arial" panose="020B0604020202090204"/>
                <a:ea typeface="Arial" panose="020B0604020202090204"/>
                <a:cs typeface="Arial" panose="020B0604020202090204"/>
              </a:defRPr>
            </a:lvl1pPr>
            <a:lvl2pPr algn="l">
              <a:buNone/>
              <a:defRPr sz="900" b="1">
                <a:solidFill>
                  <a:srgbClr val="436F98"/>
                </a:solidFill>
                <a:latin typeface="Arial" panose="020B0604020202090204"/>
                <a:ea typeface="Arial" panose="020B0604020202090204"/>
                <a:cs typeface="Arial" panose="020B0604020202090204"/>
              </a:defRPr>
            </a:lvl2pPr>
            <a:lvl3pPr algn="l">
              <a:buNone/>
              <a:defRPr sz="900" b="1">
                <a:solidFill>
                  <a:srgbClr val="436F98"/>
                </a:solidFill>
                <a:latin typeface="Arial" panose="020B0604020202090204"/>
                <a:ea typeface="Arial" panose="020B0604020202090204"/>
                <a:cs typeface="Arial" panose="020B0604020202090204"/>
              </a:defRPr>
            </a:lvl3pPr>
            <a:lvl4pPr algn="l">
              <a:buNone/>
              <a:defRPr sz="900" b="1">
                <a:solidFill>
                  <a:srgbClr val="436F98"/>
                </a:solidFill>
                <a:latin typeface="Arial" panose="020B0604020202090204"/>
                <a:ea typeface="Arial" panose="020B0604020202090204"/>
                <a:cs typeface="Arial" panose="020B0604020202090204"/>
              </a:defRPr>
            </a:lvl4pPr>
            <a:lvl5pPr algn="l">
              <a:buNone/>
              <a:defRPr sz="900" b="1">
                <a:solidFill>
                  <a:srgbClr val="436F98"/>
                </a:solidFill>
                <a:latin typeface="Arial" panose="020B0604020202090204"/>
                <a:ea typeface="Arial" panose="020B0604020202090204"/>
                <a:cs typeface="Arial" panose="020B0604020202090204"/>
              </a:defRPr>
            </a:lvl5pPr>
            <a:lvl6pPr algn="l">
              <a:buNone/>
              <a:defRPr sz="900" b="1">
                <a:solidFill>
                  <a:srgbClr val="436F98"/>
                </a:solidFill>
                <a:latin typeface="Arial" panose="020B0604020202090204"/>
                <a:ea typeface="Arial" panose="020B0604020202090204"/>
                <a:cs typeface="Arial" panose="020B0604020202090204"/>
              </a:defRPr>
            </a:lvl6pPr>
            <a:lvl7pPr algn="l">
              <a:buNone/>
              <a:defRPr sz="900" b="1">
                <a:solidFill>
                  <a:srgbClr val="436F98"/>
                </a:solidFill>
                <a:latin typeface="Arial" panose="020B0604020202090204"/>
                <a:ea typeface="Arial" panose="020B0604020202090204"/>
                <a:cs typeface="Arial" panose="020B0604020202090204"/>
              </a:defRPr>
            </a:lvl7pPr>
            <a:lvl8pPr algn="l">
              <a:buNone/>
              <a:defRPr sz="900" b="1">
                <a:solidFill>
                  <a:srgbClr val="436F98"/>
                </a:solidFill>
                <a:latin typeface="Arial" panose="020B0604020202090204"/>
                <a:ea typeface="Arial" panose="020B0604020202090204"/>
                <a:cs typeface="Arial" panose="020B0604020202090204"/>
              </a:defRPr>
            </a:lvl8pPr>
            <a:lvl9pPr algn="l">
              <a:buNone/>
              <a:defRPr sz="900" b="1">
                <a:solidFill>
                  <a:srgbClr val="436F98"/>
                </a:solidFill>
                <a:latin typeface="Arial" panose="020B0604020202090204"/>
                <a:ea typeface="Arial" panose="020B0604020202090204"/>
                <a:cs typeface="Arial" panose="020B0604020202090204"/>
              </a:defRPr>
            </a:lvl9pPr>
          </a:lstStyle>
          <a:p>
            <a:pPr algn="l">
              <a:buNone/>
              <a:defRPr sz="900" b="1">
                <a:solidFill>
                  <a:srgbClr val="436F98"/>
                </a:solidFill>
                <a:latin typeface="Arial" panose="020B0604020202090204"/>
                <a:ea typeface="Arial" panose="020B0604020202090204"/>
                <a:cs typeface="Arial" panose="020B0604020202090204"/>
              </a:defRPr>
            </a:pPr>
            <a:r>
              <a:rPr sz="1200" b="1">
                <a:solidFill>
                  <a:srgbClr val="436F98"/>
                </a:solidFill>
                <a:latin typeface="Arial" panose="020B0604020202090204"/>
                <a:ea typeface="Arial" panose="020B0604020202090204"/>
                <a:cs typeface="Arial" panose="020B0604020202090204"/>
              </a:rPr>
              <a:t>A</a:t>
            </a:r>
            <a:endParaRPr sz="1200" b="1">
              <a:solidFill>
                <a:srgbClr val="436F98"/>
              </a:solidFill>
              <a:latin typeface="Arial" panose="020B0604020202090204"/>
              <a:ea typeface="Arial" panose="020B0604020202090204"/>
              <a:cs typeface="Arial" panose="020B0604020202090204"/>
            </a:endParaRPr>
          </a:p>
        </p:txBody>
      </p:sp>
      <p:sp>
        <p:nvSpPr>
          <p:cNvPr id="369" name="Editable text: N/A"/>
          <p:cNvSpPr>
            <a:spLocks noGrp="1"/>
          </p:cNvSpPr>
          <p:nvPr/>
        </p:nvSpPr>
        <p:spPr>
          <a:xfrm>
            <a:off x="11758744" y="6435871"/>
            <a:ext cx="282395" cy="165416"/>
          </a:xfrm>
          <a:prstGeom prst="rect">
            <a:avLst/>
          </a:prstGeom>
          <a:noFill/>
          <a:ln w="0">
            <a:noFill/>
          </a:ln>
        </p:spPr>
        <p:txBody>
          <a:bodyPr wrap="none" lIns="0" tIns="0" rIns="0" bIns="0" anchor="ctr">
            <a:noAutofit/>
          </a:bodyPr>
          <a:lstStyle>
            <a:defPPr algn="l">
              <a:defRPr sz="1050" b="0">
                <a:solidFill>
                  <a:srgbClr val="637582"/>
                </a:solidFill>
                <a:latin typeface="Arial" panose="020B0604020202090204"/>
                <a:ea typeface="Arial" panose="020B0604020202090204"/>
                <a:cs typeface="Arial" panose="020B0604020202090204"/>
              </a:defRPr>
            </a:defPPr>
            <a:lvl1pPr algn="l">
              <a:buNone/>
              <a:defRPr sz="1050" b="0">
                <a:solidFill>
                  <a:srgbClr val="637582"/>
                </a:solidFill>
                <a:latin typeface="Arial" panose="020B0604020202090204"/>
                <a:ea typeface="Arial" panose="020B0604020202090204"/>
                <a:cs typeface="Arial" panose="020B0604020202090204"/>
              </a:defRPr>
            </a:lvl1pPr>
            <a:lvl2pPr algn="l">
              <a:buNone/>
              <a:defRPr sz="1050" b="0">
                <a:solidFill>
                  <a:srgbClr val="637582"/>
                </a:solidFill>
                <a:latin typeface="Arial" panose="020B0604020202090204"/>
                <a:ea typeface="Arial" panose="020B0604020202090204"/>
                <a:cs typeface="Arial" panose="020B0604020202090204"/>
              </a:defRPr>
            </a:lvl2pPr>
            <a:lvl3pPr algn="l">
              <a:buNone/>
              <a:defRPr sz="1050" b="0">
                <a:solidFill>
                  <a:srgbClr val="637582"/>
                </a:solidFill>
                <a:latin typeface="Arial" panose="020B0604020202090204"/>
                <a:ea typeface="Arial" panose="020B0604020202090204"/>
                <a:cs typeface="Arial" panose="020B0604020202090204"/>
              </a:defRPr>
            </a:lvl3pPr>
            <a:lvl4pPr algn="l">
              <a:buNone/>
              <a:defRPr sz="1050" b="0">
                <a:solidFill>
                  <a:srgbClr val="637582"/>
                </a:solidFill>
                <a:latin typeface="Arial" panose="020B0604020202090204"/>
                <a:ea typeface="Arial" panose="020B0604020202090204"/>
                <a:cs typeface="Arial" panose="020B0604020202090204"/>
              </a:defRPr>
            </a:lvl4pPr>
            <a:lvl5pPr algn="l">
              <a:buNone/>
              <a:defRPr sz="1050" b="0">
                <a:solidFill>
                  <a:srgbClr val="637582"/>
                </a:solidFill>
                <a:latin typeface="Arial" panose="020B0604020202090204"/>
                <a:ea typeface="Arial" panose="020B0604020202090204"/>
                <a:cs typeface="Arial" panose="020B0604020202090204"/>
              </a:defRPr>
            </a:lvl5pPr>
            <a:lvl6pPr algn="l">
              <a:buNone/>
              <a:defRPr sz="1050" b="0">
                <a:solidFill>
                  <a:srgbClr val="637582"/>
                </a:solidFill>
                <a:latin typeface="Arial" panose="020B0604020202090204"/>
                <a:ea typeface="Arial" panose="020B0604020202090204"/>
                <a:cs typeface="Arial" panose="020B0604020202090204"/>
              </a:defRPr>
            </a:lvl6pPr>
            <a:lvl7pPr algn="l">
              <a:buNone/>
              <a:defRPr sz="1050" b="0">
                <a:solidFill>
                  <a:srgbClr val="637582"/>
                </a:solidFill>
                <a:latin typeface="Arial" panose="020B0604020202090204"/>
                <a:ea typeface="Arial" panose="020B0604020202090204"/>
                <a:cs typeface="Arial" panose="020B0604020202090204"/>
              </a:defRPr>
            </a:lvl7pPr>
            <a:lvl8pPr algn="l">
              <a:buNone/>
              <a:defRPr sz="1050" b="0">
                <a:solidFill>
                  <a:srgbClr val="637582"/>
                </a:solidFill>
                <a:latin typeface="Arial" panose="020B0604020202090204"/>
                <a:ea typeface="Arial" panose="020B0604020202090204"/>
                <a:cs typeface="Arial" panose="020B0604020202090204"/>
              </a:defRPr>
            </a:lvl8pPr>
            <a:lvl9pPr algn="l">
              <a:buNone/>
              <a:defRPr sz="1050" b="0">
                <a:solidFill>
                  <a:srgbClr val="637582"/>
                </a:solidFill>
                <a:latin typeface="Arial" panose="020B0604020202090204"/>
                <a:ea typeface="Arial" panose="020B0604020202090204"/>
                <a:cs typeface="Arial" panose="020B0604020202090204"/>
              </a:defRPr>
            </a:lvl9pPr>
          </a:lstStyle>
          <a:p>
            <a:pPr algn="l">
              <a:buNone/>
              <a:defRPr sz="1050" b="0">
                <a:solidFill>
                  <a:srgbClr val="637582"/>
                </a:solidFill>
                <a:latin typeface="Arial" panose="020B0604020202090204"/>
                <a:ea typeface="Arial" panose="020B0604020202090204"/>
                <a:cs typeface="Arial" panose="020B0604020202090204"/>
              </a:defRPr>
            </a:pPr>
            <a:r>
              <a:rPr sz="1400" b="0">
                <a:solidFill>
                  <a:srgbClr val="637582"/>
                </a:solidFill>
                <a:latin typeface="Arial" panose="020B0604020202090204"/>
                <a:ea typeface="Arial" panose="020B0604020202090204"/>
                <a:cs typeface="Arial" panose="020B0604020202090204"/>
              </a:rPr>
              <a:t>N/A</a:t>
            </a:r>
            <a:endParaRPr sz="1400" b="0">
              <a:solidFill>
                <a:srgbClr val="637582"/>
              </a:solidFill>
              <a:latin typeface="Arial" panose="020B0604020202090204"/>
              <a:ea typeface="Arial" panose="020B0604020202090204"/>
              <a:cs typeface="Arial" panose="020B0604020202090204"/>
            </a:endParaRPr>
          </a:p>
        </p:txBody>
      </p:sp>
      <p:sp>
        <p:nvSpPr>
          <p:cNvPr id="370" name="Editable rounded frame 2857"/>
          <p:cNvSpPr>
            <a:spLocks noGrp="1"/>
          </p:cNvSpPr>
          <p:nvPr/>
        </p:nvSpPr>
        <p:spPr>
          <a:xfrm>
            <a:off x="11021007" y="6757395"/>
            <a:ext cx="1732804" cy="413899"/>
          </a:xfrm>
          <a:prstGeom prst="roundRect">
            <a:avLst>
              <a:gd name="adj" fmla="val 4167"/>
            </a:avLst>
          </a:prstGeom>
          <a:solidFill>
            <a:srgbClr val="EDF6F2"/>
          </a:solidFill>
          <a:ln w="0">
            <a:noFill/>
            <a:prstDash val="solid"/>
          </a:ln>
        </p:spPr>
      </p:sp>
      <p:sp>
        <p:nvSpPr>
          <p:cNvPr id="371" name="Editable text: T"/>
          <p:cNvSpPr>
            <a:spLocks noGrp="1"/>
          </p:cNvSpPr>
          <p:nvPr/>
        </p:nvSpPr>
        <p:spPr>
          <a:xfrm>
            <a:off x="12641438" y="6748787"/>
            <a:ext cx="90651" cy="137160"/>
          </a:xfrm>
          <a:prstGeom prst="rect">
            <a:avLst/>
          </a:prstGeom>
          <a:noFill/>
          <a:ln w="0">
            <a:noFill/>
          </a:ln>
        </p:spPr>
        <p:txBody>
          <a:bodyPr wrap="none" lIns="0" tIns="0" rIns="0" bIns="0" anchor="ctr">
            <a:noAutofit/>
          </a:bodyPr>
          <a:lstStyle>
            <a:defPPr algn="l">
              <a:defRPr sz="900" b="1">
                <a:solidFill>
                  <a:srgbClr val="367C6B"/>
                </a:solidFill>
                <a:latin typeface="Arial" panose="020B0604020202090204"/>
                <a:ea typeface="Arial" panose="020B0604020202090204"/>
                <a:cs typeface="Arial" panose="020B0604020202090204"/>
              </a:defRPr>
            </a:defPPr>
            <a:lvl1pPr algn="l">
              <a:buNone/>
              <a:defRPr sz="900" b="1">
                <a:solidFill>
                  <a:srgbClr val="367C6B"/>
                </a:solidFill>
                <a:latin typeface="Arial" panose="020B0604020202090204"/>
                <a:ea typeface="Arial" panose="020B0604020202090204"/>
                <a:cs typeface="Arial" panose="020B0604020202090204"/>
              </a:defRPr>
            </a:lvl1pPr>
            <a:lvl2pPr algn="l">
              <a:buNone/>
              <a:defRPr sz="900" b="1">
                <a:solidFill>
                  <a:srgbClr val="367C6B"/>
                </a:solidFill>
                <a:latin typeface="Arial" panose="020B0604020202090204"/>
                <a:ea typeface="Arial" panose="020B0604020202090204"/>
                <a:cs typeface="Arial" panose="020B0604020202090204"/>
              </a:defRPr>
            </a:lvl2pPr>
            <a:lvl3pPr algn="l">
              <a:buNone/>
              <a:defRPr sz="900" b="1">
                <a:solidFill>
                  <a:srgbClr val="367C6B"/>
                </a:solidFill>
                <a:latin typeface="Arial" panose="020B0604020202090204"/>
                <a:ea typeface="Arial" panose="020B0604020202090204"/>
                <a:cs typeface="Arial" panose="020B0604020202090204"/>
              </a:defRPr>
            </a:lvl3pPr>
            <a:lvl4pPr algn="l">
              <a:buNone/>
              <a:defRPr sz="900" b="1">
                <a:solidFill>
                  <a:srgbClr val="367C6B"/>
                </a:solidFill>
                <a:latin typeface="Arial" panose="020B0604020202090204"/>
                <a:ea typeface="Arial" panose="020B0604020202090204"/>
                <a:cs typeface="Arial" panose="020B0604020202090204"/>
              </a:defRPr>
            </a:lvl4pPr>
            <a:lvl5pPr algn="l">
              <a:buNone/>
              <a:defRPr sz="900" b="1">
                <a:solidFill>
                  <a:srgbClr val="367C6B"/>
                </a:solidFill>
                <a:latin typeface="Arial" panose="020B0604020202090204"/>
                <a:ea typeface="Arial" panose="020B0604020202090204"/>
                <a:cs typeface="Arial" panose="020B0604020202090204"/>
              </a:defRPr>
            </a:lvl5pPr>
            <a:lvl6pPr algn="l">
              <a:buNone/>
              <a:defRPr sz="900" b="1">
                <a:solidFill>
                  <a:srgbClr val="367C6B"/>
                </a:solidFill>
                <a:latin typeface="Arial" panose="020B0604020202090204"/>
                <a:ea typeface="Arial" panose="020B0604020202090204"/>
                <a:cs typeface="Arial" panose="020B0604020202090204"/>
              </a:defRPr>
            </a:lvl6pPr>
            <a:lvl7pPr algn="l">
              <a:buNone/>
              <a:defRPr sz="900" b="1">
                <a:solidFill>
                  <a:srgbClr val="367C6B"/>
                </a:solidFill>
                <a:latin typeface="Arial" panose="020B0604020202090204"/>
                <a:ea typeface="Arial" panose="020B0604020202090204"/>
                <a:cs typeface="Arial" panose="020B0604020202090204"/>
              </a:defRPr>
            </a:lvl7pPr>
            <a:lvl8pPr algn="l">
              <a:buNone/>
              <a:defRPr sz="900" b="1">
                <a:solidFill>
                  <a:srgbClr val="367C6B"/>
                </a:solidFill>
                <a:latin typeface="Arial" panose="020B0604020202090204"/>
                <a:ea typeface="Arial" panose="020B0604020202090204"/>
                <a:cs typeface="Arial" panose="020B0604020202090204"/>
              </a:defRPr>
            </a:lvl8pPr>
            <a:lvl9pPr algn="l">
              <a:buNone/>
              <a:defRPr sz="900" b="1">
                <a:solidFill>
                  <a:srgbClr val="367C6B"/>
                </a:solidFill>
                <a:latin typeface="Arial" panose="020B0604020202090204"/>
                <a:ea typeface="Arial" panose="020B0604020202090204"/>
                <a:cs typeface="Arial" panose="020B0604020202090204"/>
              </a:defRPr>
            </a:lvl9pPr>
          </a:lstStyle>
          <a:p>
            <a:pPr algn="l">
              <a:buNone/>
              <a:defRPr sz="900" b="1">
                <a:solidFill>
                  <a:srgbClr val="367C6B"/>
                </a:solidFill>
                <a:latin typeface="Arial" panose="020B0604020202090204"/>
                <a:ea typeface="Arial" panose="020B0604020202090204"/>
                <a:cs typeface="Arial" panose="020B0604020202090204"/>
              </a:defRPr>
            </a:pPr>
            <a:r>
              <a:rPr sz="1200" b="1">
                <a:solidFill>
                  <a:srgbClr val="367C6B"/>
                </a:solidFill>
                <a:latin typeface="Arial" panose="020B0604020202090204"/>
                <a:ea typeface="Arial" panose="020B0604020202090204"/>
                <a:cs typeface="Arial" panose="020B0604020202090204"/>
              </a:rPr>
              <a:t>T</a:t>
            </a:r>
            <a:endParaRPr sz="1200" b="1">
              <a:solidFill>
                <a:srgbClr val="367C6B"/>
              </a:solidFill>
              <a:latin typeface="Arial" panose="020B0604020202090204"/>
              <a:ea typeface="Arial" panose="020B0604020202090204"/>
              <a:cs typeface="Arial" panose="020B0604020202090204"/>
            </a:endParaRPr>
          </a:p>
        </p:txBody>
      </p:sp>
      <p:sp>
        <p:nvSpPr>
          <p:cNvPr id="372" name="Editable text: Slice the lotus root."/>
          <p:cNvSpPr>
            <a:spLocks noGrp="1"/>
          </p:cNvSpPr>
          <p:nvPr/>
        </p:nvSpPr>
        <p:spPr>
          <a:xfrm>
            <a:off x="11047743" y="6884143"/>
            <a:ext cx="1336782" cy="165416"/>
          </a:xfrm>
          <a:prstGeom prst="rect">
            <a:avLst/>
          </a:prstGeom>
          <a:noFill/>
          <a:ln w="0">
            <a:noFill/>
          </a:ln>
        </p:spPr>
        <p:txBody>
          <a:bodyPr wrap="none" lIns="0" tIns="0" rIns="0" bIns="0" anchor="ctr">
            <a:noAutofit/>
          </a:bodyPr>
          <a:lstStyle>
            <a:defPPr algn="l">
              <a:defRPr sz="1050" b="0">
                <a:solidFill>
                  <a:srgbClr val="367C6B"/>
                </a:solidFill>
                <a:latin typeface="Arial" panose="020B0604020202090204"/>
                <a:ea typeface="Arial" panose="020B0604020202090204"/>
                <a:cs typeface="Arial" panose="020B0604020202090204"/>
              </a:defRPr>
            </a:defPPr>
            <a:lvl1pPr algn="l">
              <a:buNone/>
              <a:defRPr sz="1050" b="0">
                <a:solidFill>
                  <a:srgbClr val="367C6B"/>
                </a:solidFill>
                <a:latin typeface="Arial" panose="020B0604020202090204"/>
                <a:ea typeface="Arial" panose="020B0604020202090204"/>
                <a:cs typeface="Arial" panose="020B0604020202090204"/>
              </a:defRPr>
            </a:lvl1pPr>
            <a:lvl2pPr algn="l">
              <a:buNone/>
              <a:defRPr sz="1050" b="0">
                <a:solidFill>
                  <a:srgbClr val="367C6B"/>
                </a:solidFill>
                <a:latin typeface="Arial" panose="020B0604020202090204"/>
                <a:ea typeface="Arial" panose="020B0604020202090204"/>
                <a:cs typeface="Arial" panose="020B0604020202090204"/>
              </a:defRPr>
            </a:lvl2pPr>
            <a:lvl3pPr algn="l">
              <a:buNone/>
              <a:defRPr sz="1050" b="0">
                <a:solidFill>
                  <a:srgbClr val="367C6B"/>
                </a:solidFill>
                <a:latin typeface="Arial" panose="020B0604020202090204"/>
                <a:ea typeface="Arial" panose="020B0604020202090204"/>
                <a:cs typeface="Arial" panose="020B0604020202090204"/>
              </a:defRPr>
            </a:lvl3pPr>
            <a:lvl4pPr algn="l">
              <a:buNone/>
              <a:defRPr sz="1050" b="0">
                <a:solidFill>
                  <a:srgbClr val="367C6B"/>
                </a:solidFill>
                <a:latin typeface="Arial" panose="020B0604020202090204"/>
                <a:ea typeface="Arial" panose="020B0604020202090204"/>
                <a:cs typeface="Arial" panose="020B0604020202090204"/>
              </a:defRPr>
            </a:lvl4pPr>
            <a:lvl5pPr algn="l">
              <a:buNone/>
              <a:defRPr sz="1050" b="0">
                <a:solidFill>
                  <a:srgbClr val="367C6B"/>
                </a:solidFill>
                <a:latin typeface="Arial" panose="020B0604020202090204"/>
                <a:ea typeface="Arial" panose="020B0604020202090204"/>
                <a:cs typeface="Arial" panose="020B0604020202090204"/>
              </a:defRPr>
            </a:lvl5pPr>
            <a:lvl6pPr algn="l">
              <a:buNone/>
              <a:defRPr sz="1050" b="0">
                <a:solidFill>
                  <a:srgbClr val="367C6B"/>
                </a:solidFill>
                <a:latin typeface="Arial" panose="020B0604020202090204"/>
                <a:ea typeface="Arial" panose="020B0604020202090204"/>
                <a:cs typeface="Arial" panose="020B0604020202090204"/>
              </a:defRPr>
            </a:lvl6pPr>
            <a:lvl7pPr algn="l">
              <a:buNone/>
              <a:defRPr sz="1050" b="0">
                <a:solidFill>
                  <a:srgbClr val="367C6B"/>
                </a:solidFill>
                <a:latin typeface="Arial" panose="020B0604020202090204"/>
                <a:ea typeface="Arial" panose="020B0604020202090204"/>
                <a:cs typeface="Arial" panose="020B0604020202090204"/>
              </a:defRPr>
            </a:lvl7pPr>
            <a:lvl8pPr algn="l">
              <a:buNone/>
              <a:defRPr sz="1050" b="0">
                <a:solidFill>
                  <a:srgbClr val="367C6B"/>
                </a:solidFill>
                <a:latin typeface="Arial" panose="020B0604020202090204"/>
                <a:ea typeface="Arial" panose="020B0604020202090204"/>
                <a:cs typeface="Arial" panose="020B0604020202090204"/>
              </a:defRPr>
            </a:lvl8pPr>
            <a:lvl9pPr algn="l">
              <a:buNone/>
              <a:defRPr sz="1050" b="0">
                <a:solidFill>
                  <a:srgbClr val="367C6B"/>
                </a:solidFill>
                <a:latin typeface="Arial" panose="020B0604020202090204"/>
                <a:ea typeface="Arial" panose="020B0604020202090204"/>
                <a:cs typeface="Arial" panose="020B0604020202090204"/>
              </a:defRPr>
            </a:lvl9pPr>
          </a:lstStyle>
          <a:p>
            <a:pPr algn="l">
              <a:buNone/>
              <a:defRPr sz="1050" b="0">
                <a:solidFill>
                  <a:srgbClr val="367C6B"/>
                </a:solidFill>
                <a:latin typeface="Arial" panose="020B0604020202090204"/>
                <a:ea typeface="Arial" panose="020B0604020202090204"/>
                <a:cs typeface="Arial" panose="020B0604020202090204"/>
              </a:defRPr>
            </a:pPr>
            <a:r>
              <a:rPr sz="1400" b="0">
                <a:solidFill>
                  <a:srgbClr val="367C6B"/>
                </a:solidFill>
                <a:latin typeface="Arial" panose="020B0604020202090204"/>
                <a:ea typeface="Arial" panose="020B0604020202090204"/>
                <a:cs typeface="Arial" panose="020B0604020202090204"/>
              </a:rPr>
              <a:t>Slice the lotus root.</a:t>
            </a:r>
            <a:endParaRPr sz="1400" b="0">
              <a:solidFill>
                <a:srgbClr val="367C6B"/>
              </a:solidFill>
              <a:latin typeface="Arial" panose="020B0604020202090204"/>
              <a:ea typeface="Arial" panose="020B0604020202090204"/>
              <a:cs typeface="Arial" panose="020B0604020202090204"/>
            </a:endParaRPr>
          </a:p>
        </p:txBody>
      </p:sp>
      <p:pic>
        <p:nvPicPr>
          <p:cNvPr id="373" name="图片 372"/>
          <p:cNvPicPr>
            <a:picLocks noChangeAspect="1"/>
          </p:cNvPicPr>
          <p:nvPr/>
        </p:nvPicPr>
        <p:blipFill>
          <a:blip r:embed="rId16"/>
          <a:srcRect b="21024"/>
          <a:stretch>
            <a:fillRect/>
          </a:stretch>
        </p:blipFill>
        <p:spPr>
          <a:xfrm>
            <a:off x="11156253" y="7234310"/>
            <a:ext cx="1462253" cy="823144"/>
          </a:xfrm>
          <a:prstGeom prst="rect">
            <a:avLst/>
          </a:prstGeom>
        </p:spPr>
      </p:pic>
      <p:sp>
        <p:nvSpPr>
          <p:cNvPr id="374" name="Editable rounded frame 2903"/>
          <p:cNvSpPr>
            <a:spLocks noGrp="1"/>
          </p:cNvSpPr>
          <p:nvPr/>
        </p:nvSpPr>
        <p:spPr>
          <a:xfrm>
            <a:off x="11156253" y="7234310"/>
            <a:ext cx="1462253" cy="823144"/>
          </a:xfrm>
          <a:prstGeom prst="roundRect">
            <a:avLst>
              <a:gd name="adj" fmla="val 0"/>
            </a:avLst>
          </a:prstGeom>
          <a:noFill/>
          <a:ln w="11214">
            <a:solidFill>
              <a:srgbClr val="D9E3E8"/>
            </a:solidFill>
            <a:prstDash val="solid"/>
          </a:ln>
        </p:spPr>
      </p:sp>
      <p:sp>
        <p:nvSpPr>
          <p:cNvPr id="375" name="Editable rounded frame 2919"/>
          <p:cNvSpPr>
            <a:spLocks noGrp="1"/>
          </p:cNvSpPr>
          <p:nvPr/>
        </p:nvSpPr>
        <p:spPr>
          <a:xfrm>
            <a:off x="11673985" y="7759203"/>
            <a:ext cx="220913" cy="180812"/>
          </a:xfrm>
          <a:prstGeom prst="roundRect">
            <a:avLst>
              <a:gd name="adj" fmla="val 7940"/>
            </a:avLst>
          </a:prstGeom>
          <a:noFill/>
          <a:ln w="42816">
            <a:solidFill>
              <a:srgbClr val="FFFFFF"/>
            </a:solidFill>
            <a:prstDash val="solid"/>
          </a:ln>
        </p:spPr>
      </p:sp>
      <p:sp>
        <p:nvSpPr>
          <p:cNvPr id="376" name="Editable rounded frame 2935"/>
          <p:cNvSpPr>
            <a:spLocks noGrp="1"/>
          </p:cNvSpPr>
          <p:nvPr/>
        </p:nvSpPr>
        <p:spPr>
          <a:xfrm>
            <a:off x="11673985" y="7759203"/>
            <a:ext cx="220913" cy="180812"/>
          </a:xfrm>
          <a:prstGeom prst="roundRect">
            <a:avLst>
              <a:gd name="adj" fmla="val 7940"/>
            </a:avLst>
          </a:prstGeom>
          <a:noFill/>
          <a:ln w="20389">
            <a:solidFill>
              <a:srgbClr val="CD5C55"/>
            </a:solidFill>
            <a:prstDash val="solid"/>
          </a:ln>
        </p:spPr>
      </p:sp>
      <p:sp>
        <p:nvSpPr>
          <p:cNvPr id="377" name="Editable rounded frame 2951"/>
          <p:cNvSpPr>
            <a:spLocks noGrp="1"/>
          </p:cNvSpPr>
          <p:nvPr/>
        </p:nvSpPr>
        <p:spPr>
          <a:xfrm>
            <a:off x="12463472" y="7269040"/>
            <a:ext cx="126390" cy="126390"/>
          </a:xfrm>
          <a:prstGeom prst="roundRect">
            <a:avLst>
              <a:gd name="adj" fmla="val 18182"/>
            </a:avLst>
          </a:prstGeom>
          <a:solidFill>
            <a:srgbClr val="F3EFF8"/>
          </a:solidFill>
          <a:ln w="0">
            <a:noFill/>
            <a:prstDash val="solid"/>
          </a:ln>
        </p:spPr>
      </p:sp>
      <p:sp>
        <p:nvSpPr>
          <p:cNvPr id="378" name="Editable text: V"/>
          <p:cNvSpPr>
            <a:spLocks noGrp="1"/>
          </p:cNvSpPr>
          <p:nvPr/>
        </p:nvSpPr>
        <p:spPr>
          <a:xfrm>
            <a:off x="12494264" y="7268846"/>
            <a:ext cx="86289" cy="137160"/>
          </a:xfrm>
          <a:prstGeom prst="rect">
            <a:avLst/>
          </a:prstGeom>
          <a:noFill/>
          <a:ln w="0">
            <a:noFill/>
          </a:ln>
        </p:spPr>
        <p:txBody>
          <a:bodyPr wrap="none" lIns="0" tIns="0" rIns="0" bIns="0" anchor="ctr">
            <a:noAutofit/>
          </a:bodyPr>
          <a:lstStyle>
            <a:defPPr algn="l">
              <a:defRPr sz="900" b="1">
                <a:solidFill>
                  <a:srgbClr val="786096"/>
                </a:solidFill>
                <a:latin typeface="Arial" panose="020B0604020202090204"/>
                <a:ea typeface="Arial" panose="020B0604020202090204"/>
                <a:cs typeface="Arial" panose="020B0604020202090204"/>
              </a:defRPr>
            </a:defPPr>
            <a:lvl1pPr algn="l">
              <a:buNone/>
              <a:defRPr sz="900" b="1">
                <a:solidFill>
                  <a:srgbClr val="786096"/>
                </a:solidFill>
                <a:latin typeface="Arial" panose="020B0604020202090204"/>
                <a:ea typeface="Arial" panose="020B0604020202090204"/>
                <a:cs typeface="Arial" panose="020B0604020202090204"/>
              </a:defRPr>
            </a:lvl1pPr>
            <a:lvl2pPr algn="l">
              <a:buNone/>
              <a:defRPr sz="900" b="1">
                <a:solidFill>
                  <a:srgbClr val="786096"/>
                </a:solidFill>
                <a:latin typeface="Arial" panose="020B0604020202090204"/>
                <a:ea typeface="Arial" panose="020B0604020202090204"/>
                <a:cs typeface="Arial" panose="020B0604020202090204"/>
              </a:defRPr>
            </a:lvl2pPr>
            <a:lvl3pPr algn="l">
              <a:buNone/>
              <a:defRPr sz="900" b="1">
                <a:solidFill>
                  <a:srgbClr val="786096"/>
                </a:solidFill>
                <a:latin typeface="Arial" panose="020B0604020202090204"/>
                <a:ea typeface="Arial" panose="020B0604020202090204"/>
                <a:cs typeface="Arial" panose="020B0604020202090204"/>
              </a:defRPr>
            </a:lvl3pPr>
            <a:lvl4pPr algn="l">
              <a:buNone/>
              <a:defRPr sz="900" b="1">
                <a:solidFill>
                  <a:srgbClr val="786096"/>
                </a:solidFill>
                <a:latin typeface="Arial" panose="020B0604020202090204"/>
                <a:ea typeface="Arial" panose="020B0604020202090204"/>
                <a:cs typeface="Arial" panose="020B0604020202090204"/>
              </a:defRPr>
            </a:lvl4pPr>
            <a:lvl5pPr algn="l">
              <a:buNone/>
              <a:defRPr sz="900" b="1">
                <a:solidFill>
                  <a:srgbClr val="786096"/>
                </a:solidFill>
                <a:latin typeface="Arial" panose="020B0604020202090204"/>
                <a:ea typeface="Arial" panose="020B0604020202090204"/>
                <a:cs typeface="Arial" panose="020B0604020202090204"/>
              </a:defRPr>
            </a:lvl5pPr>
            <a:lvl6pPr algn="l">
              <a:buNone/>
              <a:defRPr sz="900" b="1">
                <a:solidFill>
                  <a:srgbClr val="786096"/>
                </a:solidFill>
                <a:latin typeface="Arial" panose="020B0604020202090204"/>
                <a:ea typeface="Arial" panose="020B0604020202090204"/>
                <a:cs typeface="Arial" panose="020B0604020202090204"/>
              </a:defRPr>
            </a:lvl6pPr>
            <a:lvl7pPr algn="l">
              <a:buNone/>
              <a:defRPr sz="900" b="1">
                <a:solidFill>
                  <a:srgbClr val="786096"/>
                </a:solidFill>
                <a:latin typeface="Arial" panose="020B0604020202090204"/>
                <a:ea typeface="Arial" panose="020B0604020202090204"/>
                <a:cs typeface="Arial" panose="020B0604020202090204"/>
              </a:defRPr>
            </a:lvl7pPr>
            <a:lvl8pPr algn="l">
              <a:buNone/>
              <a:defRPr sz="900" b="1">
                <a:solidFill>
                  <a:srgbClr val="786096"/>
                </a:solidFill>
                <a:latin typeface="Arial" panose="020B0604020202090204"/>
                <a:ea typeface="Arial" panose="020B0604020202090204"/>
                <a:cs typeface="Arial" panose="020B0604020202090204"/>
              </a:defRPr>
            </a:lvl8pPr>
            <a:lvl9pPr algn="l">
              <a:buNone/>
              <a:defRPr sz="900" b="1">
                <a:solidFill>
                  <a:srgbClr val="786096"/>
                </a:solidFill>
                <a:latin typeface="Arial" panose="020B0604020202090204"/>
                <a:ea typeface="Arial" panose="020B0604020202090204"/>
                <a:cs typeface="Arial" panose="020B0604020202090204"/>
              </a:defRPr>
            </a:lvl9pPr>
          </a:lstStyle>
          <a:p>
            <a:pPr algn="l">
              <a:buNone/>
              <a:defRPr sz="900" b="1">
                <a:solidFill>
                  <a:srgbClr val="786096"/>
                </a:solidFill>
                <a:latin typeface="Arial" panose="020B0604020202090204"/>
                <a:ea typeface="Arial" panose="020B0604020202090204"/>
                <a:cs typeface="Arial" panose="020B0604020202090204"/>
              </a:defRPr>
            </a:pPr>
            <a:r>
              <a:rPr sz="1200" b="1">
                <a:solidFill>
                  <a:srgbClr val="786096"/>
                </a:solidFill>
                <a:latin typeface="Arial" panose="020B0604020202090204"/>
                <a:ea typeface="Arial" panose="020B0604020202090204"/>
                <a:cs typeface="Arial" panose="020B0604020202090204"/>
              </a:rPr>
              <a:t>V</a:t>
            </a:r>
            <a:endParaRPr sz="1200" b="1">
              <a:solidFill>
                <a:srgbClr val="786096"/>
              </a:solidFill>
              <a:latin typeface="Arial" panose="020B0604020202090204"/>
              <a:ea typeface="Arial" panose="020B0604020202090204"/>
              <a:cs typeface="Arial" panose="020B0604020202090204"/>
            </a:endParaRPr>
          </a:p>
        </p:txBody>
      </p:sp>
      <p:sp>
        <p:nvSpPr>
          <p:cNvPr id="379" name="Editable text: Slice the object in the"/>
          <p:cNvSpPr>
            <a:spLocks noGrp="1"/>
          </p:cNvSpPr>
          <p:nvPr/>
        </p:nvSpPr>
        <p:spPr>
          <a:xfrm>
            <a:off x="11119485" y="8171180"/>
            <a:ext cx="1459865" cy="395605"/>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Slice the object </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in the</a:t>
            </a:r>
            <a:r>
              <a:rPr lang="en-US" sz="1400" b="0">
                <a:solidFill>
                  <a:srgbClr val="786096"/>
                </a:solidFill>
                <a:latin typeface="Arial" panose="020B0604020202090204"/>
                <a:ea typeface="Arial" panose="020B0604020202090204"/>
                <a:cs typeface="Arial" panose="020B0604020202090204"/>
              </a:rPr>
              <a:t> </a:t>
            </a:r>
            <a:r>
              <a:rPr sz="1400">
                <a:sym typeface="+mn-ea"/>
              </a:rPr>
              <a:t>red region.</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endParaRPr lang="en-US" sz="1400" b="0">
              <a:solidFill>
                <a:srgbClr val="786096"/>
              </a:solidFill>
              <a:latin typeface="Arial" panose="020B0604020202090204"/>
              <a:ea typeface="Arial" panose="020B0604020202090204"/>
              <a:cs typeface="Arial" panose="020B0604020202090204"/>
            </a:endParaRPr>
          </a:p>
        </p:txBody>
      </p:sp>
      <p:sp>
        <p:nvSpPr>
          <p:cNvPr id="380" name="Editable text: red region."/>
          <p:cNvSpPr>
            <a:spLocks noGrp="1"/>
          </p:cNvSpPr>
          <p:nvPr/>
        </p:nvSpPr>
        <p:spPr>
          <a:xfrm>
            <a:off x="11047743" y="8249007"/>
            <a:ext cx="746509" cy="161836"/>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l">
              <a:buNone/>
              <a:defRPr sz="1050" b="0">
                <a:solidFill>
                  <a:srgbClr val="786096"/>
                </a:solidFill>
                <a:latin typeface="Arial" panose="020B0604020202090204"/>
                <a:ea typeface="Arial" panose="020B0604020202090204"/>
                <a:cs typeface="Arial" panose="020B0604020202090204"/>
              </a:defRPr>
            </a:pPr>
            <a:endParaRPr sz="1400" b="0">
              <a:solidFill>
                <a:srgbClr val="786096"/>
              </a:solidFill>
              <a:latin typeface="Arial" panose="020B0604020202090204"/>
              <a:ea typeface="Arial" panose="020B0604020202090204"/>
              <a:cs typeface="Arial" panose="020B0604020202090204"/>
            </a:endParaRPr>
          </a:p>
        </p:txBody>
      </p:sp>
      <p:sp>
        <p:nvSpPr>
          <p:cNvPr id="381" name="Editable rounded frame 2998"/>
          <p:cNvSpPr>
            <a:spLocks noGrp="1"/>
          </p:cNvSpPr>
          <p:nvPr/>
        </p:nvSpPr>
        <p:spPr>
          <a:xfrm>
            <a:off x="12916318" y="5130800"/>
            <a:ext cx="1866900" cy="3333750"/>
          </a:xfrm>
          <a:prstGeom prst="roundRect">
            <a:avLst>
              <a:gd name="adj" fmla="val 2514"/>
            </a:avLst>
          </a:prstGeom>
          <a:solidFill>
            <a:srgbClr val="FFFFFF"/>
          </a:solidFill>
          <a:ln w="9000">
            <a:solidFill>
              <a:srgbClr val="D9E3E8"/>
            </a:solidFill>
            <a:prstDash val="solid"/>
          </a:ln>
        </p:spPr>
      </p:sp>
      <p:sp>
        <p:nvSpPr>
          <p:cNvPr id="382" name="Editable rounded frame 3014"/>
          <p:cNvSpPr>
            <a:spLocks noGrp="1"/>
          </p:cNvSpPr>
          <p:nvPr/>
        </p:nvSpPr>
        <p:spPr>
          <a:xfrm>
            <a:off x="12923002" y="5136529"/>
            <a:ext cx="1853532" cy="247051"/>
          </a:xfrm>
          <a:prstGeom prst="roundRect">
            <a:avLst>
              <a:gd name="adj" fmla="val 13953"/>
            </a:avLst>
          </a:prstGeom>
          <a:solidFill>
            <a:srgbClr val="EDF6F2"/>
          </a:solidFill>
          <a:ln w="0">
            <a:noFill/>
            <a:prstDash val="solid"/>
          </a:ln>
        </p:spPr>
      </p:sp>
      <p:sp>
        <p:nvSpPr>
          <p:cNvPr id="383" name="Editable text: S5"/>
          <p:cNvSpPr>
            <a:spLocks noGrp="1"/>
          </p:cNvSpPr>
          <p:nvPr/>
        </p:nvSpPr>
        <p:spPr>
          <a:xfrm>
            <a:off x="12996525" y="5182518"/>
            <a:ext cx="213885" cy="165811"/>
          </a:xfrm>
          <a:prstGeom prst="rect">
            <a:avLst/>
          </a:prstGeom>
          <a:noFill/>
          <a:ln w="0">
            <a:noFill/>
          </a:ln>
        </p:spPr>
        <p:txBody>
          <a:bodyPr wrap="none" lIns="0" tIns="0" rIns="0" bIns="0" anchor="ctr">
            <a:noAutofit/>
          </a:bodyPr>
          <a:lstStyle>
            <a:defPPr algn="l">
              <a:defRPr sz="1090" b="1">
                <a:solidFill>
                  <a:srgbClr val="367C6B"/>
                </a:solidFill>
                <a:latin typeface="Arial" panose="020B0604020202090204"/>
                <a:ea typeface="Arial" panose="020B0604020202090204"/>
                <a:cs typeface="Arial" panose="020B0604020202090204"/>
              </a:defRPr>
            </a:defPPr>
            <a:lvl1pPr algn="l">
              <a:buNone/>
              <a:defRPr sz="1090" b="1">
                <a:solidFill>
                  <a:srgbClr val="367C6B"/>
                </a:solidFill>
                <a:latin typeface="Arial" panose="020B0604020202090204"/>
                <a:ea typeface="Arial" panose="020B0604020202090204"/>
                <a:cs typeface="Arial" panose="020B0604020202090204"/>
              </a:defRPr>
            </a:lvl1pPr>
            <a:lvl2pPr algn="l">
              <a:buNone/>
              <a:defRPr sz="1090" b="1">
                <a:solidFill>
                  <a:srgbClr val="367C6B"/>
                </a:solidFill>
                <a:latin typeface="Arial" panose="020B0604020202090204"/>
                <a:ea typeface="Arial" panose="020B0604020202090204"/>
                <a:cs typeface="Arial" panose="020B0604020202090204"/>
              </a:defRPr>
            </a:lvl2pPr>
            <a:lvl3pPr algn="l">
              <a:buNone/>
              <a:defRPr sz="1090" b="1">
                <a:solidFill>
                  <a:srgbClr val="367C6B"/>
                </a:solidFill>
                <a:latin typeface="Arial" panose="020B0604020202090204"/>
                <a:ea typeface="Arial" panose="020B0604020202090204"/>
                <a:cs typeface="Arial" panose="020B0604020202090204"/>
              </a:defRPr>
            </a:lvl3pPr>
            <a:lvl4pPr algn="l">
              <a:buNone/>
              <a:defRPr sz="1090" b="1">
                <a:solidFill>
                  <a:srgbClr val="367C6B"/>
                </a:solidFill>
                <a:latin typeface="Arial" panose="020B0604020202090204"/>
                <a:ea typeface="Arial" panose="020B0604020202090204"/>
                <a:cs typeface="Arial" panose="020B0604020202090204"/>
              </a:defRPr>
            </a:lvl4pPr>
            <a:lvl5pPr algn="l">
              <a:buNone/>
              <a:defRPr sz="1090" b="1">
                <a:solidFill>
                  <a:srgbClr val="367C6B"/>
                </a:solidFill>
                <a:latin typeface="Arial" panose="020B0604020202090204"/>
                <a:ea typeface="Arial" panose="020B0604020202090204"/>
                <a:cs typeface="Arial" panose="020B0604020202090204"/>
              </a:defRPr>
            </a:lvl5pPr>
            <a:lvl6pPr algn="l">
              <a:buNone/>
              <a:defRPr sz="1090" b="1">
                <a:solidFill>
                  <a:srgbClr val="367C6B"/>
                </a:solidFill>
                <a:latin typeface="Arial" panose="020B0604020202090204"/>
                <a:ea typeface="Arial" panose="020B0604020202090204"/>
                <a:cs typeface="Arial" panose="020B0604020202090204"/>
              </a:defRPr>
            </a:lvl6pPr>
            <a:lvl7pPr algn="l">
              <a:buNone/>
              <a:defRPr sz="1090" b="1">
                <a:solidFill>
                  <a:srgbClr val="367C6B"/>
                </a:solidFill>
                <a:latin typeface="Arial" panose="020B0604020202090204"/>
                <a:ea typeface="Arial" panose="020B0604020202090204"/>
                <a:cs typeface="Arial" panose="020B0604020202090204"/>
              </a:defRPr>
            </a:lvl7pPr>
            <a:lvl8pPr algn="l">
              <a:buNone/>
              <a:defRPr sz="1090" b="1">
                <a:solidFill>
                  <a:srgbClr val="367C6B"/>
                </a:solidFill>
                <a:latin typeface="Arial" panose="020B0604020202090204"/>
                <a:ea typeface="Arial" panose="020B0604020202090204"/>
                <a:cs typeface="Arial" panose="020B0604020202090204"/>
              </a:defRPr>
            </a:lvl8pPr>
            <a:lvl9pPr algn="l">
              <a:buNone/>
              <a:defRPr sz="1090" b="1">
                <a:solidFill>
                  <a:srgbClr val="367C6B"/>
                </a:solidFill>
                <a:latin typeface="Arial" panose="020B0604020202090204"/>
                <a:ea typeface="Arial" panose="020B0604020202090204"/>
                <a:cs typeface="Arial" panose="020B0604020202090204"/>
              </a:defRPr>
            </a:lvl9pPr>
          </a:lstStyle>
          <a:p>
            <a:pPr algn="l">
              <a:buNone/>
              <a:defRPr sz="1090" b="1">
                <a:solidFill>
                  <a:srgbClr val="367C6B"/>
                </a:solidFill>
                <a:latin typeface="Arial" panose="020B0604020202090204"/>
                <a:ea typeface="Arial" panose="020B0604020202090204"/>
                <a:cs typeface="Arial" panose="020B0604020202090204"/>
              </a:defRPr>
            </a:pPr>
            <a:r>
              <a:rPr sz="1400" b="1">
                <a:solidFill>
                  <a:srgbClr val="367C6B"/>
                </a:solidFill>
                <a:latin typeface="Arial" panose="020B0604020202090204"/>
                <a:ea typeface="Arial" panose="020B0604020202090204"/>
                <a:cs typeface="Arial" panose="020B0604020202090204"/>
              </a:rPr>
              <a:t>S5</a:t>
            </a:r>
            <a:endParaRPr sz="1400" b="1">
              <a:solidFill>
                <a:srgbClr val="367C6B"/>
              </a:solidFill>
              <a:latin typeface="Arial" panose="020B0604020202090204"/>
              <a:ea typeface="Arial" panose="020B0604020202090204"/>
              <a:cs typeface="Arial" panose="020B0604020202090204"/>
            </a:endParaRPr>
          </a:p>
        </p:txBody>
      </p:sp>
      <p:sp>
        <p:nvSpPr>
          <p:cNvPr id="384" name="Editable text: Withdraw"/>
          <p:cNvSpPr>
            <a:spLocks noGrp="1"/>
          </p:cNvSpPr>
          <p:nvPr/>
        </p:nvSpPr>
        <p:spPr>
          <a:xfrm>
            <a:off x="13237981" y="5185883"/>
            <a:ext cx="688861" cy="162306"/>
          </a:xfrm>
          <a:prstGeom prst="rect">
            <a:avLst/>
          </a:prstGeom>
          <a:noFill/>
          <a:ln w="0">
            <a:noFill/>
          </a:ln>
        </p:spPr>
        <p:txBody>
          <a:bodyPr wrap="none" lIns="0" tIns="0" rIns="0" bIns="0" anchor="ctr">
            <a:noAutofit/>
          </a:bodyPr>
          <a:lstStyle>
            <a:defPPr algn="l">
              <a:defRPr sz="1065" b="1">
                <a:solidFill>
                  <a:srgbClr val="367C6B"/>
                </a:solidFill>
                <a:latin typeface="Arial" panose="020B0604020202090204"/>
                <a:ea typeface="Arial" panose="020B0604020202090204"/>
                <a:cs typeface="Arial" panose="020B0604020202090204"/>
              </a:defRPr>
            </a:defPPr>
            <a:lvl1pPr algn="l">
              <a:buNone/>
              <a:defRPr sz="1065" b="1">
                <a:solidFill>
                  <a:srgbClr val="367C6B"/>
                </a:solidFill>
                <a:latin typeface="Arial" panose="020B0604020202090204"/>
                <a:ea typeface="Arial" panose="020B0604020202090204"/>
                <a:cs typeface="Arial" panose="020B0604020202090204"/>
              </a:defRPr>
            </a:lvl1pPr>
            <a:lvl2pPr algn="l">
              <a:buNone/>
              <a:defRPr sz="1065" b="1">
                <a:solidFill>
                  <a:srgbClr val="367C6B"/>
                </a:solidFill>
                <a:latin typeface="Arial" panose="020B0604020202090204"/>
                <a:ea typeface="Arial" panose="020B0604020202090204"/>
                <a:cs typeface="Arial" panose="020B0604020202090204"/>
              </a:defRPr>
            </a:lvl2pPr>
            <a:lvl3pPr algn="l">
              <a:buNone/>
              <a:defRPr sz="1065" b="1">
                <a:solidFill>
                  <a:srgbClr val="367C6B"/>
                </a:solidFill>
                <a:latin typeface="Arial" panose="020B0604020202090204"/>
                <a:ea typeface="Arial" panose="020B0604020202090204"/>
                <a:cs typeface="Arial" panose="020B0604020202090204"/>
              </a:defRPr>
            </a:lvl3pPr>
            <a:lvl4pPr algn="l">
              <a:buNone/>
              <a:defRPr sz="1065" b="1">
                <a:solidFill>
                  <a:srgbClr val="367C6B"/>
                </a:solidFill>
                <a:latin typeface="Arial" panose="020B0604020202090204"/>
                <a:ea typeface="Arial" panose="020B0604020202090204"/>
                <a:cs typeface="Arial" panose="020B0604020202090204"/>
              </a:defRPr>
            </a:lvl4pPr>
            <a:lvl5pPr algn="l">
              <a:buNone/>
              <a:defRPr sz="1065" b="1">
                <a:solidFill>
                  <a:srgbClr val="367C6B"/>
                </a:solidFill>
                <a:latin typeface="Arial" panose="020B0604020202090204"/>
                <a:ea typeface="Arial" panose="020B0604020202090204"/>
                <a:cs typeface="Arial" panose="020B0604020202090204"/>
              </a:defRPr>
            </a:lvl5pPr>
            <a:lvl6pPr algn="l">
              <a:buNone/>
              <a:defRPr sz="1065" b="1">
                <a:solidFill>
                  <a:srgbClr val="367C6B"/>
                </a:solidFill>
                <a:latin typeface="Arial" panose="020B0604020202090204"/>
                <a:ea typeface="Arial" panose="020B0604020202090204"/>
                <a:cs typeface="Arial" panose="020B0604020202090204"/>
              </a:defRPr>
            </a:lvl6pPr>
            <a:lvl7pPr algn="l">
              <a:buNone/>
              <a:defRPr sz="1065" b="1">
                <a:solidFill>
                  <a:srgbClr val="367C6B"/>
                </a:solidFill>
                <a:latin typeface="Arial" panose="020B0604020202090204"/>
                <a:ea typeface="Arial" panose="020B0604020202090204"/>
                <a:cs typeface="Arial" panose="020B0604020202090204"/>
              </a:defRPr>
            </a:lvl7pPr>
            <a:lvl8pPr algn="l">
              <a:buNone/>
              <a:defRPr sz="1065" b="1">
                <a:solidFill>
                  <a:srgbClr val="367C6B"/>
                </a:solidFill>
                <a:latin typeface="Arial" panose="020B0604020202090204"/>
                <a:ea typeface="Arial" panose="020B0604020202090204"/>
                <a:cs typeface="Arial" panose="020B0604020202090204"/>
              </a:defRPr>
            </a:lvl8pPr>
            <a:lvl9pPr algn="l">
              <a:buNone/>
              <a:defRPr sz="1065" b="1">
                <a:solidFill>
                  <a:srgbClr val="367C6B"/>
                </a:solidFill>
                <a:latin typeface="Arial" panose="020B0604020202090204"/>
                <a:ea typeface="Arial" panose="020B0604020202090204"/>
                <a:cs typeface="Arial" panose="020B0604020202090204"/>
              </a:defRPr>
            </a:lvl9pPr>
          </a:lstStyle>
          <a:p>
            <a:pPr algn="l">
              <a:buNone/>
              <a:defRPr sz="1065" b="1">
                <a:solidFill>
                  <a:srgbClr val="367C6B"/>
                </a:solidFill>
                <a:latin typeface="Arial" panose="020B0604020202090204"/>
                <a:ea typeface="Arial" panose="020B0604020202090204"/>
                <a:cs typeface="Arial" panose="020B0604020202090204"/>
              </a:defRPr>
            </a:pPr>
            <a:r>
              <a:rPr sz="1400" b="1">
                <a:solidFill>
                  <a:srgbClr val="367C6B"/>
                </a:solidFill>
                <a:latin typeface="Arial" panose="020B0604020202090204"/>
                <a:ea typeface="Arial" panose="020B0604020202090204"/>
                <a:cs typeface="Arial" panose="020B0604020202090204"/>
              </a:rPr>
              <a:t>Withdraw</a:t>
            </a:r>
            <a:endParaRPr sz="1400" b="1">
              <a:solidFill>
                <a:srgbClr val="367C6B"/>
              </a:solidFill>
              <a:latin typeface="Arial" panose="020B0604020202090204"/>
              <a:ea typeface="Arial" panose="020B0604020202090204"/>
              <a:cs typeface="Arial" panose="020B0604020202090204"/>
            </a:endParaRPr>
          </a:p>
        </p:txBody>
      </p:sp>
      <p:sp>
        <p:nvSpPr>
          <p:cNvPr id="385" name="Editable rounded frame 3050"/>
          <p:cNvSpPr>
            <a:spLocks noGrp="1"/>
          </p:cNvSpPr>
          <p:nvPr/>
        </p:nvSpPr>
        <p:spPr>
          <a:xfrm>
            <a:off x="14481606" y="5188087"/>
            <a:ext cx="261508" cy="143576"/>
          </a:xfrm>
          <a:prstGeom prst="roundRect">
            <a:avLst>
              <a:gd name="adj" fmla="val 16000"/>
            </a:avLst>
          </a:prstGeom>
          <a:solidFill>
            <a:srgbClr val="EDF6F2"/>
          </a:solidFill>
          <a:ln w="0">
            <a:noFill/>
            <a:prstDash val="solid"/>
          </a:ln>
        </p:spPr>
      </p:sp>
      <p:sp>
        <p:nvSpPr>
          <p:cNvPr id="386" name="Editable text: Mid"/>
          <p:cNvSpPr>
            <a:spLocks noGrp="1"/>
          </p:cNvSpPr>
          <p:nvPr/>
        </p:nvSpPr>
        <p:spPr>
          <a:xfrm>
            <a:off x="14515026" y="5193443"/>
            <a:ext cx="219734" cy="137160"/>
          </a:xfrm>
          <a:prstGeom prst="rect">
            <a:avLst/>
          </a:prstGeom>
          <a:noFill/>
          <a:ln w="0">
            <a:noFill/>
          </a:ln>
        </p:spPr>
        <p:txBody>
          <a:bodyPr wrap="none" lIns="0" tIns="0" rIns="0" bIns="0" anchor="ctr">
            <a:noAutofit/>
          </a:bodyPr>
          <a:lstStyle>
            <a:defPPr algn="l">
              <a:defRPr sz="900" b="0">
                <a:solidFill>
                  <a:srgbClr val="367C6B"/>
                </a:solidFill>
                <a:latin typeface="Arial" panose="020B0604020202090204"/>
                <a:ea typeface="Arial" panose="020B0604020202090204"/>
                <a:cs typeface="Arial" panose="020B0604020202090204"/>
              </a:defRPr>
            </a:defPPr>
            <a:lvl1pPr algn="l">
              <a:buNone/>
              <a:defRPr sz="900" b="0">
                <a:solidFill>
                  <a:srgbClr val="367C6B"/>
                </a:solidFill>
                <a:latin typeface="Arial" panose="020B0604020202090204"/>
                <a:ea typeface="Arial" panose="020B0604020202090204"/>
                <a:cs typeface="Arial" panose="020B0604020202090204"/>
              </a:defRPr>
            </a:lvl1pPr>
            <a:lvl2pPr algn="l">
              <a:buNone/>
              <a:defRPr sz="900" b="0">
                <a:solidFill>
                  <a:srgbClr val="367C6B"/>
                </a:solidFill>
                <a:latin typeface="Arial" panose="020B0604020202090204"/>
                <a:ea typeface="Arial" panose="020B0604020202090204"/>
                <a:cs typeface="Arial" panose="020B0604020202090204"/>
              </a:defRPr>
            </a:lvl2pPr>
            <a:lvl3pPr algn="l">
              <a:buNone/>
              <a:defRPr sz="900" b="0">
                <a:solidFill>
                  <a:srgbClr val="367C6B"/>
                </a:solidFill>
                <a:latin typeface="Arial" panose="020B0604020202090204"/>
                <a:ea typeface="Arial" panose="020B0604020202090204"/>
                <a:cs typeface="Arial" panose="020B0604020202090204"/>
              </a:defRPr>
            </a:lvl3pPr>
            <a:lvl4pPr algn="l">
              <a:buNone/>
              <a:defRPr sz="900" b="0">
                <a:solidFill>
                  <a:srgbClr val="367C6B"/>
                </a:solidFill>
                <a:latin typeface="Arial" panose="020B0604020202090204"/>
                <a:ea typeface="Arial" panose="020B0604020202090204"/>
                <a:cs typeface="Arial" panose="020B0604020202090204"/>
              </a:defRPr>
            </a:lvl4pPr>
            <a:lvl5pPr algn="l">
              <a:buNone/>
              <a:defRPr sz="900" b="0">
                <a:solidFill>
                  <a:srgbClr val="367C6B"/>
                </a:solidFill>
                <a:latin typeface="Arial" panose="020B0604020202090204"/>
                <a:ea typeface="Arial" panose="020B0604020202090204"/>
                <a:cs typeface="Arial" panose="020B0604020202090204"/>
              </a:defRPr>
            </a:lvl5pPr>
            <a:lvl6pPr algn="l">
              <a:buNone/>
              <a:defRPr sz="900" b="0">
                <a:solidFill>
                  <a:srgbClr val="367C6B"/>
                </a:solidFill>
                <a:latin typeface="Arial" panose="020B0604020202090204"/>
                <a:ea typeface="Arial" panose="020B0604020202090204"/>
                <a:cs typeface="Arial" panose="020B0604020202090204"/>
              </a:defRPr>
            </a:lvl6pPr>
            <a:lvl7pPr algn="l">
              <a:buNone/>
              <a:defRPr sz="900" b="0">
                <a:solidFill>
                  <a:srgbClr val="367C6B"/>
                </a:solidFill>
                <a:latin typeface="Arial" panose="020B0604020202090204"/>
                <a:ea typeface="Arial" panose="020B0604020202090204"/>
                <a:cs typeface="Arial" panose="020B0604020202090204"/>
              </a:defRPr>
            </a:lvl7pPr>
            <a:lvl8pPr algn="l">
              <a:buNone/>
              <a:defRPr sz="900" b="0">
                <a:solidFill>
                  <a:srgbClr val="367C6B"/>
                </a:solidFill>
                <a:latin typeface="Arial" panose="020B0604020202090204"/>
                <a:ea typeface="Arial" panose="020B0604020202090204"/>
                <a:cs typeface="Arial" panose="020B0604020202090204"/>
              </a:defRPr>
            </a:lvl8pPr>
            <a:lvl9pPr algn="l">
              <a:buNone/>
              <a:defRPr sz="900" b="0">
                <a:solidFill>
                  <a:srgbClr val="367C6B"/>
                </a:solidFill>
                <a:latin typeface="Arial" panose="020B0604020202090204"/>
                <a:ea typeface="Arial" panose="020B0604020202090204"/>
                <a:cs typeface="Arial" panose="020B0604020202090204"/>
              </a:defRPr>
            </a:lvl9pPr>
          </a:lstStyle>
          <a:p>
            <a:pPr algn="l">
              <a:buNone/>
              <a:defRPr sz="900" b="0">
                <a:solidFill>
                  <a:srgbClr val="367C6B"/>
                </a:solidFill>
                <a:latin typeface="Arial" panose="020B0604020202090204"/>
                <a:ea typeface="Arial" panose="020B0604020202090204"/>
                <a:cs typeface="Arial" panose="020B0604020202090204"/>
              </a:defRPr>
            </a:pPr>
            <a:r>
              <a:rPr sz="1200" b="0">
                <a:solidFill>
                  <a:srgbClr val="367C6B"/>
                </a:solidFill>
                <a:latin typeface="Arial" panose="020B0604020202090204"/>
                <a:ea typeface="Arial" panose="020B0604020202090204"/>
                <a:cs typeface="Arial" panose="020B0604020202090204"/>
              </a:rPr>
              <a:t>Mid</a:t>
            </a:r>
            <a:endParaRPr sz="1200" b="0">
              <a:solidFill>
                <a:srgbClr val="367C6B"/>
              </a:solidFill>
              <a:latin typeface="Arial" panose="020B0604020202090204"/>
              <a:ea typeface="Arial" panose="020B0604020202090204"/>
              <a:cs typeface="Arial" panose="020B0604020202090204"/>
            </a:endParaRPr>
          </a:p>
        </p:txBody>
      </p:sp>
      <p:pic>
        <p:nvPicPr>
          <p:cNvPr id="387" name="图片 386"/>
          <p:cNvPicPr>
            <a:picLocks noChangeAspect="1"/>
          </p:cNvPicPr>
          <p:nvPr/>
        </p:nvPicPr>
        <p:blipFill>
          <a:blip r:embed="rId43"/>
          <a:srcRect b="21304"/>
          <a:stretch>
            <a:fillRect/>
          </a:stretch>
        </p:blipFill>
        <p:spPr>
          <a:xfrm>
            <a:off x="13118403" y="5441224"/>
            <a:ext cx="1324406" cy="742942"/>
          </a:xfrm>
          <a:prstGeom prst="rect">
            <a:avLst/>
          </a:prstGeom>
        </p:spPr>
      </p:pic>
      <p:sp>
        <p:nvSpPr>
          <p:cNvPr id="388" name="Editable rounded frame 3086"/>
          <p:cNvSpPr>
            <a:spLocks noGrp="1"/>
          </p:cNvSpPr>
          <p:nvPr/>
        </p:nvSpPr>
        <p:spPr>
          <a:xfrm>
            <a:off x="13118403" y="5441224"/>
            <a:ext cx="1324406" cy="742942"/>
          </a:xfrm>
          <a:prstGeom prst="roundRect">
            <a:avLst>
              <a:gd name="adj" fmla="val 0"/>
            </a:avLst>
          </a:prstGeom>
          <a:noFill/>
          <a:ln w="11214">
            <a:solidFill>
              <a:srgbClr val="D9E3E8"/>
            </a:solidFill>
            <a:prstDash val="solid"/>
          </a:ln>
        </p:spPr>
      </p:sp>
      <p:pic>
        <p:nvPicPr>
          <p:cNvPr id="389" name="图片 388"/>
          <p:cNvPicPr>
            <a:picLocks noChangeAspect="1"/>
          </p:cNvPicPr>
          <p:nvPr/>
        </p:nvPicPr>
        <p:blipFill>
          <a:blip r:embed="rId44"/>
          <a:srcRect b="21304"/>
          <a:stretch>
            <a:fillRect/>
          </a:stretch>
        </p:blipFill>
        <p:spPr>
          <a:xfrm>
            <a:off x="13187505" y="5458410"/>
            <a:ext cx="1324406" cy="742942"/>
          </a:xfrm>
          <a:prstGeom prst="rect">
            <a:avLst/>
          </a:prstGeom>
        </p:spPr>
      </p:pic>
      <p:sp>
        <p:nvSpPr>
          <p:cNvPr id="390" name="Editable rounded frame 3112"/>
          <p:cNvSpPr>
            <a:spLocks noGrp="1"/>
          </p:cNvSpPr>
          <p:nvPr/>
        </p:nvSpPr>
        <p:spPr>
          <a:xfrm>
            <a:off x="13187505" y="5458410"/>
            <a:ext cx="1324406" cy="742942"/>
          </a:xfrm>
          <a:prstGeom prst="roundRect">
            <a:avLst>
              <a:gd name="adj" fmla="val 0"/>
            </a:avLst>
          </a:prstGeom>
          <a:noFill/>
          <a:ln w="11214">
            <a:solidFill>
              <a:srgbClr val="D9E3E8"/>
            </a:solidFill>
            <a:prstDash val="solid"/>
          </a:ln>
        </p:spPr>
      </p:sp>
      <p:pic>
        <p:nvPicPr>
          <p:cNvPr id="391" name="图片 390"/>
          <p:cNvPicPr>
            <a:picLocks noChangeAspect="1"/>
          </p:cNvPicPr>
          <p:nvPr/>
        </p:nvPicPr>
        <p:blipFill>
          <a:blip r:embed="rId18"/>
          <a:srcRect b="21304"/>
          <a:stretch>
            <a:fillRect/>
          </a:stretch>
        </p:blipFill>
        <p:spPr>
          <a:xfrm>
            <a:off x="13256608" y="5475597"/>
            <a:ext cx="1324406" cy="742942"/>
          </a:xfrm>
          <a:prstGeom prst="rect">
            <a:avLst/>
          </a:prstGeom>
        </p:spPr>
      </p:pic>
      <p:sp>
        <p:nvSpPr>
          <p:cNvPr id="392" name="Editable rounded frame 3138"/>
          <p:cNvSpPr>
            <a:spLocks noGrp="1"/>
          </p:cNvSpPr>
          <p:nvPr/>
        </p:nvSpPr>
        <p:spPr>
          <a:xfrm>
            <a:off x="13256608" y="5475597"/>
            <a:ext cx="1324406" cy="742942"/>
          </a:xfrm>
          <a:prstGeom prst="roundRect">
            <a:avLst>
              <a:gd name="adj" fmla="val 0"/>
            </a:avLst>
          </a:prstGeom>
          <a:noFill/>
          <a:ln w="11214">
            <a:solidFill>
              <a:srgbClr val="D9E3E8"/>
            </a:solidFill>
            <a:prstDash val="solid"/>
          </a:ln>
        </p:spPr>
      </p:sp>
      <p:sp>
        <p:nvSpPr>
          <p:cNvPr id="393" name="Editable rounded frame 3154"/>
          <p:cNvSpPr>
            <a:spLocks noGrp="1"/>
          </p:cNvSpPr>
          <p:nvPr/>
        </p:nvSpPr>
        <p:spPr>
          <a:xfrm>
            <a:off x="12983157" y="6297666"/>
            <a:ext cx="1732804" cy="413899"/>
          </a:xfrm>
          <a:prstGeom prst="roundRect">
            <a:avLst>
              <a:gd name="adj" fmla="val 4167"/>
            </a:avLst>
          </a:prstGeom>
          <a:solidFill>
            <a:srgbClr val="EDF3F8"/>
          </a:solidFill>
          <a:ln w="0">
            <a:noFill/>
            <a:prstDash val="solid"/>
          </a:ln>
        </p:spPr>
      </p:sp>
      <p:sp>
        <p:nvSpPr>
          <p:cNvPr id="394" name="Editable text: A"/>
          <p:cNvSpPr>
            <a:spLocks noGrp="1"/>
          </p:cNvSpPr>
          <p:nvPr/>
        </p:nvSpPr>
        <p:spPr>
          <a:xfrm>
            <a:off x="14591891" y="6289059"/>
            <a:ext cx="102347" cy="137160"/>
          </a:xfrm>
          <a:prstGeom prst="rect">
            <a:avLst/>
          </a:prstGeom>
          <a:noFill/>
          <a:ln w="0">
            <a:noFill/>
          </a:ln>
        </p:spPr>
        <p:txBody>
          <a:bodyPr wrap="none" lIns="0" tIns="0" rIns="0" bIns="0" anchor="ctr">
            <a:noAutofit/>
          </a:bodyPr>
          <a:lstStyle>
            <a:defPPr algn="l">
              <a:defRPr sz="900" b="1">
                <a:solidFill>
                  <a:srgbClr val="436F98"/>
                </a:solidFill>
                <a:latin typeface="Arial" panose="020B0604020202090204"/>
                <a:ea typeface="Arial" panose="020B0604020202090204"/>
                <a:cs typeface="Arial" panose="020B0604020202090204"/>
              </a:defRPr>
            </a:defPPr>
            <a:lvl1pPr algn="l">
              <a:buNone/>
              <a:defRPr sz="900" b="1">
                <a:solidFill>
                  <a:srgbClr val="436F98"/>
                </a:solidFill>
                <a:latin typeface="Arial" panose="020B0604020202090204"/>
                <a:ea typeface="Arial" panose="020B0604020202090204"/>
                <a:cs typeface="Arial" panose="020B0604020202090204"/>
              </a:defRPr>
            </a:lvl1pPr>
            <a:lvl2pPr algn="l">
              <a:buNone/>
              <a:defRPr sz="900" b="1">
                <a:solidFill>
                  <a:srgbClr val="436F98"/>
                </a:solidFill>
                <a:latin typeface="Arial" panose="020B0604020202090204"/>
                <a:ea typeface="Arial" panose="020B0604020202090204"/>
                <a:cs typeface="Arial" panose="020B0604020202090204"/>
              </a:defRPr>
            </a:lvl2pPr>
            <a:lvl3pPr algn="l">
              <a:buNone/>
              <a:defRPr sz="900" b="1">
                <a:solidFill>
                  <a:srgbClr val="436F98"/>
                </a:solidFill>
                <a:latin typeface="Arial" panose="020B0604020202090204"/>
                <a:ea typeface="Arial" panose="020B0604020202090204"/>
                <a:cs typeface="Arial" panose="020B0604020202090204"/>
              </a:defRPr>
            </a:lvl3pPr>
            <a:lvl4pPr algn="l">
              <a:buNone/>
              <a:defRPr sz="900" b="1">
                <a:solidFill>
                  <a:srgbClr val="436F98"/>
                </a:solidFill>
                <a:latin typeface="Arial" panose="020B0604020202090204"/>
                <a:ea typeface="Arial" panose="020B0604020202090204"/>
                <a:cs typeface="Arial" panose="020B0604020202090204"/>
              </a:defRPr>
            </a:lvl4pPr>
            <a:lvl5pPr algn="l">
              <a:buNone/>
              <a:defRPr sz="900" b="1">
                <a:solidFill>
                  <a:srgbClr val="436F98"/>
                </a:solidFill>
                <a:latin typeface="Arial" panose="020B0604020202090204"/>
                <a:ea typeface="Arial" panose="020B0604020202090204"/>
                <a:cs typeface="Arial" panose="020B0604020202090204"/>
              </a:defRPr>
            </a:lvl5pPr>
            <a:lvl6pPr algn="l">
              <a:buNone/>
              <a:defRPr sz="900" b="1">
                <a:solidFill>
                  <a:srgbClr val="436F98"/>
                </a:solidFill>
                <a:latin typeface="Arial" panose="020B0604020202090204"/>
                <a:ea typeface="Arial" panose="020B0604020202090204"/>
                <a:cs typeface="Arial" panose="020B0604020202090204"/>
              </a:defRPr>
            </a:lvl6pPr>
            <a:lvl7pPr algn="l">
              <a:buNone/>
              <a:defRPr sz="900" b="1">
                <a:solidFill>
                  <a:srgbClr val="436F98"/>
                </a:solidFill>
                <a:latin typeface="Arial" panose="020B0604020202090204"/>
                <a:ea typeface="Arial" panose="020B0604020202090204"/>
                <a:cs typeface="Arial" panose="020B0604020202090204"/>
              </a:defRPr>
            </a:lvl7pPr>
            <a:lvl8pPr algn="l">
              <a:buNone/>
              <a:defRPr sz="900" b="1">
                <a:solidFill>
                  <a:srgbClr val="436F98"/>
                </a:solidFill>
                <a:latin typeface="Arial" panose="020B0604020202090204"/>
                <a:ea typeface="Arial" panose="020B0604020202090204"/>
                <a:cs typeface="Arial" panose="020B0604020202090204"/>
              </a:defRPr>
            </a:lvl8pPr>
            <a:lvl9pPr algn="l">
              <a:buNone/>
              <a:defRPr sz="900" b="1">
                <a:solidFill>
                  <a:srgbClr val="436F98"/>
                </a:solidFill>
                <a:latin typeface="Arial" panose="020B0604020202090204"/>
                <a:ea typeface="Arial" panose="020B0604020202090204"/>
                <a:cs typeface="Arial" panose="020B0604020202090204"/>
              </a:defRPr>
            </a:lvl9pPr>
          </a:lstStyle>
          <a:p>
            <a:pPr algn="l">
              <a:buNone/>
              <a:defRPr sz="900" b="1">
                <a:solidFill>
                  <a:srgbClr val="436F98"/>
                </a:solidFill>
                <a:latin typeface="Arial" panose="020B0604020202090204"/>
                <a:ea typeface="Arial" panose="020B0604020202090204"/>
                <a:cs typeface="Arial" panose="020B0604020202090204"/>
              </a:defRPr>
            </a:pPr>
            <a:r>
              <a:rPr sz="1200" b="1">
                <a:solidFill>
                  <a:srgbClr val="436F98"/>
                </a:solidFill>
                <a:latin typeface="Arial" panose="020B0604020202090204"/>
                <a:ea typeface="Arial" panose="020B0604020202090204"/>
                <a:cs typeface="Arial" panose="020B0604020202090204"/>
              </a:rPr>
              <a:t>A</a:t>
            </a:r>
            <a:endParaRPr sz="1200" b="1">
              <a:solidFill>
                <a:srgbClr val="436F98"/>
              </a:solidFill>
              <a:latin typeface="Arial" panose="020B0604020202090204"/>
              <a:ea typeface="Arial" panose="020B0604020202090204"/>
              <a:cs typeface="Arial" panose="020B0604020202090204"/>
            </a:endParaRPr>
          </a:p>
        </p:txBody>
      </p:sp>
      <p:sp>
        <p:nvSpPr>
          <p:cNvPr id="395" name="Editable text: Keep the gripper closed"/>
          <p:cNvSpPr>
            <a:spLocks noGrp="1"/>
          </p:cNvSpPr>
          <p:nvPr/>
        </p:nvSpPr>
        <p:spPr>
          <a:xfrm>
            <a:off x="13009880" y="6326505"/>
            <a:ext cx="1654175" cy="355600"/>
          </a:xfrm>
          <a:prstGeom prst="rect">
            <a:avLst/>
          </a:prstGeom>
          <a:noFill/>
          <a:ln w="0">
            <a:noFill/>
          </a:ln>
        </p:spPr>
        <p:txBody>
          <a:bodyPr wrap="none" lIns="0" tIns="0" rIns="0" bIns="0" anchor="ctr">
            <a:noAutofit/>
          </a:bodyPr>
          <a:lstStyle>
            <a:defPPr algn="l">
              <a:defRPr sz="1050" b="0">
                <a:solidFill>
                  <a:srgbClr val="436F98"/>
                </a:solidFill>
                <a:latin typeface="Arial" panose="020B0604020202090204"/>
                <a:ea typeface="Arial" panose="020B0604020202090204"/>
                <a:cs typeface="Arial" panose="020B0604020202090204"/>
              </a:defRPr>
            </a:defPPr>
            <a:lvl1pPr algn="l">
              <a:buNone/>
              <a:defRPr sz="1050" b="0">
                <a:solidFill>
                  <a:srgbClr val="436F98"/>
                </a:solidFill>
                <a:latin typeface="Arial" panose="020B0604020202090204"/>
                <a:ea typeface="Arial" panose="020B0604020202090204"/>
                <a:cs typeface="Arial" panose="020B0604020202090204"/>
              </a:defRPr>
            </a:lvl1pPr>
            <a:lvl2pPr algn="l">
              <a:buNone/>
              <a:defRPr sz="1050" b="0">
                <a:solidFill>
                  <a:srgbClr val="436F98"/>
                </a:solidFill>
                <a:latin typeface="Arial" panose="020B0604020202090204"/>
                <a:ea typeface="Arial" panose="020B0604020202090204"/>
                <a:cs typeface="Arial" panose="020B0604020202090204"/>
              </a:defRPr>
            </a:lvl2pPr>
            <a:lvl3pPr algn="l">
              <a:buNone/>
              <a:defRPr sz="1050" b="0">
                <a:solidFill>
                  <a:srgbClr val="436F98"/>
                </a:solidFill>
                <a:latin typeface="Arial" panose="020B0604020202090204"/>
                <a:ea typeface="Arial" panose="020B0604020202090204"/>
                <a:cs typeface="Arial" panose="020B0604020202090204"/>
              </a:defRPr>
            </a:lvl3pPr>
            <a:lvl4pPr algn="l">
              <a:buNone/>
              <a:defRPr sz="1050" b="0">
                <a:solidFill>
                  <a:srgbClr val="436F98"/>
                </a:solidFill>
                <a:latin typeface="Arial" panose="020B0604020202090204"/>
                <a:ea typeface="Arial" panose="020B0604020202090204"/>
                <a:cs typeface="Arial" panose="020B0604020202090204"/>
              </a:defRPr>
            </a:lvl4pPr>
            <a:lvl5pPr algn="l">
              <a:buNone/>
              <a:defRPr sz="1050" b="0">
                <a:solidFill>
                  <a:srgbClr val="436F98"/>
                </a:solidFill>
                <a:latin typeface="Arial" panose="020B0604020202090204"/>
                <a:ea typeface="Arial" panose="020B0604020202090204"/>
                <a:cs typeface="Arial" panose="020B0604020202090204"/>
              </a:defRPr>
            </a:lvl5pPr>
            <a:lvl6pPr algn="l">
              <a:buNone/>
              <a:defRPr sz="1050" b="0">
                <a:solidFill>
                  <a:srgbClr val="436F98"/>
                </a:solidFill>
                <a:latin typeface="Arial" panose="020B0604020202090204"/>
                <a:ea typeface="Arial" panose="020B0604020202090204"/>
                <a:cs typeface="Arial" panose="020B0604020202090204"/>
              </a:defRPr>
            </a:lvl6pPr>
            <a:lvl7pPr algn="l">
              <a:buNone/>
              <a:defRPr sz="1050" b="0">
                <a:solidFill>
                  <a:srgbClr val="436F98"/>
                </a:solidFill>
                <a:latin typeface="Arial" panose="020B0604020202090204"/>
                <a:ea typeface="Arial" panose="020B0604020202090204"/>
                <a:cs typeface="Arial" panose="020B0604020202090204"/>
              </a:defRPr>
            </a:lvl7pPr>
            <a:lvl8pPr algn="l">
              <a:buNone/>
              <a:defRPr sz="1050" b="0">
                <a:solidFill>
                  <a:srgbClr val="436F98"/>
                </a:solidFill>
                <a:latin typeface="Arial" panose="020B0604020202090204"/>
                <a:ea typeface="Arial" panose="020B0604020202090204"/>
                <a:cs typeface="Arial" panose="020B0604020202090204"/>
              </a:defRPr>
            </a:lvl8pPr>
            <a:lvl9pPr algn="l">
              <a:buNone/>
              <a:defRPr sz="1050" b="0">
                <a:solidFill>
                  <a:srgbClr val="436F98"/>
                </a:solidFill>
                <a:latin typeface="Arial" panose="020B0604020202090204"/>
                <a:ea typeface="Arial" panose="020B0604020202090204"/>
                <a:cs typeface="Arial" panose="020B0604020202090204"/>
              </a:defRPr>
            </a:lvl9pPr>
          </a:lstStyle>
          <a:p>
            <a:pPr algn="l">
              <a:buNone/>
              <a:defRPr sz="1050" b="0">
                <a:solidFill>
                  <a:srgbClr val="436F98"/>
                </a:solidFill>
                <a:latin typeface="Arial" panose="020B0604020202090204"/>
                <a:ea typeface="Arial" panose="020B0604020202090204"/>
                <a:cs typeface="Arial" panose="020B0604020202090204"/>
              </a:defRPr>
            </a:pPr>
            <a:r>
              <a:rPr sz="1400" b="0">
                <a:solidFill>
                  <a:srgbClr val="436F98"/>
                </a:solidFill>
                <a:latin typeface="Arial" panose="020B0604020202090204"/>
                <a:ea typeface="Arial" panose="020B0604020202090204"/>
                <a:cs typeface="Arial" panose="020B0604020202090204"/>
              </a:rPr>
              <a:t>Keep the gripper </a:t>
            </a:r>
            <a:endParaRPr sz="1400" b="0">
              <a:solidFill>
                <a:srgbClr val="436F98"/>
              </a:solidFill>
              <a:latin typeface="Arial" panose="020B0604020202090204"/>
              <a:ea typeface="Arial" panose="020B0604020202090204"/>
              <a:cs typeface="Arial" panose="020B0604020202090204"/>
            </a:endParaRPr>
          </a:p>
          <a:p>
            <a:pPr algn="l">
              <a:buNone/>
              <a:defRPr sz="1050" b="0">
                <a:solidFill>
                  <a:srgbClr val="436F98"/>
                </a:solidFill>
                <a:latin typeface="Arial" panose="020B0604020202090204"/>
                <a:ea typeface="Arial" panose="020B0604020202090204"/>
                <a:cs typeface="Arial" panose="020B0604020202090204"/>
              </a:defRPr>
            </a:pPr>
            <a:r>
              <a:rPr sz="1400" b="0">
                <a:solidFill>
                  <a:srgbClr val="436F98"/>
                </a:solidFill>
                <a:latin typeface="Arial" panose="020B0604020202090204"/>
                <a:ea typeface="Arial" panose="020B0604020202090204"/>
                <a:cs typeface="Arial" panose="020B0604020202090204"/>
              </a:rPr>
              <a:t>closed</a:t>
            </a:r>
            <a:r>
              <a:rPr lang="en-US" sz="1400" b="0">
                <a:solidFill>
                  <a:srgbClr val="436F98"/>
                </a:solidFill>
                <a:latin typeface="Arial" panose="020B0604020202090204"/>
                <a:ea typeface="Arial" panose="020B0604020202090204"/>
                <a:cs typeface="Arial" panose="020B0604020202090204"/>
              </a:rPr>
              <a:t> </a:t>
            </a:r>
            <a:r>
              <a:rPr sz="1400">
                <a:sym typeface="+mn-ea"/>
              </a:rPr>
              <a:t>and move right.</a:t>
            </a:r>
            <a:endParaRPr lang="en-US" sz="1400" b="0">
              <a:solidFill>
                <a:srgbClr val="436F98"/>
              </a:solidFill>
              <a:latin typeface="Arial" panose="020B0604020202090204"/>
              <a:ea typeface="Arial" panose="020B0604020202090204"/>
              <a:cs typeface="Arial" panose="020B0604020202090204"/>
            </a:endParaRPr>
          </a:p>
        </p:txBody>
      </p:sp>
      <p:sp>
        <p:nvSpPr>
          <p:cNvPr id="396" name="Editable text: and move left."/>
          <p:cNvSpPr>
            <a:spLocks noGrp="1"/>
          </p:cNvSpPr>
          <p:nvPr/>
        </p:nvSpPr>
        <p:spPr>
          <a:xfrm>
            <a:off x="13009893" y="6516431"/>
            <a:ext cx="993814" cy="165416"/>
          </a:xfrm>
          <a:prstGeom prst="rect">
            <a:avLst/>
          </a:prstGeom>
          <a:noFill/>
          <a:ln w="0">
            <a:noFill/>
          </a:ln>
        </p:spPr>
        <p:txBody>
          <a:bodyPr wrap="none" lIns="0" tIns="0" rIns="0" bIns="0" anchor="ctr">
            <a:noAutofit/>
          </a:bodyPr>
          <a:lstStyle>
            <a:defPPr algn="l">
              <a:defRPr sz="1050" b="0">
                <a:solidFill>
                  <a:srgbClr val="436F98"/>
                </a:solidFill>
                <a:latin typeface="Arial" panose="020B0604020202090204"/>
                <a:ea typeface="Arial" panose="020B0604020202090204"/>
                <a:cs typeface="Arial" panose="020B0604020202090204"/>
              </a:defRPr>
            </a:defPPr>
            <a:lvl1pPr algn="l">
              <a:buNone/>
              <a:defRPr sz="1050" b="0">
                <a:solidFill>
                  <a:srgbClr val="436F98"/>
                </a:solidFill>
                <a:latin typeface="Arial" panose="020B0604020202090204"/>
                <a:ea typeface="Arial" panose="020B0604020202090204"/>
                <a:cs typeface="Arial" panose="020B0604020202090204"/>
              </a:defRPr>
            </a:lvl1pPr>
            <a:lvl2pPr algn="l">
              <a:buNone/>
              <a:defRPr sz="1050" b="0">
                <a:solidFill>
                  <a:srgbClr val="436F98"/>
                </a:solidFill>
                <a:latin typeface="Arial" panose="020B0604020202090204"/>
                <a:ea typeface="Arial" panose="020B0604020202090204"/>
                <a:cs typeface="Arial" panose="020B0604020202090204"/>
              </a:defRPr>
            </a:lvl2pPr>
            <a:lvl3pPr algn="l">
              <a:buNone/>
              <a:defRPr sz="1050" b="0">
                <a:solidFill>
                  <a:srgbClr val="436F98"/>
                </a:solidFill>
                <a:latin typeface="Arial" panose="020B0604020202090204"/>
                <a:ea typeface="Arial" panose="020B0604020202090204"/>
                <a:cs typeface="Arial" panose="020B0604020202090204"/>
              </a:defRPr>
            </a:lvl3pPr>
            <a:lvl4pPr algn="l">
              <a:buNone/>
              <a:defRPr sz="1050" b="0">
                <a:solidFill>
                  <a:srgbClr val="436F98"/>
                </a:solidFill>
                <a:latin typeface="Arial" panose="020B0604020202090204"/>
                <a:ea typeface="Arial" panose="020B0604020202090204"/>
                <a:cs typeface="Arial" panose="020B0604020202090204"/>
              </a:defRPr>
            </a:lvl4pPr>
            <a:lvl5pPr algn="l">
              <a:buNone/>
              <a:defRPr sz="1050" b="0">
                <a:solidFill>
                  <a:srgbClr val="436F98"/>
                </a:solidFill>
                <a:latin typeface="Arial" panose="020B0604020202090204"/>
                <a:ea typeface="Arial" panose="020B0604020202090204"/>
                <a:cs typeface="Arial" panose="020B0604020202090204"/>
              </a:defRPr>
            </a:lvl5pPr>
            <a:lvl6pPr algn="l">
              <a:buNone/>
              <a:defRPr sz="1050" b="0">
                <a:solidFill>
                  <a:srgbClr val="436F98"/>
                </a:solidFill>
                <a:latin typeface="Arial" panose="020B0604020202090204"/>
                <a:ea typeface="Arial" panose="020B0604020202090204"/>
                <a:cs typeface="Arial" panose="020B0604020202090204"/>
              </a:defRPr>
            </a:lvl6pPr>
            <a:lvl7pPr algn="l">
              <a:buNone/>
              <a:defRPr sz="1050" b="0">
                <a:solidFill>
                  <a:srgbClr val="436F98"/>
                </a:solidFill>
                <a:latin typeface="Arial" panose="020B0604020202090204"/>
                <a:ea typeface="Arial" panose="020B0604020202090204"/>
                <a:cs typeface="Arial" panose="020B0604020202090204"/>
              </a:defRPr>
            </a:lvl7pPr>
            <a:lvl8pPr algn="l">
              <a:buNone/>
              <a:defRPr sz="1050" b="0">
                <a:solidFill>
                  <a:srgbClr val="436F98"/>
                </a:solidFill>
                <a:latin typeface="Arial" panose="020B0604020202090204"/>
                <a:ea typeface="Arial" panose="020B0604020202090204"/>
                <a:cs typeface="Arial" panose="020B0604020202090204"/>
              </a:defRPr>
            </a:lvl8pPr>
            <a:lvl9pPr algn="l">
              <a:buNone/>
              <a:defRPr sz="1050" b="0">
                <a:solidFill>
                  <a:srgbClr val="436F98"/>
                </a:solidFill>
                <a:latin typeface="Arial" panose="020B0604020202090204"/>
                <a:ea typeface="Arial" panose="020B0604020202090204"/>
                <a:cs typeface="Arial" panose="020B0604020202090204"/>
              </a:defRPr>
            </a:lvl9pPr>
          </a:lstStyle>
          <a:p>
            <a:pPr algn="l">
              <a:buNone/>
              <a:defRPr sz="1050" b="0">
                <a:solidFill>
                  <a:srgbClr val="436F98"/>
                </a:solidFill>
                <a:latin typeface="Arial" panose="020B0604020202090204"/>
                <a:ea typeface="Arial" panose="020B0604020202090204"/>
                <a:cs typeface="Arial" panose="020B0604020202090204"/>
              </a:defRPr>
            </a:pPr>
            <a:endParaRPr sz="1400" b="0">
              <a:solidFill>
                <a:srgbClr val="436F98"/>
              </a:solidFill>
              <a:latin typeface="Arial" panose="020B0604020202090204"/>
              <a:ea typeface="Arial" panose="020B0604020202090204"/>
              <a:cs typeface="Arial" panose="020B0604020202090204"/>
            </a:endParaRPr>
          </a:p>
        </p:txBody>
      </p:sp>
      <p:sp>
        <p:nvSpPr>
          <p:cNvPr id="397" name="Editable rounded frame 3200"/>
          <p:cNvSpPr>
            <a:spLocks noGrp="1"/>
          </p:cNvSpPr>
          <p:nvPr/>
        </p:nvSpPr>
        <p:spPr>
          <a:xfrm>
            <a:off x="12983157" y="6757395"/>
            <a:ext cx="1732804" cy="413899"/>
          </a:xfrm>
          <a:prstGeom prst="roundRect">
            <a:avLst>
              <a:gd name="adj" fmla="val 4167"/>
            </a:avLst>
          </a:prstGeom>
          <a:solidFill>
            <a:srgbClr val="EDF6F2"/>
          </a:solidFill>
          <a:ln w="0">
            <a:noFill/>
            <a:prstDash val="solid"/>
          </a:ln>
        </p:spPr>
      </p:sp>
      <p:sp>
        <p:nvSpPr>
          <p:cNvPr id="398" name="Editable text: T"/>
          <p:cNvSpPr>
            <a:spLocks noGrp="1"/>
          </p:cNvSpPr>
          <p:nvPr/>
        </p:nvSpPr>
        <p:spPr>
          <a:xfrm>
            <a:off x="14603588" y="6748787"/>
            <a:ext cx="90651" cy="137160"/>
          </a:xfrm>
          <a:prstGeom prst="rect">
            <a:avLst/>
          </a:prstGeom>
          <a:noFill/>
          <a:ln w="0">
            <a:noFill/>
          </a:ln>
        </p:spPr>
        <p:txBody>
          <a:bodyPr wrap="none" lIns="0" tIns="0" rIns="0" bIns="0" anchor="ctr">
            <a:noAutofit/>
          </a:bodyPr>
          <a:lstStyle>
            <a:defPPr algn="l">
              <a:defRPr sz="900" b="1">
                <a:solidFill>
                  <a:srgbClr val="367C6B"/>
                </a:solidFill>
                <a:latin typeface="Arial" panose="020B0604020202090204"/>
                <a:ea typeface="Arial" panose="020B0604020202090204"/>
                <a:cs typeface="Arial" panose="020B0604020202090204"/>
              </a:defRPr>
            </a:defPPr>
            <a:lvl1pPr algn="l">
              <a:buNone/>
              <a:defRPr sz="900" b="1">
                <a:solidFill>
                  <a:srgbClr val="367C6B"/>
                </a:solidFill>
                <a:latin typeface="Arial" panose="020B0604020202090204"/>
                <a:ea typeface="Arial" panose="020B0604020202090204"/>
                <a:cs typeface="Arial" panose="020B0604020202090204"/>
              </a:defRPr>
            </a:lvl1pPr>
            <a:lvl2pPr algn="l">
              <a:buNone/>
              <a:defRPr sz="900" b="1">
                <a:solidFill>
                  <a:srgbClr val="367C6B"/>
                </a:solidFill>
                <a:latin typeface="Arial" panose="020B0604020202090204"/>
                <a:ea typeface="Arial" panose="020B0604020202090204"/>
                <a:cs typeface="Arial" panose="020B0604020202090204"/>
              </a:defRPr>
            </a:lvl2pPr>
            <a:lvl3pPr algn="l">
              <a:buNone/>
              <a:defRPr sz="900" b="1">
                <a:solidFill>
                  <a:srgbClr val="367C6B"/>
                </a:solidFill>
                <a:latin typeface="Arial" panose="020B0604020202090204"/>
                <a:ea typeface="Arial" panose="020B0604020202090204"/>
                <a:cs typeface="Arial" panose="020B0604020202090204"/>
              </a:defRPr>
            </a:lvl3pPr>
            <a:lvl4pPr algn="l">
              <a:buNone/>
              <a:defRPr sz="900" b="1">
                <a:solidFill>
                  <a:srgbClr val="367C6B"/>
                </a:solidFill>
                <a:latin typeface="Arial" panose="020B0604020202090204"/>
                <a:ea typeface="Arial" panose="020B0604020202090204"/>
                <a:cs typeface="Arial" panose="020B0604020202090204"/>
              </a:defRPr>
            </a:lvl4pPr>
            <a:lvl5pPr algn="l">
              <a:buNone/>
              <a:defRPr sz="900" b="1">
                <a:solidFill>
                  <a:srgbClr val="367C6B"/>
                </a:solidFill>
                <a:latin typeface="Arial" panose="020B0604020202090204"/>
                <a:ea typeface="Arial" panose="020B0604020202090204"/>
                <a:cs typeface="Arial" panose="020B0604020202090204"/>
              </a:defRPr>
            </a:lvl5pPr>
            <a:lvl6pPr algn="l">
              <a:buNone/>
              <a:defRPr sz="900" b="1">
                <a:solidFill>
                  <a:srgbClr val="367C6B"/>
                </a:solidFill>
                <a:latin typeface="Arial" panose="020B0604020202090204"/>
                <a:ea typeface="Arial" panose="020B0604020202090204"/>
                <a:cs typeface="Arial" panose="020B0604020202090204"/>
              </a:defRPr>
            </a:lvl6pPr>
            <a:lvl7pPr algn="l">
              <a:buNone/>
              <a:defRPr sz="900" b="1">
                <a:solidFill>
                  <a:srgbClr val="367C6B"/>
                </a:solidFill>
                <a:latin typeface="Arial" panose="020B0604020202090204"/>
                <a:ea typeface="Arial" panose="020B0604020202090204"/>
                <a:cs typeface="Arial" panose="020B0604020202090204"/>
              </a:defRPr>
            </a:lvl7pPr>
            <a:lvl8pPr algn="l">
              <a:buNone/>
              <a:defRPr sz="900" b="1">
                <a:solidFill>
                  <a:srgbClr val="367C6B"/>
                </a:solidFill>
                <a:latin typeface="Arial" panose="020B0604020202090204"/>
                <a:ea typeface="Arial" panose="020B0604020202090204"/>
                <a:cs typeface="Arial" panose="020B0604020202090204"/>
              </a:defRPr>
            </a:lvl8pPr>
            <a:lvl9pPr algn="l">
              <a:buNone/>
              <a:defRPr sz="900" b="1">
                <a:solidFill>
                  <a:srgbClr val="367C6B"/>
                </a:solidFill>
                <a:latin typeface="Arial" panose="020B0604020202090204"/>
                <a:ea typeface="Arial" panose="020B0604020202090204"/>
                <a:cs typeface="Arial" panose="020B0604020202090204"/>
              </a:defRPr>
            </a:lvl9pPr>
          </a:lstStyle>
          <a:p>
            <a:pPr algn="l">
              <a:buNone/>
              <a:defRPr sz="900" b="1">
                <a:solidFill>
                  <a:srgbClr val="367C6B"/>
                </a:solidFill>
                <a:latin typeface="Arial" panose="020B0604020202090204"/>
                <a:ea typeface="Arial" panose="020B0604020202090204"/>
                <a:cs typeface="Arial" panose="020B0604020202090204"/>
              </a:defRPr>
            </a:pPr>
            <a:r>
              <a:rPr sz="1200" b="1">
                <a:solidFill>
                  <a:srgbClr val="367C6B"/>
                </a:solidFill>
                <a:latin typeface="Arial" panose="020B0604020202090204"/>
                <a:ea typeface="Arial" panose="020B0604020202090204"/>
                <a:cs typeface="Arial" panose="020B0604020202090204"/>
              </a:rPr>
              <a:t>T</a:t>
            </a:r>
            <a:endParaRPr sz="1200" b="1">
              <a:solidFill>
                <a:srgbClr val="367C6B"/>
              </a:solidFill>
              <a:latin typeface="Arial" panose="020B0604020202090204"/>
              <a:ea typeface="Arial" panose="020B0604020202090204"/>
              <a:cs typeface="Arial" panose="020B0604020202090204"/>
            </a:endParaRPr>
          </a:p>
        </p:txBody>
      </p:sp>
      <p:sp>
        <p:nvSpPr>
          <p:cNvPr id="399" name="Editable text: Withdraw the held knife."/>
          <p:cNvSpPr>
            <a:spLocks noGrp="1"/>
          </p:cNvSpPr>
          <p:nvPr/>
        </p:nvSpPr>
        <p:spPr>
          <a:xfrm>
            <a:off x="12938138" y="6884143"/>
            <a:ext cx="1671396" cy="165416"/>
          </a:xfrm>
          <a:prstGeom prst="rect">
            <a:avLst/>
          </a:prstGeom>
          <a:noFill/>
          <a:ln w="0">
            <a:noFill/>
          </a:ln>
        </p:spPr>
        <p:txBody>
          <a:bodyPr wrap="none" lIns="0" tIns="0" rIns="0" bIns="0" anchor="ctr">
            <a:noAutofit/>
          </a:bodyPr>
          <a:lstStyle>
            <a:defPPr algn="l">
              <a:defRPr sz="1050" b="0">
                <a:solidFill>
                  <a:srgbClr val="367C6B"/>
                </a:solidFill>
                <a:latin typeface="Arial" panose="020B0604020202090204"/>
                <a:ea typeface="Arial" panose="020B0604020202090204"/>
                <a:cs typeface="Arial" panose="020B0604020202090204"/>
              </a:defRPr>
            </a:defPPr>
            <a:lvl1pPr algn="l">
              <a:buNone/>
              <a:defRPr sz="1050" b="0">
                <a:solidFill>
                  <a:srgbClr val="367C6B"/>
                </a:solidFill>
                <a:latin typeface="Arial" panose="020B0604020202090204"/>
                <a:ea typeface="Arial" panose="020B0604020202090204"/>
                <a:cs typeface="Arial" panose="020B0604020202090204"/>
              </a:defRPr>
            </a:lvl1pPr>
            <a:lvl2pPr algn="l">
              <a:buNone/>
              <a:defRPr sz="1050" b="0">
                <a:solidFill>
                  <a:srgbClr val="367C6B"/>
                </a:solidFill>
                <a:latin typeface="Arial" panose="020B0604020202090204"/>
                <a:ea typeface="Arial" panose="020B0604020202090204"/>
                <a:cs typeface="Arial" panose="020B0604020202090204"/>
              </a:defRPr>
            </a:lvl2pPr>
            <a:lvl3pPr algn="l">
              <a:buNone/>
              <a:defRPr sz="1050" b="0">
                <a:solidFill>
                  <a:srgbClr val="367C6B"/>
                </a:solidFill>
                <a:latin typeface="Arial" panose="020B0604020202090204"/>
                <a:ea typeface="Arial" panose="020B0604020202090204"/>
                <a:cs typeface="Arial" panose="020B0604020202090204"/>
              </a:defRPr>
            </a:lvl3pPr>
            <a:lvl4pPr algn="l">
              <a:buNone/>
              <a:defRPr sz="1050" b="0">
                <a:solidFill>
                  <a:srgbClr val="367C6B"/>
                </a:solidFill>
                <a:latin typeface="Arial" panose="020B0604020202090204"/>
                <a:ea typeface="Arial" panose="020B0604020202090204"/>
                <a:cs typeface="Arial" panose="020B0604020202090204"/>
              </a:defRPr>
            </a:lvl4pPr>
            <a:lvl5pPr algn="l">
              <a:buNone/>
              <a:defRPr sz="1050" b="0">
                <a:solidFill>
                  <a:srgbClr val="367C6B"/>
                </a:solidFill>
                <a:latin typeface="Arial" panose="020B0604020202090204"/>
                <a:ea typeface="Arial" panose="020B0604020202090204"/>
                <a:cs typeface="Arial" panose="020B0604020202090204"/>
              </a:defRPr>
            </a:lvl5pPr>
            <a:lvl6pPr algn="l">
              <a:buNone/>
              <a:defRPr sz="1050" b="0">
                <a:solidFill>
                  <a:srgbClr val="367C6B"/>
                </a:solidFill>
                <a:latin typeface="Arial" panose="020B0604020202090204"/>
                <a:ea typeface="Arial" panose="020B0604020202090204"/>
                <a:cs typeface="Arial" panose="020B0604020202090204"/>
              </a:defRPr>
            </a:lvl6pPr>
            <a:lvl7pPr algn="l">
              <a:buNone/>
              <a:defRPr sz="1050" b="0">
                <a:solidFill>
                  <a:srgbClr val="367C6B"/>
                </a:solidFill>
                <a:latin typeface="Arial" panose="020B0604020202090204"/>
                <a:ea typeface="Arial" panose="020B0604020202090204"/>
                <a:cs typeface="Arial" panose="020B0604020202090204"/>
              </a:defRPr>
            </a:lvl7pPr>
            <a:lvl8pPr algn="l">
              <a:buNone/>
              <a:defRPr sz="1050" b="0">
                <a:solidFill>
                  <a:srgbClr val="367C6B"/>
                </a:solidFill>
                <a:latin typeface="Arial" panose="020B0604020202090204"/>
                <a:ea typeface="Arial" panose="020B0604020202090204"/>
                <a:cs typeface="Arial" panose="020B0604020202090204"/>
              </a:defRPr>
            </a:lvl8pPr>
            <a:lvl9pPr algn="l">
              <a:buNone/>
              <a:defRPr sz="1050" b="0">
                <a:solidFill>
                  <a:srgbClr val="367C6B"/>
                </a:solidFill>
                <a:latin typeface="Arial" panose="020B0604020202090204"/>
                <a:ea typeface="Arial" panose="020B0604020202090204"/>
                <a:cs typeface="Arial" panose="020B0604020202090204"/>
              </a:defRPr>
            </a:lvl9pPr>
          </a:lstStyle>
          <a:p>
            <a:pPr algn="l">
              <a:buNone/>
              <a:defRPr sz="1050" b="0">
                <a:solidFill>
                  <a:srgbClr val="367C6B"/>
                </a:solidFill>
                <a:latin typeface="Arial" panose="020B0604020202090204"/>
                <a:ea typeface="Arial" panose="020B0604020202090204"/>
                <a:cs typeface="Arial" panose="020B0604020202090204"/>
              </a:defRPr>
            </a:pPr>
            <a:r>
              <a:rPr sz="1400" b="0">
                <a:solidFill>
                  <a:srgbClr val="367C6B"/>
                </a:solidFill>
                <a:latin typeface="Arial" panose="020B0604020202090204"/>
                <a:ea typeface="Arial" panose="020B0604020202090204"/>
                <a:cs typeface="Arial" panose="020B0604020202090204"/>
              </a:rPr>
              <a:t>Withdraw the held knife.</a:t>
            </a:r>
            <a:endParaRPr sz="1400" b="0">
              <a:solidFill>
                <a:srgbClr val="367C6B"/>
              </a:solidFill>
              <a:latin typeface="Arial" panose="020B0604020202090204"/>
              <a:ea typeface="Arial" panose="020B0604020202090204"/>
              <a:cs typeface="Arial" panose="020B0604020202090204"/>
            </a:endParaRPr>
          </a:p>
        </p:txBody>
      </p:sp>
      <p:pic>
        <p:nvPicPr>
          <p:cNvPr id="400" name="图片 399"/>
          <p:cNvPicPr>
            <a:picLocks noChangeAspect="1"/>
          </p:cNvPicPr>
          <p:nvPr/>
        </p:nvPicPr>
        <p:blipFill>
          <a:blip r:embed="rId43"/>
          <a:srcRect b="21024"/>
          <a:stretch>
            <a:fillRect/>
          </a:stretch>
        </p:blipFill>
        <p:spPr>
          <a:xfrm>
            <a:off x="13118403" y="7234310"/>
            <a:ext cx="1462253" cy="823144"/>
          </a:xfrm>
          <a:prstGeom prst="rect">
            <a:avLst/>
          </a:prstGeom>
        </p:spPr>
      </p:pic>
      <p:sp>
        <p:nvSpPr>
          <p:cNvPr id="401" name="Editable rounded frame 3246"/>
          <p:cNvSpPr>
            <a:spLocks noGrp="1"/>
          </p:cNvSpPr>
          <p:nvPr/>
        </p:nvSpPr>
        <p:spPr>
          <a:xfrm>
            <a:off x="13118403" y="7234310"/>
            <a:ext cx="1462253" cy="823144"/>
          </a:xfrm>
          <a:prstGeom prst="roundRect">
            <a:avLst>
              <a:gd name="adj" fmla="val 0"/>
            </a:avLst>
          </a:prstGeom>
          <a:noFill/>
          <a:ln w="11214">
            <a:solidFill>
              <a:srgbClr val="D9E3E8"/>
            </a:solidFill>
            <a:prstDash val="solid"/>
          </a:ln>
        </p:spPr>
      </p:sp>
      <p:sp>
        <p:nvSpPr>
          <p:cNvPr id="402" name="Editable rounded frame 3262"/>
          <p:cNvSpPr>
            <a:spLocks noGrp="1"/>
          </p:cNvSpPr>
          <p:nvPr/>
        </p:nvSpPr>
        <p:spPr>
          <a:xfrm>
            <a:off x="13524067" y="7741301"/>
            <a:ext cx="506633" cy="296819"/>
          </a:xfrm>
          <a:prstGeom prst="roundRect">
            <a:avLst>
              <a:gd name="adj" fmla="val 4842"/>
            </a:avLst>
          </a:prstGeom>
          <a:noFill/>
          <a:ln w="42816">
            <a:solidFill>
              <a:srgbClr val="FFFFFF"/>
            </a:solidFill>
            <a:prstDash val="solid"/>
          </a:ln>
        </p:spPr>
      </p:sp>
      <p:sp>
        <p:nvSpPr>
          <p:cNvPr id="403" name="Editable rounded frame 3278"/>
          <p:cNvSpPr>
            <a:spLocks noGrp="1"/>
          </p:cNvSpPr>
          <p:nvPr/>
        </p:nvSpPr>
        <p:spPr>
          <a:xfrm>
            <a:off x="13524067" y="7741301"/>
            <a:ext cx="506633" cy="296819"/>
          </a:xfrm>
          <a:prstGeom prst="roundRect">
            <a:avLst>
              <a:gd name="adj" fmla="val 4842"/>
            </a:avLst>
          </a:prstGeom>
          <a:noFill/>
          <a:ln w="20389">
            <a:solidFill>
              <a:srgbClr val="CD5C55"/>
            </a:solidFill>
            <a:prstDash val="solid"/>
          </a:ln>
        </p:spPr>
      </p:sp>
      <p:sp>
        <p:nvSpPr>
          <p:cNvPr id="404" name="Editable rounded frame 3294"/>
          <p:cNvSpPr>
            <a:spLocks noGrp="1"/>
          </p:cNvSpPr>
          <p:nvPr/>
        </p:nvSpPr>
        <p:spPr>
          <a:xfrm>
            <a:off x="14425622" y="7269040"/>
            <a:ext cx="126390" cy="126390"/>
          </a:xfrm>
          <a:prstGeom prst="roundRect">
            <a:avLst>
              <a:gd name="adj" fmla="val 18182"/>
            </a:avLst>
          </a:prstGeom>
          <a:solidFill>
            <a:srgbClr val="F3EFF8"/>
          </a:solidFill>
          <a:ln w="0">
            <a:noFill/>
            <a:prstDash val="solid"/>
          </a:ln>
        </p:spPr>
      </p:sp>
      <p:sp>
        <p:nvSpPr>
          <p:cNvPr id="405" name="Editable text: V"/>
          <p:cNvSpPr>
            <a:spLocks noGrp="1"/>
          </p:cNvSpPr>
          <p:nvPr/>
        </p:nvSpPr>
        <p:spPr>
          <a:xfrm>
            <a:off x="14456414" y="7268846"/>
            <a:ext cx="86289" cy="137160"/>
          </a:xfrm>
          <a:prstGeom prst="rect">
            <a:avLst/>
          </a:prstGeom>
          <a:noFill/>
          <a:ln w="0">
            <a:noFill/>
          </a:ln>
        </p:spPr>
        <p:txBody>
          <a:bodyPr wrap="none" lIns="0" tIns="0" rIns="0" bIns="0" anchor="ctr">
            <a:noAutofit/>
          </a:bodyPr>
          <a:lstStyle>
            <a:defPPr algn="l">
              <a:defRPr sz="900" b="1">
                <a:solidFill>
                  <a:srgbClr val="786096"/>
                </a:solidFill>
                <a:latin typeface="Arial" panose="020B0604020202090204"/>
                <a:ea typeface="Arial" panose="020B0604020202090204"/>
                <a:cs typeface="Arial" panose="020B0604020202090204"/>
              </a:defRPr>
            </a:defPPr>
            <a:lvl1pPr algn="l">
              <a:buNone/>
              <a:defRPr sz="900" b="1">
                <a:solidFill>
                  <a:srgbClr val="786096"/>
                </a:solidFill>
                <a:latin typeface="Arial" panose="020B0604020202090204"/>
                <a:ea typeface="Arial" panose="020B0604020202090204"/>
                <a:cs typeface="Arial" panose="020B0604020202090204"/>
              </a:defRPr>
            </a:lvl1pPr>
            <a:lvl2pPr algn="l">
              <a:buNone/>
              <a:defRPr sz="900" b="1">
                <a:solidFill>
                  <a:srgbClr val="786096"/>
                </a:solidFill>
                <a:latin typeface="Arial" panose="020B0604020202090204"/>
                <a:ea typeface="Arial" panose="020B0604020202090204"/>
                <a:cs typeface="Arial" panose="020B0604020202090204"/>
              </a:defRPr>
            </a:lvl2pPr>
            <a:lvl3pPr algn="l">
              <a:buNone/>
              <a:defRPr sz="900" b="1">
                <a:solidFill>
                  <a:srgbClr val="786096"/>
                </a:solidFill>
                <a:latin typeface="Arial" panose="020B0604020202090204"/>
                <a:ea typeface="Arial" panose="020B0604020202090204"/>
                <a:cs typeface="Arial" panose="020B0604020202090204"/>
              </a:defRPr>
            </a:lvl3pPr>
            <a:lvl4pPr algn="l">
              <a:buNone/>
              <a:defRPr sz="900" b="1">
                <a:solidFill>
                  <a:srgbClr val="786096"/>
                </a:solidFill>
                <a:latin typeface="Arial" panose="020B0604020202090204"/>
                <a:ea typeface="Arial" panose="020B0604020202090204"/>
                <a:cs typeface="Arial" panose="020B0604020202090204"/>
              </a:defRPr>
            </a:lvl4pPr>
            <a:lvl5pPr algn="l">
              <a:buNone/>
              <a:defRPr sz="900" b="1">
                <a:solidFill>
                  <a:srgbClr val="786096"/>
                </a:solidFill>
                <a:latin typeface="Arial" panose="020B0604020202090204"/>
                <a:ea typeface="Arial" panose="020B0604020202090204"/>
                <a:cs typeface="Arial" panose="020B0604020202090204"/>
              </a:defRPr>
            </a:lvl5pPr>
            <a:lvl6pPr algn="l">
              <a:buNone/>
              <a:defRPr sz="900" b="1">
                <a:solidFill>
                  <a:srgbClr val="786096"/>
                </a:solidFill>
                <a:latin typeface="Arial" panose="020B0604020202090204"/>
                <a:ea typeface="Arial" panose="020B0604020202090204"/>
                <a:cs typeface="Arial" panose="020B0604020202090204"/>
              </a:defRPr>
            </a:lvl6pPr>
            <a:lvl7pPr algn="l">
              <a:buNone/>
              <a:defRPr sz="900" b="1">
                <a:solidFill>
                  <a:srgbClr val="786096"/>
                </a:solidFill>
                <a:latin typeface="Arial" panose="020B0604020202090204"/>
                <a:ea typeface="Arial" panose="020B0604020202090204"/>
                <a:cs typeface="Arial" panose="020B0604020202090204"/>
              </a:defRPr>
            </a:lvl7pPr>
            <a:lvl8pPr algn="l">
              <a:buNone/>
              <a:defRPr sz="900" b="1">
                <a:solidFill>
                  <a:srgbClr val="786096"/>
                </a:solidFill>
                <a:latin typeface="Arial" panose="020B0604020202090204"/>
                <a:ea typeface="Arial" panose="020B0604020202090204"/>
                <a:cs typeface="Arial" panose="020B0604020202090204"/>
              </a:defRPr>
            </a:lvl8pPr>
            <a:lvl9pPr algn="l">
              <a:buNone/>
              <a:defRPr sz="900" b="1">
                <a:solidFill>
                  <a:srgbClr val="786096"/>
                </a:solidFill>
                <a:latin typeface="Arial" panose="020B0604020202090204"/>
                <a:ea typeface="Arial" panose="020B0604020202090204"/>
                <a:cs typeface="Arial" panose="020B0604020202090204"/>
              </a:defRPr>
            </a:lvl9pPr>
          </a:lstStyle>
          <a:p>
            <a:pPr algn="l">
              <a:buNone/>
              <a:defRPr sz="900" b="1">
                <a:solidFill>
                  <a:srgbClr val="786096"/>
                </a:solidFill>
                <a:latin typeface="Arial" panose="020B0604020202090204"/>
                <a:ea typeface="Arial" panose="020B0604020202090204"/>
                <a:cs typeface="Arial" panose="020B0604020202090204"/>
              </a:defRPr>
            </a:pPr>
            <a:r>
              <a:rPr sz="1200" b="1">
                <a:solidFill>
                  <a:srgbClr val="786096"/>
                </a:solidFill>
                <a:latin typeface="Arial" panose="020B0604020202090204"/>
                <a:ea typeface="Arial" panose="020B0604020202090204"/>
                <a:cs typeface="Arial" panose="020B0604020202090204"/>
              </a:rPr>
              <a:t>V</a:t>
            </a:r>
            <a:endParaRPr sz="1200" b="1">
              <a:solidFill>
                <a:srgbClr val="786096"/>
              </a:solidFill>
              <a:latin typeface="Arial" panose="020B0604020202090204"/>
              <a:ea typeface="Arial" panose="020B0604020202090204"/>
              <a:cs typeface="Arial" panose="020B0604020202090204"/>
            </a:endParaRPr>
          </a:p>
        </p:txBody>
      </p:sp>
      <p:sp>
        <p:nvSpPr>
          <p:cNvPr id="406" name="Editable text: Move the object away"/>
          <p:cNvSpPr>
            <a:spLocks noGrp="1"/>
          </p:cNvSpPr>
          <p:nvPr/>
        </p:nvSpPr>
        <p:spPr>
          <a:xfrm>
            <a:off x="13081635" y="8218170"/>
            <a:ext cx="1594485" cy="313690"/>
          </a:xfrm>
          <a:prstGeom prst="rect">
            <a:avLst/>
          </a:prstGeom>
          <a:noFill/>
          <a:ln w="0">
            <a:noFill/>
          </a:ln>
        </p:spPr>
        <p:txBody>
          <a:bodyPr wrap="none" lIns="0" tIns="0" rIns="0" bIns="0" anchor="ctr">
            <a:noAutofit/>
          </a:bodyPr>
          <a:lstStyle>
            <a:defPPr algn="l">
              <a:defRPr sz="1050" b="0">
                <a:solidFill>
                  <a:srgbClr val="786096"/>
                </a:solidFill>
                <a:latin typeface="Arial" panose="020B0604020202090204"/>
                <a:ea typeface="Arial" panose="020B0604020202090204"/>
                <a:cs typeface="Arial" panose="020B0604020202090204"/>
              </a:defRPr>
            </a:defPPr>
            <a:lvl1pPr algn="l">
              <a:buNone/>
              <a:defRPr sz="1050" b="0">
                <a:solidFill>
                  <a:srgbClr val="786096"/>
                </a:solidFill>
                <a:latin typeface="Arial" panose="020B0604020202090204"/>
                <a:ea typeface="Arial" panose="020B0604020202090204"/>
                <a:cs typeface="Arial" panose="020B0604020202090204"/>
              </a:defRPr>
            </a:lvl1pPr>
            <a:lvl2pPr algn="l">
              <a:buNone/>
              <a:defRPr sz="1050" b="0">
                <a:solidFill>
                  <a:srgbClr val="786096"/>
                </a:solidFill>
                <a:latin typeface="Arial" panose="020B0604020202090204"/>
                <a:ea typeface="Arial" panose="020B0604020202090204"/>
                <a:cs typeface="Arial" panose="020B0604020202090204"/>
              </a:defRPr>
            </a:lvl2pPr>
            <a:lvl3pPr algn="l">
              <a:buNone/>
              <a:defRPr sz="1050" b="0">
                <a:solidFill>
                  <a:srgbClr val="786096"/>
                </a:solidFill>
                <a:latin typeface="Arial" panose="020B0604020202090204"/>
                <a:ea typeface="Arial" panose="020B0604020202090204"/>
                <a:cs typeface="Arial" panose="020B0604020202090204"/>
              </a:defRPr>
            </a:lvl3pPr>
            <a:lvl4pPr algn="l">
              <a:buNone/>
              <a:defRPr sz="1050" b="0">
                <a:solidFill>
                  <a:srgbClr val="786096"/>
                </a:solidFill>
                <a:latin typeface="Arial" panose="020B0604020202090204"/>
                <a:ea typeface="Arial" panose="020B0604020202090204"/>
                <a:cs typeface="Arial" panose="020B0604020202090204"/>
              </a:defRPr>
            </a:lvl4pPr>
            <a:lvl5pPr algn="l">
              <a:buNone/>
              <a:defRPr sz="1050" b="0">
                <a:solidFill>
                  <a:srgbClr val="786096"/>
                </a:solidFill>
                <a:latin typeface="Arial" panose="020B0604020202090204"/>
                <a:ea typeface="Arial" panose="020B0604020202090204"/>
                <a:cs typeface="Arial" panose="020B0604020202090204"/>
              </a:defRPr>
            </a:lvl5pPr>
            <a:lvl6pPr algn="l">
              <a:buNone/>
              <a:defRPr sz="1050" b="0">
                <a:solidFill>
                  <a:srgbClr val="786096"/>
                </a:solidFill>
                <a:latin typeface="Arial" panose="020B0604020202090204"/>
                <a:ea typeface="Arial" panose="020B0604020202090204"/>
                <a:cs typeface="Arial" panose="020B0604020202090204"/>
              </a:defRPr>
            </a:lvl6pPr>
            <a:lvl7pPr algn="l">
              <a:buNone/>
              <a:defRPr sz="1050" b="0">
                <a:solidFill>
                  <a:srgbClr val="786096"/>
                </a:solidFill>
                <a:latin typeface="Arial" panose="020B0604020202090204"/>
                <a:ea typeface="Arial" panose="020B0604020202090204"/>
                <a:cs typeface="Arial" panose="020B0604020202090204"/>
              </a:defRPr>
            </a:lvl7pPr>
            <a:lvl8pPr algn="l">
              <a:buNone/>
              <a:defRPr sz="1050" b="0">
                <a:solidFill>
                  <a:srgbClr val="786096"/>
                </a:solidFill>
                <a:latin typeface="Arial" panose="020B0604020202090204"/>
                <a:ea typeface="Arial" panose="020B0604020202090204"/>
                <a:cs typeface="Arial" panose="020B0604020202090204"/>
              </a:defRPr>
            </a:lvl8pPr>
            <a:lvl9pPr algn="l">
              <a:buNone/>
              <a:defRPr sz="1050" b="0">
                <a:solidFill>
                  <a:srgbClr val="786096"/>
                </a:solidFill>
                <a:latin typeface="Arial" panose="020B0604020202090204"/>
                <a:ea typeface="Arial" panose="020B0604020202090204"/>
                <a:cs typeface="Arial" panose="020B0604020202090204"/>
              </a:defRPr>
            </a:lvl9pPr>
          </a:lstStyle>
          <a:p>
            <a:pPr algn="ctr">
              <a:buNone/>
              <a:defRPr sz="1050" b="0">
                <a:solidFill>
                  <a:srgbClr val="786096"/>
                </a:solidFill>
                <a:latin typeface="Arial" panose="020B0604020202090204"/>
                <a:ea typeface="Arial" panose="020B0604020202090204"/>
                <a:cs typeface="Arial" panose="020B0604020202090204"/>
              </a:defRPr>
            </a:pPr>
            <a:r>
              <a:rPr sz="1400" b="0">
                <a:solidFill>
                  <a:srgbClr val="786096"/>
                </a:solidFill>
                <a:latin typeface="Arial" panose="020B0604020202090204"/>
                <a:ea typeface="Arial" panose="020B0604020202090204"/>
                <a:cs typeface="Arial" panose="020B0604020202090204"/>
              </a:rPr>
              <a:t>Move the object away</a:t>
            </a:r>
            <a:r>
              <a:rPr lang="en-US" sz="1400" b="0">
                <a:solidFill>
                  <a:srgbClr val="786096"/>
                </a:solidFill>
                <a:latin typeface="Arial" panose="020B0604020202090204"/>
                <a:ea typeface="Arial" panose="020B0604020202090204"/>
                <a:cs typeface="Arial" panose="020B0604020202090204"/>
              </a:rPr>
              <a:t> </a:t>
            </a:r>
            <a:endParaRPr lang="en-US"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r>
              <a:rPr sz="1400">
                <a:sym typeface="+mn-ea"/>
              </a:rPr>
              <a:t>from the red box.</a:t>
            </a:r>
            <a:endParaRPr sz="1400" b="0">
              <a:solidFill>
                <a:srgbClr val="786096"/>
              </a:solidFill>
              <a:latin typeface="Arial" panose="020B0604020202090204"/>
              <a:ea typeface="Arial" panose="020B0604020202090204"/>
              <a:cs typeface="Arial" panose="020B0604020202090204"/>
            </a:endParaRPr>
          </a:p>
          <a:p>
            <a:pPr algn="ctr">
              <a:buNone/>
              <a:defRPr sz="1050" b="0">
                <a:solidFill>
                  <a:srgbClr val="786096"/>
                </a:solidFill>
                <a:latin typeface="Arial" panose="020B0604020202090204"/>
                <a:ea typeface="Arial" panose="020B0604020202090204"/>
                <a:cs typeface="Arial" panose="020B0604020202090204"/>
              </a:defRPr>
            </a:pPr>
            <a:endParaRPr lang="en-US" sz="1400" b="0">
              <a:solidFill>
                <a:srgbClr val="786096"/>
              </a:solidFill>
              <a:latin typeface="Arial" panose="020B0604020202090204"/>
              <a:ea typeface="Arial" panose="020B0604020202090204"/>
              <a:cs typeface="Arial" panose="020B0604020202090204"/>
            </a:endParaRPr>
          </a:p>
        </p:txBody>
      </p:sp>
      <p:sp>
        <p:nvSpPr>
          <p:cNvPr id="889" name="Panel b aligned frame"/>
          <p:cNvSpPr>
            <a:spLocks noGrp="1"/>
          </p:cNvSpPr>
          <p:nvPr/>
        </p:nvSpPr>
        <p:spPr>
          <a:xfrm>
            <a:off x="190500" y="4425950"/>
            <a:ext cx="4572000" cy="4191000"/>
          </a:xfrm>
          <a:prstGeom prst="roundRect">
            <a:avLst>
              <a:gd name="adj" fmla="val 1818"/>
            </a:avLst>
          </a:prstGeom>
          <a:noFill/>
          <a:ln w="14288">
            <a:solidFill>
              <a:srgbClr val="6B8799"/>
            </a:solidFill>
            <a:prstDash val="solid"/>
          </a:ln>
        </p:spPr>
      </p:sp>
      <p:sp>
        <p:nvSpPr>
          <p:cNvPr id="890" name="Panel c aligned frame"/>
          <p:cNvSpPr>
            <a:spLocks noGrp="1"/>
          </p:cNvSpPr>
          <p:nvPr/>
        </p:nvSpPr>
        <p:spPr>
          <a:xfrm>
            <a:off x="4953000" y="4425950"/>
            <a:ext cx="9944100" cy="4191000"/>
          </a:xfrm>
          <a:prstGeom prst="roundRect">
            <a:avLst>
              <a:gd name="adj" fmla="val 1818"/>
            </a:avLst>
          </a:prstGeom>
          <a:noFill/>
          <a:ln w="14288">
            <a:solidFill>
              <a:srgbClr val="6B8799"/>
            </a:solidFill>
            <a:prstDash val="solid"/>
          </a:ln>
        </p:spPr>
      </p:sp>
      <p:sp>
        <p:nvSpPr>
          <p:cNvPr id="891" name="Panel b title"/>
          <p:cNvSpPr>
            <a:spLocks noGrp="1"/>
          </p:cNvSpPr>
          <p:nvPr/>
        </p:nvSpPr>
        <p:spPr>
          <a:xfrm>
            <a:off x="304800" y="4511675"/>
            <a:ext cx="4343400" cy="295275"/>
          </a:xfrm>
          <a:prstGeom prst="rect">
            <a:avLst/>
          </a:prstGeom>
          <a:noFill/>
          <a:ln w="0">
            <a:noFill/>
          </a:ln>
        </p:spPr>
        <p:txBody>
          <a:bodyPr wrap="none" lIns="0" tIns="0" rIns="0" bIns="0" anchor="ctr">
            <a:noAutofit/>
          </a:bodyPr>
          <a:lstStyle>
            <a:defPPr algn="l">
              <a:defRPr sz="1800" b="1">
                <a:solidFill>
                  <a:srgbClr val="29414E"/>
                </a:solidFill>
                <a:latin typeface="Arial" panose="020B0604020202090204"/>
                <a:ea typeface="Arial" panose="020B0604020202090204"/>
                <a:cs typeface="Arial" panose="020B0604020202090204"/>
              </a:defRPr>
            </a:defPPr>
            <a:lvl1pPr algn="l">
              <a:defRPr sz="1800" b="1">
                <a:solidFill>
                  <a:srgbClr val="29414E"/>
                </a:solidFill>
                <a:latin typeface="Arial" panose="020B0604020202090204"/>
                <a:ea typeface="Arial" panose="020B0604020202090204"/>
                <a:cs typeface="Arial" panose="020B0604020202090204"/>
              </a:defRPr>
            </a:lvl1pPr>
            <a:lvl2pPr algn="l">
              <a:defRPr sz="1800" b="1">
                <a:solidFill>
                  <a:srgbClr val="29414E"/>
                </a:solidFill>
                <a:latin typeface="Arial" panose="020B0604020202090204"/>
                <a:ea typeface="Arial" panose="020B0604020202090204"/>
                <a:cs typeface="Arial" panose="020B0604020202090204"/>
              </a:defRPr>
            </a:lvl2pPr>
            <a:lvl3pPr algn="l">
              <a:defRPr sz="1800" b="1">
                <a:solidFill>
                  <a:srgbClr val="29414E"/>
                </a:solidFill>
                <a:latin typeface="Arial" panose="020B0604020202090204"/>
                <a:ea typeface="Arial" panose="020B0604020202090204"/>
                <a:cs typeface="Arial" panose="020B0604020202090204"/>
              </a:defRPr>
            </a:lvl3pPr>
            <a:lvl4pPr algn="l">
              <a:defRPr sz="1800" b="1">
                <a:solidFill>
                  <a:srgbClr val="29414E"/>
                </a:solidFill>
                <a:latin typeface="Arial" panose="020B0604020202090204"/>
                <a:ea typeface="Arial" panose="020B0604020202090204"/>
                <a:cs typeface="Arial" panose="020B0604020202090204"/>
              </a:defRPr>
            </a:lvl4pPr>
            <a:lvl5pPr algn="l">
              <a:defRPr sz="1800" b="1">
                <a:solidFill>
                  <a:srgbClr val="29414E"/>
                </a:solidFill>
                <a:latin typeface="Arial" panose="020B0604020202090204"/>
                <a:ea typeface="Arial" panose="020B0604020202090204"/>
                <a:cs typeface="Arial" panose="020B0604020202090204"/>
              </a:defRPr>
            </a:lvl5pPr>
            <a:lvl6pPr algn="l">
              <a:defRPr sz="1800" b="1">
                <a:solidFill>
                  <a:srgbClr val="29414E"/>
                </a:solidFill>
                <a:latin typeface="Arial" panose="020B0604020202090204"/>
                <a:ea typeface="Arial" panose="020B0604020202090204"/>
                <a:cs typeface="Arial" panose="020B0604020202090204"/>
              </a:defRPr>
            </a:lvl6pPr>
            <a:lvl7pPr algn="l">
              <a:defRPr sz="1800" b="1">
                <a:solidFill>
                  <a:srgbClr val="29414E"/>
                </a:solidFill>
                <a:latin typeface="Arial" panose="020B0604020202090204"/>
                <a:ea typeface="Arial" panose="020B0604020202090204"/>
                <a:cs typeface="Arial" panose="020B0604020202090204"/>
              </a:defRPr>
            </a:lvl7pPr>
            <a:lvl8pPr algn="l">
              <a:defRPr sz="1800" b="1">
                <a:solidFill>
                  <a:srgbClr val="29414E"/>
                </a:solidFill>
                <a:latin typeface="Arial" panose="020B0604020202090204"/>
                <a:ea typeface="Arial" panose="020B0604020202090204"/>
                <a:cs typeface="Arial" panose="020B0604020202090204"/>
              </a:defRPr>
            </a:lvl8pPr>
            <a:lvl9pPr algn="l">
              <a:defRPr sz="1800" b="1">
                <a:solidFill>
                  <a:srgbClr val="29414E"/>
                </a:solidFill>
                <a:latin typeface="Arial" panose="020B0604020202090204"/>
                <a:ea typeface="Arial" panose="020B0604020202090204"/>
                <a:cs typeface="Arial" panose="020B0604020202090204"/>
              </a:defRPr>
            </a:lvl9pPr>
          </a:lstStyle>
          <a:p>
            <a:pPr algn="l">
              <a:defRPr sz="1800" b="1">
                <a:solidFill>
                  <a:srgbClr val="29414E"/>
                </a:solidFill>
                <a:latin typeface="Arial" panose="020B0604020202090204"/>
                <a:ea typeface="Arial" panose="020B0604020202090204"/>
                <a:cs typeface="Arial" panose="020B0604020202090204"/>
              </a:defRPr>
            </a:pPr>
            <a:r>
              <a:rPr sz="1800" b="1">
                <a:solidFill>
                  <a:srgbClr val="29414E"/>
                </a:solidFill>
                <a:latin typeface="Arial" panose="020B0604020202090204"/>
                <a:ea typeface="Arial" panose="020B0604020202090204"/>
                <a:cs typeface="Arial" panose="020B0604020202090204"/>
              </a:rPr>
              <a:t>(b) Dataset overview</a:t>
            </a:r>
            <a:endParaRPr sz="1800" b="1">
              <a:solidFill>
                <a:srgbClr val="29414E"/>
              </a:solidFill>
              <a:latin typeface="Arial" panose="020B0604020202090204"/>
              <a:ea typeface="Arial" panose="020B0604020202090204"/>
              <a:cs typeface="Arial" panose="020B0604020202090204"/>
            </a:endParaRPr>
          </a:p>
        </p:txBody>
      </p:sp>
      <p:sp>
        <p:nvSpPr>
          <p:cNvPr id="892" name="Panel c title"/>
          <p:cNvSpPr>
            <a:spLocks noGrp="1"/>
          </p:cNvSpPr>
          <p:nvPr/>
        </p:nvSpPr>
        <p:spPr>
          <a:xfrm>
            <a:off x="5067300" y="4511675"/>
            <a:ext cx="5905500" cy="295275"/>
          </a:xfrm>
          <a:prstGeom prst="rect">
            <a:avLst/>
          </a:prstGeom>
          <a:noFill/>
          <a:ln w="0">
            <a:noFill/>
          </a:ln>
        </p:spPr>
        <p:txBody>
          <a:bodyPr wrap="none" lIns="0" tIns="0" rIns="0" bIns="0" anchor="ctr">
            <a:noAutofit/>
          </a:bodyPr>
          <a:lstStyle>
            <a:defPPr algn="l">
              <a:defRPr sz="1800" b="1">
                <a:solidFill>
                  <a:srgbClr val="29414E"/>
                </a:solidFill>
                <a:latin typeface="Arial" panose="020B0604020202090204"/>
                <a:ea typeface="Arial" panose="020B0604020202090204"/>
                <a:cs typeface="Arial" panose="020B0604020202090204"/>
              </a:defRPr>
            </a:defPPr>
            <a:lvl1pPr algn="l">
              <a:defRPr sz="1800" b="1">
                <a:solidFill>
                  <a:srgbClr val="29414E"/>
                </a:solidFill>
                <a:latin typeface="Arial" panose="020B0604020202090204"/>
                <a:ea typeface="Arial" panose="020B0604020202090204"/>
                <a:cs typeface="Arial" panose="020B0604020202090204"/>
              </a:defRPr>
            </a:lvl1pPr>
            <a:lvl2pPr algn="l">
              <a:defRPr sz="1800" b="1">
                <a:solidFill>
                  <a:srgbClr val="29414E"/>
                </a:solidFill>
                <a:latin typeface="Arial" panose="020B0604020202090204"/>
                <a:ea typeface="Arial" panose="020B0604020202090204"/>
                <a:cs typeface="Arial" panose="020B0604020202090204"/>
              </a:defRPr>
            </a:lvl2pPr>
            <a:lvl3pPr algn="l">
              <a:defRPr sz="1800" b="1">
                <a:solidFill>
                  <a:srgbClr val="29414E"/>
                </a:solidFill>
                <a:latin typeface="Arial" panose="020B0604020202090204"/>
                <a:ea typeface="Arial" panose="020B0604020202090204"/>
                <a:cs typeface="Arial" panose="020B0604020202090204"/>
              </a:defRPr>
            </a:lvl3pPr>
            <a:lvl4pPr algn="l">
              <a:defRPr sz="1800" b="1">
                <a:solidFill>
                  <a:srgbClr val="29414E"/>
                </a:solidFill>
                <a:latin typeface="Arial" panose="020B0604020202090204"/>
                <a:ea typeface="Arial" panose="020B0604020202090204"/>
                <a:cs typeface="Arial" panose="020B0604020202090204"/>
              </a:defRPr>
            </a:lvl4pPr>
            <a:lvl5pPr algn="l">
              <a:defRPr sz="1800" b="1">
                <a:solidFill>
                  <a:srgbClr val="29414E"/>
                </a:solidFill>
                <a:latin typeface="Arial" panose="020B0604020202090204"/>
                <a:ea typeface="Arial" panose="020B0604020202090204"/>
                <a:cs typeface="Arial" panose="020B0604020202090204"/>
              </a:defRPr>
            </a:lvl5pPr>
            <a:lvl6pPr algn="l">
              <a:defRPr sz="1800" b="1">
                <a:solidFill>
                  <a:srgbClr val="29414E"/>
                </a:solidFill>
                <a:latin typeface="Arial" panose="020B0604020202090204"/>
                <a:ea typeface="Arial" panose="020B0604020202090204"/>
                <a:cs typeface="Arial" panose="020B0604020202090204"/>
              </a:defRPr>
            </a:lvl6pPr>
            <a:lvl7pPr algn="l">
              <a:defRPr sz="1800" b="1">
                <a:solidFill>
                  <a:srgbClr val="29414E"/>
                </a:solidFill>
                <a:latin typeface="Arial" panose="020B0604020202090204"/>
                <a:ea typeface="Arial" panose="020B0604020202090204"/>
                <a:cs typeface="Arial" panose="020B0604020202090204"/>
              </a:defRPr>
            </a:lvl7pPr>
            <a:lvl8pPr algn="l">
              <a:defRPr sz="1800" b="1">
                <a:solidFill>
                  <a:srgbClr val="29414E"/>
                </a:solidFill>
                <a:latin typeface="Arial" panose="020B0604020202090204"/>
                <a:ea typeface="Arial" panose="020B0604020202090204"/>
                <a:cs typeface="Arial" panose="020B0604020202090204"/>
              </a:defRPr>
            </a:lvl8pPr>
            <a:lvl9pPr algn="l">
              <a:defRPr sz="1800" b="1">
                <a:solidFill>
                  <a:srgbClr val="29414E"/>
                </a:solidFill>
                <a:latin typeface="Arial" panose="020B0604020202090204"/>
                <a:ea typeface="Arial" panose="020B0604020202090204"/>
                <a:cs typeface="Arial" panose="020B0604020202090204"/>
              </a:defRPr>
            </a:lvl9pPr>
          </a:lstStyle>
          <a:p>
            <a:pPr algn="l">
              <a:defRPr sz="1800" b="1">
                <a:solidFill>
                  <a:srgbClr val="29414E"/>
                </a:solidFill>
                <a:latin typeface="Arial" panose="020B0604020202090204"/>
                <a:ea typeface="Arial" panose="020B0604020202090204"/>
                <a:cs typeface="Arial" panose="020B0604020202090204"/>
              </a:defRPr>
            </a:pPr>
            <a:r>
              <a:rPr sz="1800" b="1">
                <a:solidFill>
                  <a:srgbClr val="29414E"/>
                </a:solidFill>
                <a:latin typeface="Arial" panose="020B0604020202090204"/>
                <a:ea typeface="Arial" panose="020B0604020202090204"/>
                <a:cs typeface="Arial" panose="020B0604020202090204"/>
              </a:rPr>
              <a:t>(c) Instruction examples</a:t>
            </a:r>
            <a:endParaRPr sz="1800" b="1">
              <a:solidFill>
                <a:srgbClr val="29414E"/>
              </a:solidFill>
              <a:latin typeface="Arial" panose="020B0604020202090204"/>
              <a:ea typeface="Arial" panose="020B0604020202090204"/>
              <a:cs typeface="Arial" panose="020B0604020202090204"/>
            </a:endParaRPr>
          </a:p>
        </p:txBody>
      </p:sp>
      <p:sp>
        <p:nvSpPr>
          <p:cNvPr id="893" name="Example task"/>
          <p:cNvSpPr>
            <a:spLocks noGrp="1"/>
          </p:cNvSpPr>
          <p:nvPr/>
        </p:nvSpPr>
        <p:spPr>
          <a:xfrm>
            <a:off x="5067300" y="4835525"/>
            <a:ext cx="4657725" cy="209550"/>
          </a:xfrm>
          <a:prstGeom prst="rect">
            <a:avLst/>
          </a:prstGeom>
          <a:noFill/>
          <a:ln w="0">
            <a:noFill/>
          </a:ln>
        </p:spPr>
        <p:txBody>
          <a:bodyPr wrap="none" lIns="0" tIns="0" rIns="0" bIns="0" anchor="ctr">
            <a:noAutofit/>
          </a:bodyPr>
          <a:lstStyle>
            <a:defPPr algn="l">
              <a:defRPr sz="1125" b="0">
                <a:solidFill>
                  <a:srgbClr val="657E8B"/>
                </a:solidFill>
                <a:latin typeface="Arial" panose="020B0604020202090204"/>
                <a:ea typeface="Arial" panose="020B0604020202090204"/>
                <a:cs typeface="Arial" panose="020B0604020202090204"/>
              </a:defRPr>
            </a:defPPr>
            <a:lvl1pPr algn="l">
              <a:defRPr sz="1125" b="0">
                <a:solidFill>
                  <a:srgbClr val="657E8B"/>
                </a:solidFill>
                <a:latin typeface="Arial" panose="020B0604020202090204"/>
                <a:ea typeface="Arial" panose="020B0604020202090204"/>
                <a:cs typeface="Arial" panose="020B0604020202090204"/>
              </a:defRPr>
            </a:lvl1pPr>
            <a:lvl2pPr algn="l">
              <a:defRPr sz="1125" b="0">
                <a:solidFill>
                  <a:srgbClr val="657E8B"/>
                </a:solidFill>
                <a:latin typeface="Arial" panose="020B0604020202090204"/>
                <a:ea typeface="Arial" panose="020B0604020202090204"/>
                <a:cs typeface="Arial" panose="020B0604020202090204"/>
              </a:defRPr>
            </a:lvl2pPr>
            <a:lvl3pPr algn="l">
              <a:defRPr sz="1125" b="0">
                <a:solidFill>
                  <a:srgbClr val="657E8B"/>
                </a:solidFill>
                <a:latin typeface="Arial" panose="020B0604020202090204"/>
                <a:ea typeface="Arial" panose="020B0604020202090204"/>
                <a:cs typeface="Arial" panose="020B0604020202090204"/>
              </a:defRPr>
            </a:lvl3pPr>
            <a:lvl4pPr algn="l">
              <a:defRPr sz="1125" b="0">
                <a:solidFill>
                  <a:srgbClr val="657E8B"/>
                </a:solidFill>
                <a:latin typeface="Arial" panose="020B0604020202090204"/>
                <a:ea typeface="Arial" panose="020B0604020202090204"/>
                <a:cs typeface="Arial" panose="020B0604020202090204"/>
              </a:defRPr>
            </a:lvl4pPr>
            <a:lvl5pPr algn="l">
              <a:defRPr sz="1125" b="0">
                <a:solidFill>
                  <a:srgbClr val="657E8B"/>
                </a:solidFill>
                <a:latin typeface="Arial" panose="020B0604020202090204"/>
                <a:ea typeface="Arial" panose="020B0604020202090204"/>
                <a:cs typeface="Arial" panose="020B0604020202090204"/>
              </a:defRPr>
            </a:lvl5pPr>
            <a:lvl6pPr algn="l">
              <a:defRPr sz="1125" b="0">
                <a:solidFill>
                  <a:srgbClr val="657E8B"/>
                </a:solidFill>
                <a:latin typeface="Arial" panose="020B0604020202090204"/>
                <a:ea typeface="Arial" panose="020B0604020202090204"/>
                <a:cs typeface="Arial" panose="020B0604020202090204"/>
              </a:defRPr>
            </a:lvl6pPr>
            <a:lvl7pPr algn="l">
              <a:defRPr sz="1125" b="0">
                <a:solidFill>
                  <a:srgbClr val="657E8B"/>
                </a:solidFill>
                <a:latin typeface="Arial" panose="020B0604020202090204"/>
                <a:ea typeface="Arial" panose="020B0604020202090204"/>
                <a:cs typeface="Arial" panose="020B0604020202090204"/>
              </a:defRPr>
            </a:lvl7pPr>
            <a:lvl8pPr algn="l">
              <a:defRPr sz="1125" b="0">
                <a:solidFill>
                  <a:srgbClr val="657E8B"/>
                </a:solidFill>
                <a:latin typeface="Arial" panose="020B0604020202090204"/>
                <a:ea typeface="Arial" panose="020B0604020202090204"/>
                <a:cs typeface="Arial" panose="020B0604020202090204"/>
              </a:defRPr>
            </a:lvl8pPr>
            <a:lvl9pPr algn="l">
              <a:defRPr sz="1125" b="0">
                <a:solidFill>
                  <a:srgbClr val="657E8B"/>
                </a:solidFill>
                <a:latin typeface="Arial" panose="020B0604020202090204"/>
                <a:ea typeface="Arial" panose="020B0604020202090204"/>
                <a:cs typeface="Arial" panose="020B0604020202090204"/>
              </a:defRPr>
            </a:lvl9pPr>
          </a:lstStyle>
          <a:p>
            <a:pPr algn="l">
              <a:defRPr sz="1125" b="0">
                <a:solidFill>
                  <a:srgbClr val="657E8B"/>
                </a:solidFill>
                <a:latin typeface="Arial" panose="020B0604020202090204"/>
                <a:ea typeface="Arial" panose="020B0604020202090204"/>
                <a:cs typeface="Arial" panose="020B0604020202090204"/>
              </a:defRPr>
            </a:pPr>
            <a:r>
              <a:rPr sz="1400" b="0">
                <a:solidFill>
                  <a:srgbClr val="657E8B"/>
                </a:solidFill>
                <a:latin typeface="Arial" panose="020B0604020202090204"/>
                <a:ea typeface="Arial" panose="020B0604020202090204"/>
                <a:cs typeface="Arial" panose="020B0604020202090204"/>
              </a:rPr>
              <a:t>Task: Slice the lotus root with a knife.</a:t>
            </a:r>
            <a:endParaRPr sz="1400" b="0">
              <a:solidFill>
                <a:srgbClr val="657E8B"/>
              </a:solidFill>
              <a:latin typeface="Arial" panose="020B0604020202090204"/>
              <a:ea typeface="Arial" panose="020B0604020202090204"/>
              <a:cs typeface="Arial" panose="020B0604020202090204"/>
            </a:endParaRPr>
          </a:p>
        </p:txBody>
      </p:sp>
      <p:sp>
        <p:nvSpPr>
          <p:cNvPr id="894" name="Legend A"/>
          <p:cNvSpPr>
            <a:spLocks noGrp="1"/>
          </p:cNvSpPr>
          <p:nvPr/>
        </p:nvSpPr>
        <p:spPr>
          <a:xfrm>
            <a:off x="9944100" y="4835525"/>
            <a:ext cx="209550" cy="209550"/>
          </a:xfrm>
          <a:prstGeom prst="roundRect">
            <a:avLst>
              <a:gd name="adj" fmla="val 13636"/>
            </a:avLst>
          </a:prstGeom>
          <a:solidFill>
            <a:srgbClr val="476E89">
              <a:alpha val="6275"/>
            </a:srgbClr>
          </a:solidFill>
          <a:ln w="0">
            <a:noFill/>
            <a:prstDash val="solid"/>
          </a:ln>
        </p:spPr>
      </p:sp>
      <p:sp>
        <p:nvSpPr>
          <p:cNvPr id="895" name="Legend symbol A"/>
          <p:cNvSpPr>
            <a:spLocks noGrp="1"/>
          </p:cNvSpPr>
          <p:nvPr/>
        </p:nvSpPr>
        <p:spPr>
          <a:xfrm>
            <a:off x="9944100" y="4835525"/>
            <a:ext cx="209550" cy="209550"/>
          </a:xfrm>
          <a:prstGeom prst="rect">
            <a:avLst/>
          </a:prstGeom>
          <a:noFill/>
          <a:ln w="0">
            <a:noFill/>
          </a:ln>
        </p:spPr>
        <p:txBody>
          <a:bodyPr wrap="none" lIns="0" tIns="0" rIns="0" bIns="0" anchor="ctr">
            <a:noAutofit/>
          </a:bodyPr>
          <a:lstStyle>
            <a:defPPr algn="ctr">
              <a:defRPr sz="1050" b="1">
                <a:solidFill>
                  <a:srgbClr val="476E89"/>
                </a:solidFill>
                <a:latin typeface="Arial" panose="020B0604020202090204"/>
                <a:ea typeface="Arial" panose="020B0604020202090204"/>
                <a:cs typeface="Arial" panose="020B0604020202090204"/>
              </a:defRPr>
            </a:defPPr>
            <a:lvl1pPr algn="ctr">
              <a:defRPr sz="1050" b="1">
                <a:solidFill>
                  <a:srgbClr val="476E89"/>
                </a:solidFill>
                <a:latin typeface="Arial" panose="020B0604020202090204"/>
                <a:ea typeface="Arial" panose="020B0604020202090204"/>
                <a:cs typeface="Arial" panose="020B0604020202090204"/>
              </a:defRPr>
            </a:lvl1pPr>
            <a:lvl2pPr algn="ctr">
              <a:defRPr sz="1050" b="1">
                <a:solidFill>
                  <a:srgbClr val="476E89"/>
                </a:solidFill>
                <a:latin typeface="Arial" panose="020B0604020202090204"/>
                <a:ea typeface="Arial" panose="020B0604020202090204"/>
                <a:cs typeface="Arial" panose="020B0604020202090204"/>
              </a:defRPr>
            </a:lvl2pPr>
            <a:lvl3pPr algn="ctr">
              <a:defRPr sz="1050" b="1">
                <a:solidFill>
                  <a:srgbClr val="476E89"/>
                </a:solidFill>
                <a:latin typeface="Arial" panose="020B0604020202090204"/>
                <a:ea typeface="Arial" panose="020B0604020202090204"/>
                <a:cs typeface="Arial" panose="020B0604020202090204"/>
              </a:defRPr>
            </a:lvl3pPr>
            <a:lvl4pPr algn="ctr">
              <a:defRPr sz="1050" b="1">
                <a:solidFill>
                  <a:srgbClr val="476E89"/>
                </a:solidFill>
                <a:latin typeface="Arial" panose="020B0604020202090204"/>
                <a:ea typeface="Arial" panose="020B0604020202090204"/>
                <a:cs typeface="Arial" panose="020B0604020202090204"/>
              </a:defRPr>
            </a:lvl4pPr>
            <a:lvl5pPr algn="ctr">
              <a:defRPr sz="1050" b="1">
                <a:solidFill>
                  <a:srgbClr val="476E89"/>
                </a:solidFill>
                <a:latin typeface="Arial" panose="020B0604020202090204"/>
                <a:ea typeface="Arial" panose="020B0604020202090204"/>
                <a:cs typeface="Arial" panose="020B0604020202090204"/>
              </a:defRPr>
            </a:lvl5pPr>
            <a:lvl6pPr algn="ctr">
              <a:defRPr sz="1050" b="1">
                <a:solidFill>
                  <a:srgbClr val="476E89"/>
                </a:solidFill>
                <a:latin typeface="Arial" panose="020B0604020202090204"/>
                <a:ea typeface="Arial" panose="020B0604020202090204"/>
                <a:cs typeface="Arial" panose="020B0604020202090204"/>
              </a:defRPr>
            </a:lvl6pPr>
            <a:lvl7pPr algn="ctr">
              <a:defRPr sz="1050" b="1">
                <a:solidFill>
                  <a:srgbClr val="476E89"/>
                </a:solidFill>
                <a:latin typeface="Arial" panose="020B0604020202090204"/>
                <a:ea typeface="Arial" panose="020B0604020202090204"/>
                <a:cs typeface="Arial" panose="020B0604020202090204"/>
              </a:defRPr>
            </a:lvl7pPr>
            <a:lvl8pPr algn="ctr">
              <a:defRPr sz="1050" b="1">
                <a:solidFill>
                  <a:srgbClr val="476E89"/>
                </a:solidFill>
                <a:latin typeface="Arial" panose="020B0604020202090204"/>
                <a:ea typeface="Arial" panose="020B0604020202090204"/>
                <a:cs typeface="Arial" panose="020B0604020202090204"/>
              </a:defRPr>
            </a:lvl8pPr>
            <a:lvl9pPr algn="ctr">
              <a:defRPr sz="1050" b="1">
                <a:solidFill>
                  <a:srgbClr val="476E89"/>
                </a:solidFill>
                <a:latin typeface="Arial" panose="020B0604020202090204"/>
                <a:ea typeface="Arial" panose="020B0604020202090204"/>
                <a:cs typeface="Arial" panose="020B0604020202090204"/>
              </a:defRPr>
            </a:lvl9pPr>
          </a:lstStyle>
          <a:p>
            <a:pPr algn="ctr">
              <a:defRPr sz="1050" b="1">
                <a:solidFill>
                  <a:srgbClr val="476E89"/>
                </a:solidFill>
                <a:latin typeface="Arial" panose="020B0604020202090204"/>
                <a:ea typeface="Arial" panose="020B0604020202090204"/>
                <a:cs typeface="Arial" panose="020B0604020202090204"/>
              </a:defRPr>
            </a:pPr>
            <a:r>
              <a:rPr sz="1600" b="1">
                <a:solidFill>
                  <a:srgbClr val="476E89"/>
                </a:solidFill>
                <a:latin typeface="Arial" panose="020B0604020202090204"/>
                <a:ea typeface="Arial" panose="020B0604020202090204"/>
                <a:cs typeface="Arial" panose="020B0604020202090204"/>
              </a:rPr>
              <a:t>A</a:t>
            </a:r>
            <a:endParaRPr sz="1600" b="1">
              <a:solidFill>
                <a:srgbClr val="476E89"/>
              </a:solidFill>
              <a:latin typeface="Arial" panose="020B0604020202090204"/>
              <a:ea typeface="Arial" panose="020B0604020202090204"/>
              <a:cs typeface="Arial" panose="020B0604020202090204"/>
            </a:endParaRPr>
          </a:p>
        </p:txBody>
      </p:sp>
      <p:sp>
        <p:nvSpPr>
          <p:cNvPr id="896" name="Legend description A"/>
          <p:cNvSpPr>
            <a:spLocks noGrp="1"/>
          </p:cNvSpPr>
          <p:nvPr/>
        </p:nvSpPr>
        <p:spPr>
          <a:xfrm>
            <a:off x="10220325" y="4835525"/>
            <a:ext cx="1219200" cy="209550"/>
          </a:xfrm>
          <a:prstGeom prst="rect">
            <a:avLst/>
          </a:prstGeom>
          <a:noFill/>
          <a:ln w="0">
            <a:noFill/>
          </a:ln>
        </p:spPr>
        <p:txBody>
          <a:bodyPr wrap="none" lIns="0" tIns="0" rIns="0" bIns="0" anchor="ctr">
            <a:noAutofit/>
          </a:bodyPr>
          <a:lstStyle>
            <a:defPPr algn="l">
              <a:defRPr sz="1050" b="0">
                <a:solidFill>
                  <a:srgbClr val="476E89"/>
                </a:solidFill>
                <a:latin typeface="Arial" panose="020B0604020202090204"/>
                <a:ea typeface="Arial" panose="020B0604020202090204"/>
                <a:cs typeface="Arial" panose="020B0604020202090204"/>
              </a:defRPr>
            </a:defPPr>
            <a:lvl1pPr algn="l">
              <a:defRPr sz="1050" b="0">
                <a:solidFill>
                  <a:srgbClr val="476E89"/>
                </a:solidFill>
                <a:latin typeface="Arial" panose="020B0604020202090204"/>
                <a:ea typeface="Arial" panose="020B0604020202090204"/>
                <a:cs typeface="Arial" panose="020B0604020202090204"/>
              </a:defRPr>
            </a:lvl1pPr>
            <a:lvl2pPr algn="l">
              <a:defRPr sz="1050" b="0">
                <a:solidFill>
                  <a:srgbClr val="476E89"/>
                </a:solidFill>
                <a:latin typeface="Arial" panose="020B0604020202090204"/>
                <a:ea typeface="Arial" panose="020B0604020202090204"/>
                <a:cs typeface="Arial" panose="020B0604020202090204"/>
              </a:defRPr>
            </a:lvl2pPr>
            <a:lvl3pPr algn="l">
              <a:defRPr sz="1050" b="0">
                <a:solidFill>
                  <a:srgbClr val="476E89"/>
                </a:solidFill>
                <a:latin typeface="Arial" panose="020B0604020202090204"/>
                <a:ea typeface="Arial" panose="020B0604020202090204"/>
                <a:cs typeface="Arial" panose="020B0604020202090204"/>
              </a:defRPr>
            </a:lvl3pPr>
            <a:lvl4pPr algn="l">
              <a:defRPr sz="1050" b="0">
                <a:solidFill>
                  <a:srgbClr val="476E89"/>
                </a:solidFill>
                <a:latin typeface="Arial" panose="020B0604020202090204"/>
                <a:ea typeface="Arial" panose="020B0604020202090204"/>
                <a:cs typeface="Arial" panose="020B0604020202090204"/>
              </a:defRPr>
            </a:lvl4pPr>
            <a:lvl5pPr algn="l">
              <a:defRPr sz="1050" b="0">
                <a:solidFill>
                  <a:srgbClr val="476E89"/>
                </a:solidFill>
                <a:latin typeface="Arial" panose="020B0604020202090204"/>
                <a:ea typeface="Arial" panose="020B0604020202090204"/>
                <a:cs typeface="Arial" panose="020B0604020202090204"/>
              </a:defRPr>
            </a:lvl5pPr>
            <a:lvl6pPr algn="l">
              <a:defRPr sz="1050" b="0">
                <a:solidFill>
                  <a:srgbClr val="476E89"/>
                </a:solidFill>
                <a:latin typeface="Arial" panose="020B0604020202090204"/>
                <a:ea typeface="Arial" panose="020B0604020202090204"/>
                <a:cs typeface="Arial" panose="020B0604020202090204"/>
              </a:defRPr>
            </a:lvl6pPr>
            <a:lvl7pPr algn="l">
              <a:defRPr sz="1050" b="0">
                <a:solidFill>
                  <a:srgbClr val="476E89"/>
                </a:solidFill>
                <a:latin typeface="Arial" panose="020B0604020202090204"/>
                <a:ea typeface="Arial" panose="020B0604020202090204"/>
                <a:cs typeface="Arial" panose="020B0604020202090204"/>
              </a:defRPr>
            </a:lvl7pPr>
            <a:lvl8pPr algn="l">
              <a:defRPr sz="1050" b="0">
                <a:solidFill>
                  <a:srgbClr val="476E89"/>
                </a:solidFill>
                <a:latin typeface="Arial" panose="020B0604020202090204"/>
                <a:ea typeface="Arial" panose="020B0604020202090204"/>
                <a:cs typeface="Arial" panose="020B0604020202090204"/>
              </a:defRPr>
            </a:lvl8pPr>
            <a:lvl9pPr algn="l">
              <a:defRPr sz="1050" b="0">
                <a:solidFill>
                  <a:srgbClr val="476E89"/>
                </a:solidFill>
                <a:latin typeface="Arial" panose="020B0604020202090204"/>
                <a:ea typeface="Arial" panose="020B0604020202090204"/>
                <a:cs typeface="Arial" panose="020B0604020202090204"/>
              </a:defRPr>
            </a:lvl9pPr>
          </a:lstStyle>
          <a:p>
            <a:pPr algn="l">
              <a:defRPr sz="1050" b="0">
                <a:solidFill>
                  <a:srgbClr val="476E89"/>
                </a:solidFill>
                <a:latin typeface="Arial" panose="020B0604020202090204"/>
                <a:ea typeface="Arial" panose="020B0604020202090204"/>
                <a:cs typeface="Arial" panose="020B0604020202090204"/>
              </a:defRPr>
            </a:pPr>
            <a:r>
              <a:rPr sz="1600" b="0">
                <a:solidFill>
                  <a:srgbClr val="476E89"/>
                </a:solidFill>
                <a:latin typeface="Arial" panose="020B0604020202090204"/>
                <a:ea typeface="Arial" panose="020B0604020202090204"/>
                <a:cs typeface="Arial" panose="020B0604020202090204"/>
              </a:rPr>
              <a:t>Atomic motion</a:t>
            </a:r>
            <a:endParaRPr sz="1600" b="0">
              <a:solidFill>
                <a:srgbClr val="476E89"/>
              </a:solidFill>
              <a:latin typeface="Arial" panose="020B0604020202090204"/>
              <a:ea typeface="Arial" panose="020B0604020202090204"/>
              <a:cs typeface="Arial" panose="020B0604020202090204"/>
            </a:endParaRPr>
          </a:p>
        </p:txBody>
      </p:sp>
      <p:sp>
        <p:nvSpPr>
          <p:cNvPr id="897" name="Legend T"/>
          <p:cNvSpPr>
            <a:spLocks noGrp="1"/>
          </p:cNvSpPr>
          <p:nvPr/>
        </p:nvSpPr>
        <p:spPr>
          <a:xfrm>
            <a:off x="11630025" y="4835525"/>
            <a:ext cx="209550" cy="209550"/>
          </a:xfrm>
          <a:prstGeom prst="roundRect">
            <a:avLst>
              <a:gd name="adj" fmla="val 13636"/>
            </a:avLst>
          </a:prstGeom>
          <a:solidFill>
            <a:srgbClr val="438274">
              <a:alpha val="6275"/>
            </a:srgbClr>
          </a:solidFill>
          <a:ln w="0">
            <a:noFill/>
            <a:prstDash val="solid"/>
          </a:ln>
        </p:spPr>
      </p:sp>
      <p:sp>
        <p:nvSpPr>
          <p:cNvPr id="898" name="Legend symbol T"/>
          <p:cNvSpPr>
            <a:spLocks noGrp="1"/>
          </p:cNvSpPr>
          <p:nvPr/>
        </p:nvSpPr>
        <p:spPr>
          <a:xfrm>
            <a:off x="11630025" y="4835525"/>
            <a:ext cx="209550" cy="209550"/>
          </a:xfrm>
          <a:prstGeom prst="rect">
            <a:avLst/>
          </a:prstGeom>
          <a:noFill/>
          <a:ln w="0">
            <a:noFill/>
          </a:ln>
        </p:spPr>
        <p:txBody>
          <a:bodyPr wrap="none" lIns="0" tIns="0" rIns="0" bIns="0" anchor="ctr">
            <a:noAutofit/>
          </a:bodyPr>
          <a:lstStyle>
            <a:defPPr algn="ctr">
              <a:defRPr sz="1050" b="1">
                <a:solidFill>
                  <a:srgbClr val="438274"/>
                </a:solidFill>
                <a:latin typeface="Arial" panose="020B0604020202090204"/>
                <a:ea typeface="Arial" panose="020B0604020202090204"/>
                <a:cs typeface="Arial" panose="020B0604020202090204"/>
              </a:defRPr>
            </a:defPPr>
            <a:lvl1pPr algn="ctr">
              <a:defRPr sz="1050" b="1">
                <a:solidFill>
                  <a:srgbClr val="438274"/>
                </a:solidFill>
                <a:latin typeface="Arial" panose="020B0604020202090204"/>
                <a:ea typeface="Arial" panose="020B0604020202090204"/>
                <a:cs typeface="Arial" panose="020B0604020202090204"/>
              </a:defRPr>
            </a:lvl1pPr>
            <a:lvl2pPr algn="ctr">
              <a:defRPr sz="1050" b="1">
                <a:solidFill>
                  <a:srgbClr val="438274"/>
                </a:solidFill>
                <a:latin typeface="Arial" panose="020B0604020202090204"/>
                <a:ea typeface="Arial" panose="020B0604020202090204"/>
                <a:cs typeface="Arial" panose="020B0604020202090204"/>
              </a:defRPr>
            </a:lvl2pPr>
            <a:lvl3pPr algn="ctr">
              <a:defRPr sz="1050" b="1">
                <a:solidFill>
                  <a:srgbClr val="438274"/>
                </a:solidFill>
                <a:latin typeface="Arial" panose="020B0604020202090204"/>
                <a:ea typeface="Arial" panose="020B0604020202090204"/>
                <a:cs typeface="Arial" panose="020B0604020202090204"/>
              </a:defRPr>
            </a:lvl3pPr>
            <a:lvl4pPr algn="ctr">
              <a:defRPr sz="1050" b="1">
                <a:solidFill>
                  <a:srgbClr val="438274"/>
                </a:solidFill>
                <a:latin typeface="Arial" panose="020B0604020202090204"/>
                <a:ea typeface="Arial" panose="020B0604020202090204"/>
                <a:cs typeface="Arial" panose="020B0604020202090204"/>
              </a:defRPr>
            </a:lvl4pPr>
            <a:lvl5pPr algn="ctr">
              <a:defRPr sz="1050" b="1">
                <a:solidFill>
                  <a:srgbClr val="438274"/>
                </a:solidFill>
                <a:latin typeface="Arial" panose="020B0604020202090204"/>
                <a:ea typeface="Arial" panose="020B0604020202090204"/>
                <a:cs typeface="Arial" panose="020B0604020202090204"/>
              </a:defRPr>
            </a:lvl5pPr>
            <a:lvl6pPr algn="ctr">
              <a:defRPr sz="1050" b="1">
                <a:solidFill>
                  <a:srgbClr val="438274"/>
                </a:solidFill>
                <a:latin typeface="Arial" panose="020B0604020202090204"/>
                <a:ea typeface="Arial" panose="020B0604020202090204"/>
                <a:cs typeface="Arial" panose="020B0604020202090204"/>
              </a:defRPr>
            </a:lvl6pPr>
            <a:lvl7pPr algn="ctr">
              <a:defRPr sz="1050" b="1">
                <a:solidFill>
                  <a:srgbClr val="438274"/>
                </a:solidFill>
                <a:latin typeface="Arial" panose="020B0604020202090204"/>
                <a:ea typeface="Arial" panose="020B0604020202090204"/>
                <a:cs typeface="Arial" panose="020B0604020202090204"/>
              </a:defRPr>
            </a:lvl7pPr>
            <a:lvl8pPr algn="ctr">
              <a:defRPr sz="1050" b="1">
                <a:solidFill>
                  <a:srgbClr val="438274"/>
                </a:solidFill>
                <a:latin typeface="Arial" panose="020B0604020202090204"/>
                <a:ea typeface="Arial" panose="020B0604020202090204"/>
                <a:cs typeface="Arial" panose="020B0604020202090204"/>
              </a:defRPr>
            </a:lvl8pPr>
            <a:lvl9pPr algn="ctr">
              <a:defRPr sz="1050" b="1">
                <a:solidFill>
                  <a:srgbClr val="438274"/>
                </a:solidFill>
                <a:latin typeface="Arial" panose="020B0604020202090204"/>
                <a:ea typeface="Arial" panose="020B0604020202090204"/>
                <a:cs typeface="Arial" panose="020B0604020202090204"/>
              </a:defRPr>
            </a:lvl9pPr>
          </a:lstStyle>
          <a:p>
            <a:pPr algn="ctr">
              <a:defRPr sz="1050" b="1">
                <a:solidFill>
                  <a:srgbClr val="438274"/>
                </a:solidFill>
                <a:latin typeface="Arial" panose="020B0604020202090204"/>
                <a:ea typeface="Arial" panose="020B0604020202090204"/>
                <a:cs typeface="Arial" panose="020B0604020202090204"/>
              </a:defRPr>
            </a:pPr>
            <a:r>
              <a:rPr sz="1600" b="1">
                <a:solidFill>
                  <a:srgbClr val="438274"/>
                </a:solidFill>
                <a:latin typeface="Arial" panose="020B0604020202090204"/>
                <a:ea typeface="Arial" panose="020B0604020202090204"/>
                <a:cs typeface="Arial" panose="020B0604020202090204"/>
              </a:rPr>
              <a:t>T</a:t>
            </a:r>
            <a:endParaRPr sz="1600" b="1">
              <a:solidFill>
                <a:srgbClr val="438274"/>
              </a:solidFill>
              <a:latin typeface="Arial" panose="020B0604020202090204"/>
              <a:ea typeface="Arial" panose="020B0604020202090204"/>
              <a:cs typeface="Arial" panose="020B0604020202090204"/>
            </a:endParaRPr>
          </a:p>
        </p:txBody>
      </p:sp>
      <p:sp>
        <p:nvSpPr>
          <p:cNvPr id="899" name="Legend description T"/>
          <p:cNvSpPr>
            <a:spLocks noGrp="1"/>
          </p:cNvSpPr>
          <p:nvPr/>
        </p:nvSpPr>
        <p:spPr>
          <a:xfrm>
            <a:off x="11906250" y="4835525"/>
            <a:ext cx="1076325" cy="209550"/>
          </a:xfrm>
          <a:prstGeom prst="rect">
            <a:avLst/>
          </a:prstGeom>
          <a:noFill/>
          <a:ln w="0">
            <a:noFill/>
          </a:ln>
        </p:spPr>
        <p:txBody>
          <a:bodyPr wrap="none" lIns="0" tIns="0" rIns="0" bIns="0" anchor="ctr">
            <a:noAutofit/>
          </a:bodyPr>
          <a:lstStyle>
            <a:defPPr algn="l">
              <a:defRPr sz="1050" b="0">
                <a:solidFill>
                  <a:srgbClr val="438274"/>
                </a:solidFill>
                <a:latin typeface="Arial" panose="020B0604020202090204"/>
                <a:ea typeface="Arial" panose="020B0604020202090204"/>
                <a:cs typeface="Arial" panose="020B0604020202090204"/>
              </a:defRPr>
            </a:defPPr>
            <a:lvl1pPr algn="l">
              <a:defRPr sz="1050" b="0">
                <a:solidFill>
                  <a:srgbClr val="438274"/>
                </a:solidFill>
                <a:latin typeface="Arial" panose="020B0604020202090204"/>
                <a:ea typeface="Arial" panose="020B0604020202090204"/>
                <a:cs typeface="Arial" panose="020B0604020202090204"/>
              </a:defRPr>
            </a:lvl1pPr>
            <a:lvl2pPr algn="l">
              <a:defRPr sz="1050" b="0">
                <a:solidFill>
                  <a:srgbClr val="438274"/>
                </a:solidFill>
                <a:latin typeface="Arial" panose="020B0604020202090204"/>
                <a:ea typeface="Arial" panose="020B0604020202090204"/>
                <a:cs typeface="Arial" panose="020B0604020202090204"/>
              </a:defRPr>
            </a:lvl2pPr>
            <a:lvl3pPr algn="l">
              <a:defRPr sz="1050" b="0">
                <a:solidFill>
                  <a:srgbClr val="438274"/>
                </a:solidFill>
                <a:latin typeface="Arial" panose="020B0604020202090204"/>
                <a:ea typeface="Arial" panose="020B0604020202090204"/>
                <a:cs typeface="Arial" panose="020B0604020202090204"/>
              </a:defRPr>
            </a:lvl3pPr>
            <a:lvl4pPr algn="l">
              <a:defRPr sz="1050" b="0">
                <a:solidFill>
                  <a:srgbClr val="438274"/>
                </a:solidFill>
                <a:latin typeface="Arial" panose="020B0604020202090204"/>
                <a:ea typeface="Arial" panose="020B0604020202090204"/>
                <a:cs typeface="Arial" panose="020B0604020202090204"/>
              </a:defRPr>
            </a:lvl4pPr>
            <a:lvl5pPr algn="l">
              <a:defRPr sz="1050" b="0">
                <a:solidFill>
                  <a:srgbClr val="438274"/>
                </a:solidFill>
                <a:latin typeface="Arial" panose="020B0604020202090204"/>
                <a:ea typeface="Arial" panose="020B0604020202090204"/>
                <a:cs typeface="Arial" panose="020B0604020202090204"/>
              </a:defRPr>
            </a:lvl5pPr>
            <a:lvl6pPr algn="l">
              <a:defRPr sz="1050" b="0">
                <a:solidFill>
                  <a:srgbClr val="438274"/>
                </a:solidFill>
                <a:latin typeface="Arial" panose="020B0604020202090204"/>
                <a:ea typeface="Arial" panose="020B0604020202090204"/>
                <a:cs typeface="Arial" panose="020B0604020202090204"/>
              </a:defRPr>
            </a:lvl6pPr>
            <a:lvl7pPr algn="l">
              <a:defRPr sz="1050" b="0">
                <a:solidFill>
                  <a:srgbClr val="438274"/>
                </a:solidFill>
                <a:latin typeface="Arial" panose="020B0604020202090204"/>
                <a:ea typeface="Arial" panose="020B0604020202090204"/>
                <a:cs typeface="Arial" panose="020B0604020202090204"/>
              </a:defRPr>
            </a:lvl7pPr>
            <a:lvl8pPr algn="l">
              <a:defRPr sz="1050" b="0">
                <a:solidFill>
                  <a:srgbClr val="438274"/>
                </a:solidFill>
                <a:latin typeface="Arial" panose="020B0604020202090204"/>
                <a:ea typeface="Arial" panose="020B0604020202090204"/>
                <a:cs typeface="Arial" panose="020B0604020202090204"/>
              </a:defRPr>
            </a:lvl8pPr>
            <a:lvl9pPr algn="l">
              <a:defRPr sz="1050" b="0">
                <a:solidFill>
                  <a:srgbClr val="438274"/>
                </a:solidFill>
                <a:latin typeface="Arial" panose="020B0604020202090204"/>
                <a:ea typeface="Arial" panose="020B0604020202090204"/>
                <a:cs typeface="Arial" panose="020B0604020202090204"/>
              </a:defRPr>
            </a:lvl9pPr>
          </a:lstStyle>
          <a:p>
            <a:pPr algn="l">
              <a:defRPr sz="1050" b="0">
                <a:solidFill>
                  <a:srgbClr val="438274"/>
                </a:solidFill>
                <a:latin typeface="Arial" panose="020B0604020202090204"/>
                <a:ea typeface="Arial" panose="020B0604020202090204"/>
                <a:cs typeface="Arial" panose="020B0604020202090204"/>
              </a:defRPr>
            </a:pPr>
            <a:r>
              <a:rPr sz="1600" b="0">
                <a:solidFill>
                  <a:srgbClr val="438274"/>
                </a:solidFill>
                <a:latin typeface="Arial" panose="020B0604020202090204"/>
                <a:ea typeface="Arial" panose="020B0604020202090204"/>
                <a:cs typeface="Arial" panose="020B0604020202090204"/>
              </a:rPr>
              <a:t>Task rewrite</a:t>
            </a:r>
            <a:endParaRPr sz="1600" b="0">
              <a:solidFill>
                <a:srgbClr val="438274"/>
              </a:solidFill>
              <a:latin typeface="Arial" panose="020B0604020202090204"/>
              <a:ea typeface="Arial" panose="020B0604020202090204"/>
              <a:cs typeface="Arial" panose="020B0604020202090204"/>
            </a:endParaRPr>
          </a:p>
        </p:txBody>
      </p:sp>
      <p:sp>
        <p:nvSpPr>
          <p:cNvPr id="900" name="Legend V"/>
          <p:cNvSpPr>
            <a:spLocks noGrp="1"/>
          </p:cNvSpPr>
          <p:nvPr/>
        </p:nvSpPr>
        <p:spPr>
          <a:xfrm>
            <a:off x="13144500" y="4835525"/>
            <a:ext cx="209550" cy="209550"/>
          </a:xfrm>
          <a:prstGeom prst="roundRect">
            <a:avLst>
              <a:gd name="adj" fmla="val 13636"/>
            </a:avLst>
          </a:prstGeom>
          <a:solidFill>
            <a:srgbClr val="80669C">
              <a:alpha val="6275"/>
            </a:srgbClr>
          </a:solidFill>
          <a:ln w="0">
            <a:noFill/>
            <a:prstDash val="solid"/>
          </a:ln>
        </p:spPr>
      </p:sp>
      <p:sp>
        <p:nvSpPr>
          <p:cNvPr id="901" name="Legend symbol V"/>
          <p:cNvSpPr>
            <a:spLocks noGrp="1"/>
          </p:cNvSpPr>
          <p:nvPr/>
        </p:nvSpPr>
        <p:spPr>
          <a:xfrm>
            <a:off x="13144500" y="4835525"/>
            <a:ext cx="209550" cy="209550"/>
          </a:xfrm>
          <a:prstGeom prst="rect">
            <a:avLst/>
          </a:prstGeom>
          <a:noFill/>
          <a:ln w="0">
            <a:noFill/>
          </a:ln>
        </p:spPr>
        <p:txBody>
          <a:bodyPr wrap="none" lIns="0" tIns="0" rIns="0" bIns="0" anchor="ctr">
            <a:noAutofit/>
          </a:bodyPr>
          <a:lstStyle>
            <a:defPPr algn="ctr">
              <a:defRPr sz="1050" b="1">
                <a:solidFill>
                  <a:srgbClr val="80669C"/>
                </a:solidFill>
                <a:latin typeface="Arial" panose="020B0604020202090204"/>
                <a:ea typeface="Arial" panose="020B0604020202090204"/>
                <a:cs typeface="Arial" panose="020B0604020202090204"/>
              </a:defRPr>
            </a:defPPr>
            <a:lvl1pPr algn="ctr">
              <a:defRPr sz="1050" b="1">
                <a:solidFill>
                  <a:srgbClr val="80669C"/>
                </a:solidFill>
                <a:latin typeface="Arial" panose="020B0604020202090204"/>
                <a:ea typeface="Arial" panose="020B0604020202090204"/>
                <a:cs typeface="Arial" panose="020B0604020202090204"/>
              </a:defRPr>
            </a:lvl1pPr>
            <a:lvl2pPr algn="ctr">
              <a:defRPr sz="1050" b="1">
                <a:solidFill>
                  <a:srgbClr val="80669C"/>
                </a:solidFill>
                <a:latin typeface="Arial" panose="020B0604020202090204"/>
                <a:ea typeface="Arial" panose="020B0604020202090204"/>
                <a:cs typeface="Arial" panose="020B0604020202090204"/>
              </a:defRPr>
            </a:lvl2pPr>
            <a:lvl3pPr algn="ctr">
              <a:defRPr sz="1050" b="1">
                <a:solidFill>
                  <a:srgbClr val="80669C"/>
                </a:solidFill>
                <a:latin typeface="Arial" panose="020B0604020202090204"/>
                <a:ea typeface="Arial" panose="020B0604020202090204"/>
                <a:cs typeface="Arial" panose="020B0604020202090204"/>
              </a:defRPr>
            </a:lvl3pPr>
            <a:lvl4pPr algn="ctr">
              <a:defRPr sz="1050" b="1">
                <a:solidFill>
                  <a:srgbClr val="80669C"/>
                </a:solidFill>
                <a:latin typeface="Arial" panose="020B0604020202090204"/>
                <a:ea typeface="Arial" panose="020B0604020202090204"/>
                <a:cs typeface="Arial" panose="020B0604020202090204"/>
              </a:defRPr>
            </a:lvl4pPr>
            <a:lvl5pPr algn="ctr">
              <a:defRPr sz="1050" b="1">
                <a:solidFill>
                  <a:srgbClr val="80669C"/>
                </a:solidFill>
                <a:latin typeface="Arial" panose="020B0604020202090204"/>
                <a:ea typeface="Arial" panose="020B0604020202090204"/>
                <a:cs typeface="Arial" panose="020B0604020202090204"/>
              </a:defRPr>
            </a:lvl5pPr>
            <a:lvl6pPr algn="ctr">
              <a:defRPr sz="1050" b="1">
                <a:solidFill>
                  <a:srgbClr val="80669C"/>
                </a:solidFill>
                <a:latin typeface="Arial" panose="020B0604020202090204"/>
                <a:ea typeface="Arial" panose="020B0604020202090204"/>
                <a:cs typeface="Arial" panose="020B0604020202090204"/>
              </a:defRPr>
            </a:lvl6pPr>
            <a:lvl7pPr algn="ctr">
              <a:defRPr sz="1050" b="1">
                <a:solidFill>
                  <a:srgbClr val="80669C"/>
                </a:solidFill>
                <a:latin typeface="Arial" panose="020B0604020202090204"/>
                <a:ea typeface="Arial" panose="020B0604020202090204"/>
                <a:cs typeface="Arial" panose="020B0604020202090204"/>
              </a:defRPr>
            </a:lvl7pPr>
            <a:lvl8pPr algn="ctr">
              <a:defRPr sz="1050" b="1">
                <a:solidFill>
                  <a:srgbClr val="80669C"/>
                </a:solidFill>
                <a:latin typeface="Arial" panose="020B0604020202090204"/>
                <a:ea typeface="Arial" panose="020B0604020202090204"/>
                <a:cs typeface="Arial" panose="020B0604020202090204"/>
              </a:defRPr>
            </a:lvl8pPr>
            <a:lvl9pPr algn="ctr">
              <a:defRPr sz="1050" b="1">
                <a:solidFill>
                  <a:srgbClr val="80669C"/>
                </a:solidFill>
                <a:latin typeface="Arial" panose="020B0604020202090204"/>
                <a:ea typeface="Arial" panose="020B0604020202090204"/>
                <a:cs typeface="Arial" panose="020B0604020202090204"/>
              </a:defRPr>
            </a:lvl9pPr>
          </a:lstStyle>
          <a:p>
            <a:pPr algn="ctr">
              <a:defRPr sz="1050" b="1">
                <a:solidFill>
                  <a:srgbClr val="80669C"/>
                </a:solidFill>
                <a:latin typeface="Arial" panose="020B0604020202090204"/>
                <a:ea typeface="Arial" panose="020B0604020202090204"/>
                <a:cs typeface="Arial" panose="020B0604020202090204"/>
              </a:defRPr>
            </a:pPr>
            <a:r>
              <a:rPr sz="1600" b="1">
                <a:solidFill>
                  <a:srgbClr val="80669C"/>
                </a:solidFill>
                <a:latin typeface="Arial" panose="020B0604020202090204"/>
                <a:ea typeface="Arial" panose="020B0604020202090204"/>
                <a:cs typeface="Arial" panose="020B0604020202090204"/>
              </a:rPr>
              <a:t>V</a:t>
            </a:r>
            <a:endParaRPr sz="1600" b="1">
              <a:solidFill>
                <a:srgbClr val="80669C"/>
              </a:solidFill>
              <a:latin typeface="Arial" panose="020B0604020202090204"/>
              <a:ea typeface="Arial" panose="020B0604020202090204"/>
              <a:cs typeface="Arial" panose="020B0604020202090204"/>
            </a:endParaRPr>
          </a:p>
        </p:txBody>
      </p:sp>
      <p:sp>
        <p:nvSpPr>
          <p:cNvPr id="902" name="Legend description V"/>
          <p:cNvSpPr>
            <a:spLocks noGrp="1"/>
          </p:cNvSpPr>
          <p:nvPr/>
        </p:nvSpPr>
        <p:spPr>
          <a:xfrm>
            <a:off x="13420725" y="4835525"/>
            <a:ext cx="1343025" cy="209550"/>
          </a:xfrm>
          <a:prstGeom prst="rect">
            <a:avLst/>
          </a:prstGeom>
          <a:noFill/>
          <a:ln w="0">
            <a:noFill/>
          </a:ln>
        </p:spPr>
        <p:txBody>
          <a:bodyPr wrap="none" lIns="0" tIns="0" rIns="0" bIns="0" anchor="ctr">
            <a:noAutofit/>
          </a:bodyPr>
          <a:lstStyle>
            <a:defPPr algn="l">
              <a:defRPr sz="1050" b="0">
                <a:solidFill>
                  <a:srgbClr val="80669C"/>
                </a:solidFill>
                <a:latin typeface="Arial" panose="020B0604020202090204"/>
                <a:ea typeface="Arial" panose="020B0604020202090204"/>
                <a:cs typeface="Arial" panose="020B0604020202090204"/>
              </a:defRPr>
            </a:defPPr>
            <a:lvl1pPr algn="l">
              <a:defRPr sz="1050" b="0">
                <a:solidFill>
                  <a:srgbClr val="80669C"/>
                </a:solidFill>
                <a:latin typeface="Arial" panose="020B0604020202090204"/>
                <a:ea typeface="Arial" panose="020B0604020202090204"/>
                <a:cs typeface="Arial" panose="020B0604020202090204"/>
              </a:defRPr>
            </a:lvl1pPr>
            <a:lvl2pPr algn="l">
              <a:defRPr sz="1050" b="0">
                <a:solidFill>
                  <a:srgbClr val="80669C"/>
                </a:solidFill>
                <a:latin typeface="Arial" panose="020B0604020202090204"/>
                <a:ea typeface="Arial" panose="020B0604020202090204"/>
                <a:cs typeface="Arial" panose="020B0604020202090204"/>
              </a:defRPr>
            </a:lvl2pPr>
            <a:lvl3pPr algn="l">
              <a:defRPr sz="1050" b="0">
                <a:solidFill>
                  <a:srgbClr val="80669C"/>
                </a:solidFill>
                <a:latin typeface="Arial" panose="020B0604020202090204"/>
                <a:ea typeface="Arial" panose="020B0604020202090204"/>
                <a:cs typeface="Arial" panose="020B0604020202090204"/>
              </a:defRPr>
            </a:lvl3pPr>
            <a:lvl4pPr algn="l">
              <a:defRPr sz="1050" b="0">
                <a:solidFill>
                  <a:srgbClr val="80669C"/>
                </a:solidFill>
                <a:latin typeface="Arial" panose="020B0604020202090204"/>
                <a:ea typeface="Arial" panose="020B0604020202090204"/>
                <a:cs typeface="Arial" panose="020B0604020202090204"/>
              </a:defRPr>
            </a:lvl4pPr>
            <a:lvl5pPr algn="l">
              <a:defRPr sz="1050" b="0">
                <a:solidFill>
                  <a:srgbClr val="80669C"/>
                </a:solidFill>
                <a:latin typeface="Arial" panose="020B0604020202090204"/>
                <a:ea typeface="Arial" panose="020B0604020202090204"/>
                <a:cs typeface="Arial" panose="020B0604020202090204"/>
              </a:defRPr>
            </a:lvl5pPr>
            <a:lvl6pPr algn="l">
              <a:defRPr sz="1050" b="0">
                <a:solidFill>
                  <a:srgbClr val="80669C"/>
                </a:solidFill>
                <a:latin typeface="Arial" panose="020B0604020202090204"/>
                <a:ea typeface="Arial" panose="020B0604020202090204"/>
                <a:cs typeface="Arial" panose="020B0604020202090204"/>
              </a:defRPr>
            </a:lvl6pPr>
            <a:lvl7pPr algn="l">
              <a:defRPr sz="1050" b="0">
                <a:solidFill>
                  <a:srgbClr val="80669C"/>
                </a:solidFill>
                <a:latin typeface="Arial" panose="020B0604020202090204"/>
                <a:ea typeface="Arial" panose="020B0604020202090204"/>
                <a:cs typeface="Arial" panose="020B0604020202090204"/>
              </a:defRPr>
            </a:lvl7pPr>
            <a:lvl8pPr algn="l">
              <a:defRPr sz="1050" b="0">
                <a:solidFill>
                  <a:srgbClr val="80669C"/>
                </a:solidFill>
                <a:latin typeface="Arial" panose="020B0604020202090204"/>
                <a:ea typeface="Arial" panose="020B0604020202090204"/>
                <a:cs typeface="Arial" panose="020B0604020202090204"/>
              </a:defRPr>
            </a:lvl8pPr>
            <a:lvl9pPr algn="l">
              <a:defRPr sz="1050" b="0">
                <a:solidFill>
                  <a:srgbClr val="80669C"/>
                </a:solidFill>
                <a:latin typeface="Arial" panose="020B0604020202090204"/>
                <a:ea typeface="Arial" panose="020B0604020202090204"/>
                <a:cs typeface="Arial" panose="020B0604020202090204"/>
              </a:defRPr>
            </a:lvl9pPr>
          </a:lstStyle>
          <a:p>
            <a:pPr algn="l">
              <a:defRPr sz="1050" b="0">
                <a:solidFill>
                  <a:srgbClr val="80669C"/>
                </a:solidFill>
                <a:latin typeface="Arial" panose="020B0604020202090204"/>
                <a:ea typeface="Arial" panose="020B0604020202090204"/>
                <a:cs typeface="Arial" panose="020B0604020202090204"/>
              </a:defRPr>
            </a:pPr>
            <a:r>
              <a:rPr sz="1600" b="0">
                <a:solidFill>
                  <a:srgbClr val="80669C"/>
                </a:solidFill>
                <a:latin typeface="Arial" panose="020B0604020202090204"/>
                <a:ea typeface="Arial" panose="020B0604020202090204"/>
                <a:cs typeface="Arial" panose="020B0604020202090204"/>
              </a:rPr>
              <a:t>Visual prompt</a:t>
            </a:r>
            <a:endParaRPr sz="1600" b="0">
              <a:solidFill>
                <a:srgbClr val="80669C"/>
              </a:solidFill>
              <a:latin typeface="Arial" panose="020B0604020202090204"/>
              <a:ea typeface="Arial" panose="020B0604020202090204"/>
              <a:cs typeface="Arial" panose="020B0604020202090204"/>
            </a:endParaRPr>
          </a:p>
        </p:txBody>
      </p:sp>
      <p:sp>
        <p:nvSpPr>
          <p:cNvPr id="903" name="Dataset overview inner-ring label"/>
          <p:cNvSpPr>
            <a:spLocks noGrp="1"/>
          </p:cNvSpPr>
          <p:nvPr/>
        </p:nvSpPr>
        <p:spPr>
          <a:xfrm>
            <a:off x="1672856" y="6517795"/>
            <a:ext cx="1562100" cy="171450"/>
          </a:xfrm>
          <a:prstGeom prst="rect">
            <a:avLst/>
          </a:prstGeom>
          <a:noFill/>
          <a:ln w="0">
            <a:noFill/>
          </a:ln>
        </p:spPr>
        <p:txBody>
          <a:bodyPr wrap="none" lIns="0" tIns="0" rIns="0" bIns="0" anchor="ctr">
            <a:noAutofit/>
          </a:bodyPr>
          <a:lstStyle>
            <a:defPPr algn="ctr">
              <a:defRPr sz="940" b="0">
                <a:solidFill>
                  <a:srgbClr val="657E8B"/>
                </a:solidFill>
                <a:latin typeface="Arial" panose="020B0604020202090204"/>
                <a:ea typeface="Arial" panose="020B0604020202090204"/>
                <a:cs typeface="Arial" panose="020B0604020202090204"/>
              </a:defRPr>
            </a:defPPr>
            <a:lvl1pPr algn="ctr">
              <a:defRPr sz="940" b="0">
                <a:solidFill>
                  <a:srgbClr val="657E8B"/>
                </a:solidFill>
                <a:latin typeface="Arial" panose="020B0604020202090204"/>
                <a:ea typeface="Arial" panose="020B0604020202090204"/>
                <a:cs typeface="Arial" panose="020B0604020202090204"/>
              </a:defRPr>
            </a:lvl1pPr>
            <a:lvl2pPr algn="ctr">
              <a:defRPr sz="940" b="0">
                <a:solidFill>
                  <a:srgbClr val="657E8B"/>
                </a:solidFill>
                <a:latin typeface="Arial" panose="020B0604020202090204"/>
                <a:ea typeface="Arial" panose="020B0604020202090204"/>
                <a:cs typeface="Arial" panose="020B0604020202090204"/>
              </a:defRPr>
            </a:lvl2pPr>
            <a:lvl3pPr algn="ctr">
              <a:defRPr sz="940" b="0">
                <a:solidFill>
                  <a:srgbClr val="657E8B"/>
                </a:solidFill>
                <a:latin typeface="Arial" panose="020B0604020202090204"/>
                <a:ea typeface="Arial" panose="020B0604020202090204"/>
                <a:cs typeface="Arial" panose="020B0604020202090204"/>
              </a:defRPr>
            </a:lvl3pPr>
            <a:lvl4pPr algn="ctr">
              <a:defRPr sz="940" b="0">
                <a:solidFill>
                  <a:srgbClr val="657E8B"/>
                </a:solidFill>
                <a:latin typeface="Arial" panose="020B0604020202090204"/>
                <a:ea typeface="Arial" panose="020B0604020202090204"/>
                <a:cs typeface="Arial" panose="020B0604020202090204"/>
              </a:defRPr>
            </a:lvl4pPr>
            <a:lvl5pPr algn="ctr">
              <a:defRPr sz="940" b="0">
                <a:solidFill>
                  <a:srgbClr val="657E8B"/>
                </a:solidFill>
                <a:latin typeface="Arial" panose="020B0604020202090204"/>
                <a:ea typeface="Arial" panose="020B0604020202090204"/>
                <a:cs typeface="Arial" panose="020B0604020202090204"/>
              </a:defRPr>
            </a:lvl5pPr>
            <a:lvl6pPr algn="ctr">
              <a:defRPr sz="940" b="0">
                <a:solidFill>
                  <a:srgbClr val="657E8B"/>
                </a:solidFill>
                <a:latin typeface="Arial" panose="020B0604020202090204"/>
                <a:ea typeface="Arial" panose="020B0604020202090204"/>
                <a:cs typeface="Arial" panose="020B0604020202090204"/>
              </a:defRPr>
            </a:lvl6pPr>
            <a:lvl7pPr algn="ctr">
              <a:defRPr sz="940" b="0">
                <a:solidFill>
                  <a:srgbClr val="657E8B"/>
                </a:solidFill>
                <a:latin typeface="Arial" panose="020B0604020202090204"/>
                <a:ea typeface="Arial" panose="020B0604020202090204"/>
                <a:cs typeface="Arial" panose="020B0604020202090204"/>
              </a:defRPr>
            </a:lvl7pPr>
            <a:lvl8pPr algn="ctr">
              <a:defRPr sz="940" b="0">
                <a:solidFill>
                  <a:srgbClr val="657E8B"/>
                </a:solidFill>
                <a:latin typeface="Arial" panose="020B0604020202090204"/>
                <a:ea typeface="Arial" panose="020B0604020202090204"/>
                <a:cs typeface="Arial" panose="020B0604020202090204"/>
              </a:defRPr>
            </a:lvl8pPr>
            <a:lvl9pPr algn="ctr">
              <a:defRPr sz="940" b="0">
                <a:solidFill>
                  <a:srgbClr val="657E8B"/>
                </a:solidFill>
                <a:latin typeface="Arial" panose="020B0604020202090204"/>
                <a:ea typeface="Arial" panose="020B0604020202090204"/>
                <a:cs typeface="Arial" panose="020B0604020202090204"/>
              </a:defRPr>
            </a:lvl9pPr>
          </a:lstStyle>
          <a:p>
            <a:pPr algn="ctr">
              <a:defRPr sz="940" b="0">
                <a:solidFill>
                  <a:srgbClr val="657E8B"/>
                </a:solidFill>
                <a:latin typeface="Arial" panose="020B0604020202090204"/>
                <a:ea typeface="Arial" panose="020B0604020202090204"/>
                <a:cs typeface="Arial" panose="020B0604020202090204"/>
              </a:defRPr>
            </a:pPr>
            <a:r>
              <a:rPr sz="940" b="0">
                <a:solidFill>
                  <a:srgbClr val="657E8B"/>
                </a:solidFill>
                <a:latin typeface="Arial" panose="020B0604020202090204"/>
                <a:ea typeface="Arial" panose="020B0604020202090204"/>
                <a:cs typeface="Arial" panose="020B0604020202090204"/>
              </a:rPr>
              <a:t>Inner: trajectories</a:t>
            </a:r>
            <a:endParaRPr sz="940" b="0">
              <a:solidFill>
                <a:srgbClr val="657E8B"/>
              </a:solidFill>
              <a:latin typeface="Arial" panose="020B0604020202090204"/>
              <a:ea typeface="Arial" panose="020B0604020202090204"/>
              <a:cs typeface="Arial" panose="020B0604020202090204"/>
            </a:endParaRPr>
          </a:p>
        </p:txBody>
      </p:sp>
      <p:sp>
        <p:nvSpPr>
          <p:cNvPr id="904" name="Dataset overview outer-ring label"/>
          <p:cNvSpPr>
            <a:spLocks noGrp="1"/>
          </p:cNvSpPr>
          <p:nvPr/>
        </p:nvSpPr>
        <p:spPr>
          <a:xfrm>
            <a:off x="1672856" y="7022620"/>
            <a:ext cx="1562100" cy="171450"/>
          </a:xfrm>
          <a:prstGeom prst="rect">
            <a:avLst/>
          </a:prstGeom>
          <a:noFill/>
          <a:ln w="0">
            <a:noFill/>
          </a:ln>
        </p:spPr>
        <p:txBody>
          <a:bodyPr wrap="none" lIns="0" tIns="0" rIns="0" bIns="0" anchor="ctr">
            <a:noAutofit/>
          </a:bodyPr>
          <a:lstStyle>
            <a:defPPr algn="ctr">
              <a:defRPr sz="940" b="0">
                <a:solidFill>
                  <a:srgbClr val="657E8B"/>
                </a:solidFill>
                <a:latin typeface="Arial" panose="020B0604020202090204"/>
                <a:ea typeface="Arial" panose="020B0604020202090204"/>
                <a:cs typeface="Arial" panose="020B0604020202090204"/>
              </a:defRPr>
            </a:defPPr>
            <a:lvl1pPr algn="ctr">
              <a:defRPr sz="940" b="0">
                <a:solidFill>
                  <a:srgbClr val="657E8B"/>
                </a:solidFill>
                <a:latin typeface="Arial" panose="020B0604020202090204"/>
                <a:ea typeface="Arial" panose="020B0604020202090204"/>
                <a:cs typeface="Arial" panose="020B0604020202090204"/>
              </a:defRPr>
            </a:lvl1pPr>
            <a:lvl2pPr algn="ctr">
              <a:defRPr sz="940" b="0">
                <a:solidFill>
                  <a:srgbClr val="657E8B"/>
                </a:solidFill>
                <a:latin typeface="Arial" panose="020B0604020202090204"/>
                <a:ea typeface="Arial" panose="020B0604020202090204"/>
                <a:cs typeface="Arial" panose="020B0604020202090204"/>
              </a:defRPr>
            </a:lvl2pPr>
            <a:lvl3pPr algn="ctr">
              <a:defRPr sz="940" b="0">
                <a:solidFill>
                  <a:srgbClr val="657E8B"/>
                </a:solidFill>
                <a:latin typeface="Arial" panose="020B0604020202090204"/>
                <a:ea typeface="Arial" panose="020B0604020202090204"/>
                <a:cs typeface="Arial" panose="020B0604020202090204"/>
              </a:defRPr>
            </a:lvl3pPr>
            <a:lvl4pPr algn="ctr">
              <a:defRPr sz="940" b="0">
                <a:solidFill>
                  <a:srgbClr val="657E8B"/>
                </a:solidFill>
                <a:latin typeface="Arial" panose="020B0604020202090204"/>
                <a:ea typeface="Arial" panose="020B0604020202090204"/>
                <a:cs typeface="Arial" panose="020B0604020202090204"/>
              </a:defRPr>
            </a:lvl4pPr>
            <a:lvl5pPr algn="ctr">
              <a:defRPr sz="940" b="0">
                <a:solidFill>
                  <a:srgbClr val="657E8B"/>
                </a:solidFill>
                <a:latin typeface="Arial" panose="020B0604020202090204"/>
                <a:ea typeface="Arial" panose="020B0604020202090204"/>
                <a:cs typeface="Arial" panose="020B0604020202090204"/>
              </a:defRPr>
            </a:lvl5pPr>
            <a:lvl6pPr algn="ctr">
              <a:defRPr sz="940" b="0">
                <a:solidFill>
                  <a:srgbClr val="657E8B"/>
                </a:solidFill>
                <a:latin typeface="Arial" panose="020B0604020202090204"/>
                <a:ea typeface="Arial" panose="020B0604020202090204"/>
                <a:cs typeface="Arial" panose="020B0604020202090204"/>
              </a:defRPr>
            </a:lvl6pPr>
            <a:lvl7pPr algn="ctr">
              <a:defRPr sz="940" b="0">
                <a:solidFill>
                  <a:srgbClr val="657E8B"/>
                </a:solidFill>
                <a:latin typeface="Arial" panose="020B0604020202090204"/>
                <a:ea typeface="Arial" panose="020B0604020202090204"/>
                <a:cs typeface="Arial" panose="020B0604020202090204"/>
              </a:defRPr>
            </a:lvl7pPr>
            <a:lvl8pPr algn="ctr">
              <a:defRPr sz="940" b="0">
                <a:solidFill>
                  <a:srgbClr val="657E8B"/>
                </a:solidFill>
                <a:latin typeface="Arial" panose="020B0604020202090204"/>
                <a:ea typeface="Arial" panose="020B0604020202090204"/>
                <a:cs typeface="Arial" panose="020B0604020202090204"/>
              </a:defRPr>
            </a:lvl8pPr>
            <a:lvl9pPr algn="ctr">
              <a:defRPr sz="940" b="0">
                <a:solidFill>
                  <a:srgbClr val="657E8B"/>
                </a:solidFill>
                <a:latin typeface="Arial" panose="020B0604020202090204"/>
                <a:ea typeface="Arial" panose="020B0604020202090204"/>
                <a:cs typeface="Arial" panose="020B0604020202090204"/>
              </a:defRPr>
            </a:lvl9pPr>
          </a:lstStyle>
          <a:p>
            <a:pPr algn="ctr">
              <a:defRPr sz="940" b="0">
                <a:solidFill>
                  <a:srgbClr val="657E8B"/>
                </a:solidFill>
                <a:latin typeface="Arial" panose="020B0604020202090204"/>
                <a:ea typeface="Arial" panose="020B0604020202090204"/>
                <a:cs typeface="Arial" panose="020B0604020202090204"/>
              </a:defRPr>
            </a:pPr>
            <a:r>
              <a:rPr sz="940" b="0">
                <a:solidFill>
                  <a:srgbClr val="657E8B"/>
                </a:solidFill>
                <a:latin typeface="Arial" panose="020B0604020202090204"/>
                <a:ea typeface="Arial" panose="020B0604020202090204"/>
                <a:cs typeface="Arial" panose="020B0604020202090204"/>
              </a:rPr>
              <a:t>Outer: segments</a:t>
            </a:r>
            <a:endParaRPr sz="940" b="0">
              <a:solidFill>
                <a:srgbClr val="657E8B"/>
              </a:solidFill>
              <a:latin typeface="Arial" panose="020B0604020202090204"/>
              <a:ea typeface="Arial" panose="020B0604020202090204"/>
              <a:cs typeface="Arial" panose="020B0604020202090204"/>
            </a:endParaRPr>
          </a:p>
        </p:txBody>
      </p:sp>
      <p:cxnSp>
        <p:nvCxnSpPr>
          <p:cNvPr id="4" name="肘形连接符 3"/>
          <p:cNvCxnSpPr>
            <a:stCxn id="831" idx="2"/>
            <a:endCxn id="890" idx="0"/>
          </p:cNvCxnSpPr>
          <p:nvPr/>
        </p:nvCxnSpPr>
        <p:spPr>
          <a:xfrm rot="5400000" flipV="1">
            <a:off x="7279005" y="1779905"/>
            <a:ext cx="348615" cy="4943475"/>
          </a:xfrm>
          <a:prstGeom prst="bentConnector3">
            <a:avLst>
              <a:gd name="adj1" fmla="val 69398"/>
            </a:avLst>
          </a:prstGeom>
          <a:ln>
            <a:tailEnd type="arrow"/>
          </a:ln>
        </p:spPr>
        <p:style>
          <a:lnRef idx="2">
            <a:schemeClr val="accent1"/>
          </a:lnRef>
          <a:fillRef idx="0">
            <a:srgbClr val="FFFFFF"/>
          </a:fillRef>
          <a:effectRef idx="0">
            <a:srgbClr val="FFFFFF"/>
          </a:effectRef>
          <a:fontRef idx="minor">
            <a:schemeClr val="tx1"/>
          </a:fontRef>
        </p:style>
      </p:cxnSp>
      <p:sp>
        <p:nvSpPr>
          <p:cNvPr id="905" name="Panel a outer frame">
            <a:extLst>
              <a:ext uri="{FF2B5EF4-FFF2-40B4-BE49-F238E27FC236}">
                <a16:creationId xmlns:a16="http://schemas.microsoft.com/office/drawing/2014/main" id="{F6F2C1DE-8D54-46A4-80BD-ECECE0AF4D2B}"/>
              </a:ext>
            </a:extLst>
          </p:cNvPr>
          <p:cNvSpPr>
            <a:spLocks noGrp="1"/>
          </p:cNvSpPr>
          <p:nvPr/>
        </p:nvSpPr>
        <p:spPr>
          <a:xfrm>
            <a:off x="190500" y="76200"/>
            <a:ext cx="14706600" cy="4248150"/>
          </a:xfrm>
          <a:prstGeom prst="roundRect">
            <a:avLst>
              <a:gd name="adj" fmla="val 1794"/>
            </a:avLst>
          </a:prstGeom>
          <a:noFill/>
          <a:ln w="14288">
            <a:solidFill>
              <a:srgbClr val="6B8799"/>
            </a:solidFill>
            <a:prstDash val="solid"/>
          </a:ln>
        </p:spPr>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1537</Words>
  <Application>WPS 文字</Application>
  <PresentationFormat>Converted Presentation</PresentationFormat>
  <Paragraphs>315</Paragraphs>
  <Slides>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宋体</vt:lpstr>
      <vt:lpstr>Wingdings</vt:lpstr>
      <vt:lpstr>Arial</vt:lpstr>
      <vt:lpstr>Aptos</vt:lpstr>
      <vt:lpstr>Helvetica Neue</vt:lpstr>
      <vt:lpstr>微软雅黑</vt:lpstr>
      <vt:lpstr>方正雅意黑 GB18030L2</vt:lpstr>
      <vt:lpstr>Calibri</vt:lpstr>
      <vt:lpstr>汉仪书宋二KW</vt:lpstr>
      <vt:lpstr>宋体</vt:lpstr>
      <vt:lpstr>Arial Unicode MS</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卢琦</cp:lastModifiedBy>
  <cp:revision>8</cp:revision>
  <dcterms:created xsi:type="dcterms:W3CDTF">2026-10-21T05:56:58Z</dcterms:created>
  <dcterms:modified xsi:type="dcterms:W3CDTF">2026-10-21T05:56:58Z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2052-12.1.26046.26046</vt:lpwstr>
  </property>
  <property fmtid="{D5CDD505-2E9C-101B-9397-08002B2CF9AE}" pid="3" name="ICV">
    <vt:lpwstr>8F2002660DE27B613C52D86AA3E9633D_42</vt:lpwstr>
  </property>
</Properties>
</file>