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cd513675ce4441" /><Relationship Type="http://schemas.openxmlformats.org/officeDocument/2006/relationships/extended-properties" Target="/docProps/app.xml" Id="Rd6b38cb6c8d145e2" /><Relationship Type="http://schemas.openxmlformats.org/officeDocument/2006/relationships/officeDocument" Target="/ppt/presentation.xml" Id="R4f9926490d08415b" /></Relationships>
</file>

<file path=ppt/presentation.xml><?xml version="1.0" encoding="utf-8"?>
<p:presentation xmlns:p="http://schemas.openxmlformats.org/presentationml/2006/main">
  <p:sldMasterIdLst>
    <p:sldMasterId xmlns:r="http://schemas.openxmlformats.org/officeDocument/2006/relationships" id="2147483648" r:id="Ra4b05b9cb32b4464"/>
  </p:sldMasterIdLst>
  <p:notesMasterIdLst>
    <p:notesMasterId xmlns:r="http://schemas.openxmlformats.org/officeDocument/2006/relationships" r:id="R16edf757c4f74bda"/>
  </p:notesMasterIdLst>
  <p:sldIdLst>
    <p:sldId xmlns:r="http://schemas.openxmlformats.org/officeDocument/2006/relationships" id="256" r:id="R3924255eb27d4947"/>
  </p:sldIdLst>
  <p:sldSz cx="15087600" cy="68897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501f5fdf1e14eae" /><Relationship Type="http://schemas.openxmlformats.org/officeDocument/2006/relationships/slideMaster" Target="/ppt/slideMasters/slideMaster1.xml" Id="Ra4b05b9cb32b4464" /><Relationship Type="http://schemas.openxmlformats.org/officeDocument/2006/relationships/notesMaster" Target="/ppt/notesMasters/notesMaster1.xml" Id="R16edf757c4f74bda" /><Relationship Type="http://schemas.openxmlformats.org/officeDocument/2006/relationships/presProps" Target="/ppt/presProps.xml" Id="R9fa5b283280a4827" /><Relationship Type="http://schemas.openxmlformats.org/officeDocument/2006/relationships/viewProps" Target="/ppt/viewProps.xml" Id="Reb382a1354a44f72" /><Relationship Type="http://schemas.openxmlformats.org/officeDocument/2006/relationships/tableStyles" Target="/ppt/tableStyles.xml" Id="Rff07eefef5094577" /><Relationship Type="http://schemas.openxmlformats.org/officeDocument/2006/relationships/slide" Target="/ppt/slides/slide1.xml" Id="R3924255eb27d494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e16eb8e64949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384456f25246b9" /><Relationship Type="http://schemas.openxmlformats.org/officeDocument/2006/relationships/notesMaster" Target="/ppt/notesMasters/notesMaster1.xml" Id="R52ae0a7129ea4e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sections/libero_smart.tex; tables/table_smart_suite_composition.tex; sections/appendix_benchmark_protocol.tex (app:smart-init, app:smart-contract, app:smart-aggregation, app:smart-training-boundary); sections/introduction.tex; source output/ppt/libero-smart.pptx. Core concept: familiar manipulation skills are evaluated under held-out instructions, skill combinations, object-target relations and layouts. Counts: 3 suites × 40 tasks × (10 macro layouts × 5 local variants) = 6,000 instances. For each Control instance, models start from the same intermediate physical state within the evaluation protocol. G/H/R apply jointly: current goal correctness, history-dependent restrictions/order and a semantically valid stable outcome. Direct policies attain strict success within the original budget and maintain it for all 30 subsequent action steps; the window may extend only to finish this holding check. Agentic systems satisfy the contract at termination with task-specific stability/release/holding requirements and history checks, without an extra 30-step window. Goal-only is auxiliary. Evaluation trajectories are excluded from adaptation, not asserted to be absent from every foundation model pretraining set. Three source scene images and the representative commands illustrate documented requirements rather than introducing new model rollout evidence. Original benchmark radar, all its model labels and curves, and the original strict-success values 7.18/14.67/14.03 are retained as auxiliary results. The source radar remains editable native vectors and labels. New schematic layout variants and cues are native editable diagram objects. Icons: Lucide 1.8.0, ISC, https://lucide.dev.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3df2b318504a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4eb710901d46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d941235ab345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9c95b3e4f2465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d1511158a5043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1f08b94a2042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7802A3-C075-416F-BAB2-C93F4FBF8D0B}"/>
              </a:ext>
            </a:extLst>
          </p:cNvPr>
          <p:cNvSpPr>
            <a:spLocks xmlns:a="http://schemas.openxmlformats.org/drawingml/2006/main" noGrp="1"/>
          </p:cNvSpPr>
          <p:nvPr>
            <p:ph type="title" idx="0"/>
          </p:nvPr>
        </p:nvSpPr>
        <p:spPr>
          <a:xfrm xmlns:a="http://schemas.openxmlformats.org/drawingml/2006/main">
            <a:off x="1508806" y="2602977"/>
            <a:ext cx="12070446" cy="9952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25" b="1">
                <a:solidFill>
                  <a:schemeClr val="tx1"/>
                </a:solidFill>
                <a:latin typeface="+mj-lt"/>
                <a:ea typeface="+mj-lt"/>
                <a:cs typeface="+mj-lt"/>
              </a:defRPr>
            </a:defPPr>
            <a:lvl1pPr marL="0" indent="0" algn="ctr">
              <a:lnSpc>
                <a:spcPct val="110000"/>
              </a:lnSpc>
              <a:spcBef>
                <a:spcPts val="0"/>
              </a:spcBef>
              <a:spcAft>
                <a:spcPts val="0"/>
              </a:spcAft>
              <a:buNone/>
              <a:defRPr sz="4825" b="1">
                <a:solidFill>
                  <a:schemeClr val="tx1"/>
                </a:solidFill>
                <a:latin typeface="+mj-lt"/>
                <a:ea typeface="+mj-lt"/>
                <a:cs typeface="+mj-lt"/>
              </a:defRPr>
            </a:lvl1pPr>
            <a:lvl2pPr marL="0" indent="0" algn="ctr">
              <a:lnSpc>
                <a:spcPct val="110000"/>
              </a:lnSpc>
              <a:spcBef>
                <a:spcPts val="0"/>
              </a:spcBef>
              <a:spcAft>
                <a:spcPts val="0"/>
              </a:spcAft>
              <a:buNone/>
              <a:defRPr sz="4825" b="1">
                <a:solidFill>
                  <a:schemeClr val="tx1"/>
                </a:solidFill>
                <a:latin typeface="+mj-lt"/>
                <a:ea typeface="+mj-lt"/>
                <a:cs typeface="+mj-lt"/>
              </a:defRPr>
            </a:lvl2pPr>
            <a:lvl3pPr marL="0" indent="0" algn="ctr">
              <a:lnSpc>
                <a:spcPct val="110000"/>
              </a:lnSpc>
              <a:spcBef>
                <a:spcPts val="0"/>
              </a:spcBef>
              <a:spcAft>
                <a:spcPts val="0"/>
              </a:spcAft>
              <a:buNone/>
              <a:defRPr sz="4825" b="1">
                <a:solidFill>
                  <a:schemeClr val="tx1"/>
                </a:solidFill>
                <a:latin typeface="+mj-lt"/>
                <a:ea typeface="+mj-lt"/>
                <a:cs typeface="+mj-lt"/>
              </a:defRPr>
            </a:lvl3pPr>
            <a:lvl4pPr marL="0" indent="0" algn="ctr">
              <a:lnSpc>
                <a:spcPct val="110000"/>
              </a:lnSpc>
              <a:spcBef>
                <a:spcPts val="0"/>
              </a:spcBef>
              <a:spcAft>
                <a:spcPts val="0"/>
              </a:spcAft>
              <a:buNone/>
              <a:defRPr sz="4825" b="1">
                <a:solidFill>
                  <a:schemeClr val="tx1"/>
                </a:solidFill>
                <a:latin typeface="+mj-lt"/>
                <a:ea typeface="+mj-lt"/>
                <a:cs typeface="+mj-lt"/>
              </a:defRPr>
            </a:lvl4pPr>
            <a:lvl5pPr marL="0" indent="0" algn="ctr">
              <a:lnSpc>
                <a:spcPct val="110000"/>
              </a:lnSpc>
              <a:spcBef>
                <a:spcPts val="0"/>
              </a:spcBef>
              <a:spcAft>
                <a:spcPts val="0"/>
              </a:spcAft>
              <a:buNone/>
              <a:defRPr sz="4825" b="1">
                <a:solidFill>
                  <a:schemeClr val="tx1"/>
                </a:solidFill>
                <a:latin typeface="+mj-lt"/>
                <a:ea typeface="+mj-lt"/>
                <a:cs typeface="+mj-lt"/>
              </a:defRPr>
            </a:lvl5pPr>
            <a:lvl6pPr marL="0" indent="0" algn="ctr">
              <a:lnSpc>
                <a:spcPct val="110000"/>
              </a:lnSpc>
              <a:spcBef>
                <a:spcPts val="0"/>
              </a:spcBef>
              <a:spcAft>
                <a:spcPts val="0"/>
              </a:spcAft>
              <a:buNone/>
              <a:defRPr sz="4825" b="1">
                <a:solidFill>
                  <a:schemeClr val="tx1"/>
                </a:solidFill>
                <a:latin typeface="+mj-lt"/>
                <a:ea typeface="+mj-lt"/>
                <a:cs typeface="+mj-lt"/>
              </a:defRPr>
            </a:lvl6pPr>
            <a:lvl7pPr marL="0" indent="0" algn="ctr">
              <a:lnSpc>
                <a:spcPct val="110000"/>
              </a:lnSpc>
              <a:spcBef>
                <a:spcPts val="0"/>
              </a:spcBef>
              <a:spcAft>
                <a:spcPts val="0"/>
              </a:spcAft>
              <a:buNone/>
              <a:defRPr sz="4825" b="1">
                <a:solidFill>
                  <a:schemeClr val="tx1"/>
                </a:solidFill>
                <a:latin typeface="+mj-lt"/>
                <a:ea typeface="+mj-lt"/>
                <a:cs typeface="+mj-lt"/>
              </a:defRPr>
            </a:lvl7pPr>
            <a:lvl8pPr marL="0" indent="0" algn="ctr">
              <a:lnSpc>
                <a:spcPct val="110000"/>
              </a:lnSpc>
              <a:spcBef>
                <a:spcPts val="0"/>
              </a:spcBef>
              <a:spcAft>
                <a:spcPts val="0"/>
              </a:spcAft>
              <a:buNone/>
              <a:defRPr sz="4825" b="1">
                <a:solidFill>
                  <a:schemeClr val="tx1"/>
                </a:solidFill>
                <a:latin typeface="+mj-lt"/>
                <a:ea typeface="+mj-lt"/>
                <a:cs typeface="+mj-lt"/>
              </a:defRPr>
            </a:lvl8pPr>
            <a:lvl9pPr marL="0" indent="0" algn="ctr">
              <a:lnSpc>
                <a:spcPct val="110000"/>
              </a:lnSpc>
              <a:spcBef>
                <a:spcPts val="0"/>
              </a:spcBef>
              <a:spcAft>
                <a:spcPts val="0"/>
              </a:spcAft>
              <a:buNone/>
              <a:defRPr sz="4825"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25669FE-4849-4742-AD43-07EE7EFDEB22}"/>
              </a:ext>
            </a:extLst>
          </p:cNvPr>
          <p:cNvSpPr>
            <a:spLocks xmlns:a="http://schemas.openxmlformats.org/drawingml/2006/main" noGrp="1"/>
          </p:cNvSpPr>
          <p:nvPr>
            <p:ph type="subTitle" idx="1"/>
          </p:nvPr>
        </p:nvSpPr>
        <p:spPr>
          <a:xfrm xmlns:a="http://schemas.openxmlformats.org/drawingml/2006/main">
            <a:off x="2263209" y="3789628"/>
            <a:ext cx="10561640" cy="76558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10" b="0">
                <a:solidFill>
                  <a:schemeClr val="tx1"/>
                </a:solidFill>
                <a:latin typeface="+mn-lt"/>
                <a:ea typeface="+mn-lt"/>
                <a:cs typeface="+mn-lt"/>
              </a:defRPr>
            </a:defPPr>
            <a:lvl1pPr marL="0" indent="0" algn="ctr">
              <a:lnSpc>
                <a:spcPct val="110000"/>
              </a:lnSpc>
              <a:spcBef>
                <a:spcPts val="0"/>
              </a:spcBef>
              <a:spcAft>
                <a:spcPts val="0"/>
              </a:spcAft>
              <a:buNone/>
              <a:defRPr sz="2110" b="0">
                <a:solidFill>
                  <a:schemeClr val="tx1"/>
                </a:solidFill>
                <a:latin typeface="+mn-lt"/>
                <a:ea typeface="+mn-lt"/>
                <a:cs typeface="+mn-lt"/>
              </a:defRPr>
            </a:lvl1pPr>
            <a:lvl2pPr marL="0" indent="0" algn="ctr">
              <a:lnSpc>
                <a:spcPct val="110000"/>
              </a:lnSpc>
              <a:spcBef>
                <a:spcPts val="0"/>
              </a:spcBef>
              <a:spcAft>
                <a:spcPts val="0"/>
              </a:spcAft>
              <a:buNone/>
              <a:defRPr sz="2110" b="0">
                <a:solidFill>
                  <a:schemeClr val="tx1"/>
                </a:solidFill>
                <a:latin typeface="+mn-lt"/>
                <a:ea typeface="+mn-lt"/>
                <a:cs typeface="+mn-lt"/>
              </a:defRPr>
            </a:lvl2pPr>
            <a:lvl3pPr marL="0" indent="0" algn="ctr">
              <a:lnSpc>
                <a:spcPct val="110000"/>
              </a:lnSpc>
              <a:spcBef>
                <a:spcPts val="0"/>
              </a:spcBef>
              <a:spcAft>
                <a:spcPts val="0"/>
              </a:spcAft>
              <a:buNone/>
              <a:defRPr sz="2110" b="0">
                <a:solidFill>
                  <a:schemeClr val="tx1"/>
                </a:solidFill>
                <a:latin typeface="+mn-lt"/>
                <a:ea typeface="+mn-lt"/>
                <a:cs typeface="+mn-lt"/>
              </a:defRPr>
            </a:lvl3pPr>
            <a:lvl4pPr marL="0" indent="0" algn="ctr">
              <a:lnSpc>
                <a:spcPct val="110000"/>
              </a:lnSpc>
              <a:spcBef>
                <a:spcPts val="0"/>
              </a:spcBef>
              <a:spcAft>
                <a:spcPts val="0"/>
              </a:spcAft>
              <a:buNone/>
              <a:defRPr sz="2110" b="0">
                <a:solidFill>
                  <a:schemeClr val="tx1"/>
                </a:solidFill>
                <a:latin typeface="+mn-lt"/>
                <a:ea typeface="+mn-lt"/>
                <a:cs typeface="+mn-lt"/>
              </a:defRPr>
            </a:lvl4pPr>
            <a:lvl5pPr marL="0" indent="0" algn="ctr">
              <a:lnSpc>
                <a:spcPct val="110000"/>
              </a:lnSpc>
              <a:spcBef>
                <a:spcPts val="0"/>
              </a:spcBef>
              <a:spcAft>
                <a:spcPts val="0"/>
              </a:spcAft>
              <a:buNone/>
              <a:defRPr sz="2110" b="0">
                <a:solidFill>
                  <a:schemeClr val="tx1"/>
                </a:solidFill>
                <a:latin typeface="+mn-lt"/>
                <a:ea typeface="+mn-lt"/>
                <a:cs typeface="+mn-lt"/>
              </a:defRPr>
            </a:lvl5pPr>
            <a:lvl6pPr marL="0" indent="0" algn="ctr">
              <a:lnSpc>
                <a:spcPct val="110000"/>
              </a:lnSpc>
              <a:spcBef>
                <a:spcPts val="0"/>
              </a:spcBef>
              <a:spcAft>
                <a:spcPts val="0"/>
              </a:spcAft>
              <a:buNone/>
              <a:defRPr sz="2110" b="0">
                <a:solidFill>
                  <a:schemeClr val="tx1"/>
                </a:solidFill>
                <a:latin typeface="+mn-lt"/>
                <a:ea typeface="+mn-lt"/>
                <a:cs typeface="+mn-lt"/>
              </a:defRPr>
            </a:lvl6pPr>
            <a:lvl7pPr marL="0" indent="0" algn="ctr">
              <a:lnSpc>
                <a:spcPct val="110000"/>
              </a:lnSpc>
              <a:spcBef>
                <a:spcPts val="0"/>
              </a:spcBef>
              <a:spcAft>
                <a:spcPts val="0"/>
              </a:spcAft>
              <a:buNone/>
              <a:defRPr sz="2110" b="0">
                <a:solidFill>
                  <a:schemeClr val="tx1"/>
                </a:solidFill>
                <a:latin typeface="+mn-lt"/>
                <a:ea typeface="+mn-lt"/>
                <a:cs typeface="+mn-lt"/>
              </a:defRPr>
            </a:lvl7pPr>
            <a:lvl8pPr marL="0" indent="0" algn="ctr">
              <a:lnSpc>
                <a:spcPct val="110000"/>
              </a:lnSpc>
              <a:spcBef>
                <a:spcPts val="0"/>
              </a:spcBef>
              <a:spcAft>
                <a:spcPts val="0"/>
              </a:spcAft>
              <a:buNone/>
              <a:defRPr sz="2110" b="0">
                <a:solidFill>
                  <a:schemeClr val="tx1"/>
                </a:solidFill>
                <a:latin typeface="+mn-lt"/>
                <a:ea typeface="+mn-lt"/>
                <a:cs typeface="+mn-lt"/>
              </a:defRPr>
            </a:lvl8pPr>
            <a:lvl9pPr marL="0" indent="0" algn="ctr">
              <a:lnSpc>
                <a:spcPct val="110000"/>
              </a:lnSpc>
              <a:spcBef>
                <a:spcPts val="0"/>
              </a:spcBef>
              <a:spcAft>
                <a:spcPts val="0"/>
              </a:spcAft>
              <a:buNone/>
              <a:defRPr sz="211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66F7034-B9A7-49DA-9A52-6D9D93D2BC28}"/>
              </a:ext>
            </a:extLst>
          </p:cNvPr>
          <p:cNvSpPr>
            <a:spLocks xmlns:a="http://schemas.openxmlformats.org/drawingml/2006/main" noGrp="1"/>
          </p:cNvSpPr>
          <p:nvPr>
            <p:ph type="title" idx="0"/>
          </p:nvPr>
        </p:nvSpPr>
        <p:spPr>
          <a:xfrm xmlns:a="http://schemas.openxmlformats.org/drawingml/2006/main">
            <a:off x="1508806" y="2870930"/>
            <a:ext cx="12070446" cy="114837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20" b="1">
                <a:solidFill>
                  <a:schemeClr val="tx1"/>
                </a:solidFill>
                <a:latin typeface="+mj-lt"/>
                <a:ea typeface="+mj-lt"/>
                <a:cs typeface="+mj-lt"/>
              </a:defRPr>
            </a:defPPr>
            <a:lvl1pPr marL="0" indent="0" algn="ctr">
              <a:lnSpc>
                <a:spcPct val="110000"/>
              </a:lnSpc>
              <a:spcBef>
                <a:spcPts val="0"/>
              </a:spcBef>
              <a:spcAft>
                <a:spcPts val="0"/>
              </a:spcAft>
              <a:buNone/>
              <a:defRPr sz="4220" b="1">
                <a:solidFill>
                  <a:schemeClr val="tx1"/>
                </a:solidFill>
                <a:latin typeface="+mj-lt"/>
                <a:ea typeface="+mj-lt"/>
                <a:cs typeface="+mj-lt"/>
              </a:defRPr>
            </a:lvl1pPr>
            <a:lvl2pPr marL="0" indent="0" algn="ctr">
              <a:lnSpc>
                <a:spcPct val="110000"/>
              </a:lnSpc>
              <a:spcBef>
                <a:spcPts val="0"/>
              </a:spcBef>
              <a:spcAft>
                <a:spcPts val="0"/>
              </a:spcAft>
              <a:buNone/>
              <a:defRPr sz="4220" b="1">
                <a:solidFill>
                  <a:schemeClr val="tx1"/>
                </a:solidFill>
                <a:latin typeface="+mj-lt"/>
                <a:ea typeface="+mj-lt"/>
                <a:cs typeface="+mj-lt"/>
              </a:defRPr>
            </a:lvl2pPr>
            <a:lvl3pPr marL="0" indent="0" algn="ctr">
              <a:lnSpc>
                <a:spcPct val="110000"/>
              </a:lnSpc>
              <a:spcBef>
                <a:spcPts val="0"/>
              </a:spcBef>
              <a:spcAft>
                <a:spcPts val="0"/>
              </a:spcAft>
              <a:buNone/>
              <a:defRPr sz="4220" b="1">
                <a:solidFill>
                  <a:schemeClr val="tx1"/>
                </a:solidFill>
                <a:latin typeface="+mj-lt"/>
                <a:ea typeface="+mj-lt"/>
                <a:cs typeface="+mj-lt"/>
              </a:defRPr>
            </a:lvl3pPr>
            <a:lvl4pPr marL="0" indent="0" algn="ctr">
              <a:lnSpc>
                <a:spcPct val="110000"/>
              </a:lnSpc>
              <a:spcBef>
                <a:spcPts val="0"/>
              </a:spcBef>
              <a:spcAft>
                <a:spcPts val="0"/>
              </a:spcAft>
              <a:buNone/>
              <a:defRPr sz="4220" b="1">
                <a:solidFill>
                  <a:schemeClr val="tx1"/>
                </a:solidFill>
                <a:latin typeface="+mj-lt"/>
                <a:ea typeface="+mj-lt"/>
                <a:cs typeface="+mj-lt"/>
              </a:defRPr>
            </a:lvl4pPr>
            <a:lvl5pPr marL="0" indent="0" algn="ctr">
              <a:lnSpc>
                <a:spcPct val="110000"/>
              </a:lnSpc>
              <a:spcBef>
                <a:spcPts val="0"/>
              </a:spcBef>
              <a:spcAft>
                <a:spcPts val="0"/>
              </a:spcAft>
              <a:buNone/>
              <a:defRPr sz="4220" b="1">
                <a:solidFill>
                  <a:schemeClr val="tx1"/>
                </a:solidFill>
                <a:latin typeface="+mj-lt"/>
                <a:ea typeface="+mj-lt"/>
                <a:cs typeface="+mj-lt"/>
              </a:defRPr>
            </a:lvl5pPr>
            <a:lvl6pPr marL="0" indent="0" algn="ctr">
              <a:lnSpc>
                <a:spcPct val="110000"/>
              </a:lnSpc>
              <a:spcBef>
                <a:spcPts val="0"/>
              </a:spcBef>
              <a:spcAft>
                <a:spcPts val="0"/>
              </a:spcAft>
              <a:buNone/>
              <a:defRPr sz="4220" b="1">
                <a:solidFill>
                  <a:schemeClr val="tx1"/>
                </a:solidFill>
                <a:latin typeface="+mj-lt"/>
                <a:ea typeface="+mj-lt"/>
                <a:cs typeface="+mj-lt"/>
              </a:defRPr>
            </a:lvl6pPr>
            <a:lvl7pPr marL="0" indent="0" algn="ctr">
              <a:lnSpc>
                <a:spcPct val="110000"/>
              </a:lnSpc>
              <a:spcBef>
                <a:spcPts val="0"/>
              </a:spcBef>
              <a:spcAft>
                <a:spcPts val="0"/>
              </a:spcAft>
              <a:buNone/>
              <a:defRPr sz="4220" b="1">
                <a:solidFill>
                  <a:schemeClr val="tx1"/>
                </a:solidFill>
                <a:latin typeface="+mj-lt"/>
                <a:ea typeface="+mj-lt"/>
                <a:cs typeface="+mj-lt"/>
              </a:defRPr>
            </a:lvl7pPr>
            <a:lvl8pPr marL="0" indent="0" algn="ctr">
              <a:lnSpc>
                <a:spcPct val="110000"/>
              </a:lnSpc>
              <a:spcBef>
                <a:spcPts val="0"/>
              </a:spcBef>
              <a:spcAft>
                <a:spcPts val="0"/>
              </a:spcAft>
              <a:buNone/>
              <a:defRPr sz="4220" b="1">
                <a:solidFill>
                  <a:schemeClr val="tx1"/>
                </a:solidFill>
                <a:latin typeface="+mj-lt"/>
                <a:ea typeface="+mj-lt"/>
                <a:cs typeface="+mj-lt"/>
              </a:defRPr>
            </a:lvl8pPr>
            <a:lvl9pPr marL="0" indent="0" algn="ctr">
              <a:lnSpc>
                <a:spcPct val="110000"/>
              </a:lnSpc>
              <a:spcBef>
                <a:spcPts val="0"/>
              </a:spcBef>
              <a:spcAft>
                <a:spcPts val="0"/>
              </a:spcAft>
              <a:buNone/>
              <a:defRPr sz="422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11243A-E538-4ED6-8AC2-402FF2178BB8}"/>
              </a:ext>
            </a:extLst>
          </p:cNvPr>
          <p:cNvSpPr>
            <a:spLocks xmlns:a="http://schemas.openxmlformats.org/drawingml/2006/main" noGrp="1"/>
          </p:cNvSpPr>
          <p:nvPr>
            <p:ph type="title" idx="0"/>
          </p:nvPr>
        </p:nvSpPr>
        <p:spPr>
          <a:xfrm xmlns:a="http://schemas.openxmlformats.org/drawingml/2006/main">
            <a:off x="848703" y="535907"/>
            <a:ext cx="13390651" cy="8421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B60129-95A7-4B1F-8BD4-EFAB852A8190}"/>
              </a:ext>
            </a:extLst>
          </p:cNvPr>
          <p:cNvSpPr>
            <a:spLocks xmlns:a="http://schemas.openxmlformats.org/drawingml/2006/main" noGrp="1"/>
          </p:cNvSpPr>
          <p:nvPr>
            <p:ph type="body" idx="1"/>
          </p:nvPr>
        </p:nvSpPr>
        <p:spPr>
          <a:xfrm xmlns:a="http://schemas.openxmlformats.org/drawingml/2006/main">
            <a:off x="848703" y="1913954"/>
            <a:ext cx="13390651" cy="42872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60" b="0">
                <a:solidFill>
                  <a:schemeClr val="tx1"/>
                </a:solidFill>
                <a:latin typeface="+mn-lt"/>
                <a:ea typeface="+mn-lt"/>
                <a:cs typeface="+mn-lt"/>
              </a:defRPr>
            </a:defPPr>
            <a:lvl1pPr marL="229870" indent="-229870" algn="l">
              <a:lnSpc>
                <a:spcPct val="110000"/>
              </a:lnSpc>
              <a:spcBef>
                <a:spcPts val="0"/>
              </a:spcBef>
              <a:spcAft>
                <a:spcPts val="1205"/>
              </a:spcAft>
              <a:buChar char="•"/>
              <a:defRPr sz="2260" b="0">
                <a:solidFill>
                  <a:schemeClr val="tx1"/>
                </a:solidFill>
                <a:latin typeface="+mn-lt"/>
                <a:ea typeface="+mn-lt"/>
                <a:cs typeface="+mn-lt"/>
              </a:defRPr>
            </a:lvl1pPr>
            <a:lvl2pPr marL="535940" indent="-229870" algn="l">
              <a:lnSpc>
                <a:spcPct val="110000"/>
              </a:lnSpc>
              <a:spcBef>
                <a:spcPts val="0"/>
              </a:spcBef>
              <a:spcAft>
                <a:spcPts val="1205"/>
              </a:spcAft>
              <a:buChar char="•"/>
              <a:defRPr sz="2260" b="0">
                <a:solidFill>
                  <a:schemeClr val="tx1"/>
                </a:solidFill>
                <a:latin typeface="+mn-lt"/>
                <a:ea typeface="+mn-lt"/>
                <a:cs typeface="+mn-lt"/>
              </a:defRPr>
            </a:lvl2pPr>
            <a:lvl3pPr marL="842010" indent="-229870" algn="l">
              <a:lnSpc>
                <a:spcPct val="110000"/>
              </a:lnSpc>
              <a:spcBef>
                <a:spcPts val="0"/>
              </a:spcBef>
              <a:spcAft>
                <a:spcPts val="1205"/>
              </a:spcAft>
              <a:buChar char="•"/>
              <a:defRPr sz="2260" b="0">
                <a:solidFill>
                  <a:schemeClr val="tx1"/>
                </a:solidFill>
                <a:latin typeface="+mn-lt"/>
                <a:ea typeface="+mn-lt"/>
                <a:cs typeface="+mn-lt"/>
              </a:defRPr>
            </a:lvl3pPr>
            <a:lvl4pPr marL="1148080" indent="-229870" algn="l">
              <a:lnSpc>
                <a:spcPct val="110000"/>
              </a:lnSpc>
              <a:spcBef>
                <a:spcPts val="0"/>
              </a:spcBef>
              <a:spcAft>
                <a:spcPts val="1205"/>
              </a:spcAft>
              <a:buChar char="•"/>
              <a:defRPr sz="2260" b="0">
                <a:solidFill>
                  <a:schemeClr val="tx1"/>
                </a:solidFill>
                <a:latin typeface="+mn-lt"/>
                <a:ea typeface="+mn-lt"/>
                <a:cs typeface="+mn-lt"/>
              </a:defRPr>
            </a:lvl4pPr>
            <a:lvl5pPr marL="1454785" indent="-229870" algn="l">
              <a:lnSpc>
                <a:spcPct val="110000"/>
              </a:lnSpc>
              <a:spcBef>
                <a:spcPts val="0"/>
              </a:spcBef>
              <a:spcAft>
                <a:spcPts val="1205"/>
              </a:spcAft>
              <a:buChar char="•"/>
              <a:defRPr sz="2260" b="0">
                <a:solidFill>
                  <a:schemeClr val="tx1"/>
                </a:solidFill>
                <a:latin typeface="+mn-lt"/>
                <a:ea typeface="+mn-lt"/>
                <a:cs typeface="+mn-lt"/>
              </a:defRPr>
            </a:lvl5pPr>
            <a:lvl6pPr marL="1760855" indent="-229870" algn="l">
              <a:lnSpc>
                <a:spcPct val="110000"/>
              </a:lnSpc>
              <a:spcBef>
                <a:spcPts val="0"/>
              </a:spcBef>
              <a:spcAft>
                <a:spcPts val="1205"/>
              </a:spcAft>
              <a:buChar char="•"/>
              <a:defRPr sz="2260" b="0">
                <a:solidFill>
                  <a:schemeClr val="tx1"/>
                </a:solidFill>
                <a:latin typeface="+mn-lt"/>
                <a:ea typeface="+mn-lt"/>
                <a:cs typeface="+mn-lt"/>
              </a:defRPr>
            </a:lvl6pPr>
            <a:lvl7pPr marL="2066925" indent="-229870" algn="l">
              <a:lnSpc>
                <a:spcPct val="110000"/>
              </a:lnSpc>
              <a:spcBef>
                <a:spcPts val="0"/>
              </a:spcBef>
              <a:spcAft>
                <a:spcPts val="1205"/>
              </a:spcAft>
              <a:buChar char="•"/>
              <a:defRPr sz="2260" b="0">
                <a:solidFill>
                  <a:schemeClr val="tx1"/>
                </a:solidFill>
                <a:latin typeface="+mn-lt"/>
                <a:ea typeface="+mn-lt"/>
                <a:cs typeface="+mn-lt"/>
              </a:defRPr>
            </a:lvl7pPr>
            <a:lvl8pPr marL="2372995" indent="-229870" algn="l">
              <a:lnSpc>
                <a:spcPct val="110000"/>
              </a:lnSpc>
              <a:spcBef>
                <a:spcPts val="0"/>
              </a:spcBef>
              <a:spcAft>
                <a:spcPts val="1205"/>
              </a:spcAft>
              <a:buChar char="•"/>
              <a:defRPr sz="2260" b="0">
                <a:solidFill>
                  <a:schemeClr val="tx1"/>
                </a:solidFill>
                <a:latin typeface="+mn-lt"/>
                <a:ea typeface="+mn-lt"/>
                <a:cs typeface="+mn-lt"/>
              </a:defRPr>
            </a:lvl8pPr>
            <a:lvl9pPr marL="2679700" indent="-229870" algn="l">
              <a:lnSpc>
                <a:spcPct val="110000"/>
              </a:lnSpc>
              <a:spcBef>
                <a:spcPts val="0"/>
              </a:spcBef>
              <a:spcAft>
                <a:spcPts val="1205"/>
              </a:spcAft>
              <a:buChar char="•"/>
              <a:defRPr sz="226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E78BED-E5FA-4A3B-BEBB-5C8DD4925A84}"/>
              </a:ext>
            </a:extLst>
          </p:cNvPr>
          <p:cNvSpPr>
            <a:spLocks xmlns:a="http://schemas.openxmlformats.org/drawingml/2006/main" noGrp="1"/>
          </p:cNvSpPr>
          <p:nvPr>
            <p:ph type="title" idx="0"/>
          </p:nvPr>
        </p:nvSpPr>
        <p:spPr>
          <a:xfrm xmlns:a="http://schemas.openxmlformats.org/drawingml/2006/main">
            <a:off x="848703" y="535907"/>
            <a:ext cx="13390651" cy="8421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48B421-898D-4E92-81CE-C628F9EABFE1}"/>
              </a:ext>
            </a:extLst>
          </p:cNvPr>
          <p:cNvSpPr>
            <a:spLocks xmlns:a="http://schemas.openxmlformats.org/drawingml/2006/main" noGrp="1"/>
          </p:cNvSpPr>
          <p:nvPr>
            <p:ph type="body" idx="1"/>
          </p:nvPr>
        </p:nvSpPr>
        <p:spPr>
          <a:xfrm xmlns:a="http://schemas.openxmlformats.org/drawingml/2006/main">
            <a:off x="848703" y="1913954"/>
            <a:ext cx="6223824" cy="42872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10" b="0">
                <a:solidFill>
                  <a:schemeClr val="tx1"/>
                </a:solidFill>
                <a:latin typeface="+mn-lt"/>
                <a:ea typeface="+mn-lt"/>
                <a:cs typeface="+mn-lt"/>
              </a:defRPr>
            </a:defPPr>
            <a:lvl1pPr marL="229870" indent="-229870" algn="l">
              <a:lnSpc>
                <a:spcPct val="110000"/>
              </a:lnSpc>
              <a:spcBef>
                <a:spcPts val="0"/>
              </a:spcBef>
              <a:spcAft>
                <a:spcPts val="1205"/>
              </a:spcAft>
              <a:buChar char="•"/>
              <a:defRPr sz="2110" b="0">
                <a:solidFill>
                  <a:schemeClr val="tx1"/>
                </a:solidFill>
                <a:latin typeface="+mn-lt"/>
                <a:ea typeface="+mn-lt"/>
                <a:cs typeface="+mn-lt"/>
              </a:defRPr>
            </a:lvl1pPr>
            <a:lvl2pPr marL="535940" indent="-229870" algn="l">
              <a:lnSpc>
                <a:spcPct val="110000"/>
              </a:lnSpc>
              <a:spcBef>
                <a:spcPts val="0"/>
              </a:spcBef>
              <a:spcAft>
                <a:spcPts val="1205"/>
              </a:spcAft>
              <a:buChar char="•"/>
              <a:defRPr sz="2110" b="0">
                <a:solidFill>
                  <a:schemeClr val="tx1"/>
                </a:solidFill>
                <a:latin typeface="+mn-lt"/>
                <a:ea typeface="+mn-lt"/>
                <a:cs typeface="+mn-lt"/>
              </a:defRPr>
            </a:lvl2pPr>
            <a:lvl3pPr marL="842010" indent="-229870" algn="l">
              <a:lnSpc>
                <a:spcPct val="110000"/>
              </a:lnSpc>
              <a:spcBef>
                <a:spcPts val="0"/>
              </a:spcBef>
              <a:spcAft>
                <a:spcPts val="1205"/>
              </a:spcAft>
              <a:buChar char="•"/>
              <a:defRPr sz="2110" b="0">
                <a:solidFill>
                  <a:schemeClr val="tx1"/>
                </a:solidFill>
                <a:latin typeface="+mn-lt"/>
                <a:ea typeface="+mn-lt"/>
                <a:cs typeface="+mn-lt"/>
              </a:defRPr>
            </a:lvl3pPr>
            <a:lvl4pPr marL="1148080" indent="-229870" algn="l">
              <a:lnSpc>
                <a:spcPct val="110000"/>
              </a:lnSpc>
              <a:spcBef>
                <a:spcPts val="0"/>
              </a:spcBef>
              <a:spcAft>
                <a:spcPts val="1205"/>
              </a:spcAft>
              <a:buChar char="•"/>
              <a:defRPr sz="2110" b="0">
                <a:solidFill>
                  <a:schemeClr val="tx1"/>
                </a:solidFill>
                <a:latin typeface="+mn-lt"/>
                <a:ea typeface="+mn-lt"/>
                <a:cs typeface="+mn-lt"/>
              </a:defRPr>
            </a:lvl4pPr>
            <a:lvl5pPr marL="1454785" indent="-229870" algn="l">
              <a:lnSpc>
                <a:spcPct val="110000"/>
              </a:lnSpc>
              <a:spcBef>
                <a:spcPts val="0"/>
              </a:spcBef>
              <a:spcAft>
                <a:spcPts val="1205"/>
              </a:spcAft>
              <a:buChar char="•"/>
              <a:defRPr sz="2110" b="0">
                <a:solidFill>
                  <a:schemeClr val="tx1"/>
                </a:solidFill>
                <a:latin typeface="+mn-lt"/>
                <a:ea typeface="+mn-lt"/>
                <a:cs typeface="+mn-lt"/>
              </a:defRPr>
            </a:lvl5pPr>
            <a:lvl6pPr marL="1760855" indent="-229870" algn="l">
              <a:lnSpc>
                <a:spcPct val="110000"/>
              </a:lnSpc>
              <a:spcBef>
                <a:spcPts val="0"/>
              </a:spcBef>
              <a:spcAft>
                <a:spcPts val="1205"/>
              </a:spcAft>
              <a:buChar char="•"/>
              <a:defRPr sz="2110" b="0">
                <a:solidFill>
                  <a:schemeClr val="tx1"/>
                </a:solidFill>
                <a:latin typeface="+mn-lt"/>
                <a:ea typeface="+mn-lt"/>
                <a:cs typeface="+mn-lt"/>
              </a:defRPr>
            </a:lvl6pPr>
            <a:lvl7pPr marL="2066925" indent="-229870" algn="l">
              <a:lnSpc>
                <a:spcPct val="110000"/>
              </a:lnSpc>
              <a:spcBef>
                <a:spcPts val="0"/>
              </a:spcBef>
              <a:spcAft>
                <a:spcPts val="1205"/>
              </a:spcAft>
              <a:buChar char="•"/>
              <a:defRPr sz="2110" b="0">
                <a:solidFill>
                  <a:schemeClr val="tx1"/>
                </a:solidFill>
                <a:latin typeface="+mn-lt"/>
                <a:ea typeface="+mn-lt"/>
                <a:cs typeface="+mn-lt"/>
              </a:defRPr>
            </a:lvl7pPr>
            <a:lvl8pPr marL="2372995" indent="-229870" algn="l">
              <a:lnSpc>
                <a:spcPct val="110000"/>
              </a:lnSpc>
              <a:spcBef>
                <a:spcPts val="0"/>
              </a:spcBef>
              <a:spcAft>
                <a:spcPts val="1205"/>
              </a:spcAft>
              <a:buChar char="•"/>
              <a:defRPr sz="2110" b="0">
                <a:solidFill>
                  <a:schemeClr val="tx1"/>
                </a:solidFill>
                <a:latin typeface="+mn-lt"/>
                <a:ea typeface="+mn-lt"/>
                <a:cs typeface="+mn-lt"/>
              </a:defRPr>
            </a:lvl8pPr>
            <a:lvl9pPr marL="2679700" indent="-229870" algn="l">
              <a:lnSpc>
                <a:spcPct val="110000"/>
              </a:lnSpc>
              <a:spcBef>
                <a:spcPts val="0"/>
              </a:spcBef>
              <a:spcAft>
                <a:spcPts val="1205"/>
              </a:spcAft>
              <a:buChar char="•"/>
              <a:defRPr sz="211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DF315A-BE62-4BCB-B856-26CEE486A708}"/>
              </a:ext>
            </a:extLst>
          </p:cNvPr>
          <p:cNvSpPr>
            <a:spLocks xmlns:a="http://schemas.openxmlformats.org/drawingml/2006/main" noGrp="1"/>
          </p:cNvSpPr>
          <p:nvPr>
            <p:ph type="body" idx="2"/>
          </p:nvPr>
        </p:nvSpPr>
        <p:spPr>
          <a:xfrm xmlns:a="http://schemas.openxmlformats.org/drawingml/2006/main">
            <a:off x="8015530" y="1913954"/>
            <a:ext cx="6223824" cy="42872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10" b="0">
                <a:solidFill>
                  <a:schemeClr val="tx1"/>
                </a:solidFill>
                <a:latin typeface="+mn-lt"/>
                <a:ea typeface="+mn-lt"/>
                <a:cs typeface="+mn-lt"/>
              </a:defRPr>
            </a:defPPr>
            <a:lvl1pPr marL="229870" indent="-229870" algn="l">
              <a:lnSpc>
                <a:spcPct val="110000"/>
              </a:lnSpc>
              <a:spcBef>
                <a:spcPts val="0"/>
              </a:spcBef>
              <a:spcAft>
                <a:spcPts val="1205"/>
              </a:spcAft>
              <a:buChar char="•"/>
              <a:defRPr sz="2110" b="0">
                <a:solidFill>
                  <a:schemeClr val="tx1"/>
                </a:solidFill>
                <a:latin typeface="+mn-lt"/>
                <a:ea typeface="+mn-lt"/>
                <a:cs typeface="+mn-lt"/>
              </a:defRPr>
            </a:lvl1pPr>
            <a:lvl2pPr marL="535940" indent="-229870" algn="l">
              <a:lnSpc>
                <a:spcPct val="110000"/>
              </a:lnSpc>
              <a:spcBef>
                <a:spcPts val="0"/>
              </a:spcBef>
              <a:spcAft>
                <a:spcPts val="1205"/>
              </a:spcAft>
              <a:buChar char="•"/>
              <a:defRPr sz="2110" b="0">
                <a:solidFill>
                  <a:schemeClr val="tx1"/>
                </a:solidFill>
                <a:latin typeface="+mn-lt"/>
                <a:ea typeface="+mn-lt"/>
                <a:cs typeface="+mn-lt"/>
              </a:defRPr>
            </a:lvl2pPr>
            <a:lvl3pPr marL="842010" indent="-229870" algn="l">
              <a:lnSpc>
                <a:spcPct val="110000"/>
              </a:lnSpc>
              <a:spcBef>
                <a:spcPts val="0"/>
              </a:spcBef>
              <a:spcAft>
                <a:spcPts val="1205"/>
              </a:spcAft>
              <a:buChar char="•"/>
              <a:defRPr sz="2110" b="0">
                <a:solidFill>
                  <a:schemeClr val="tx1"/>
                </a:solidFill>
                <a:latin typeface="+mn-lt"/>
                <a:ea typeface="+mn-lt"/>
                <a:cs typeface="+mn-lt"/>
              </a:defRPr>
            </a:lvl3pPr>
            <a:lvl4pPr marL="1148080" indent="-229870" algn="l">
              <a:lnSpc>
                <a:spcPct val="110000"/>
              </a:lnSpc>
              <a:spcBef>
                <a:spcPts val="0"/>
              </a:spcBef>
              <a:spcAft>
                <a:spcPts val="1205"/>
              </a:spcAft>
              <a:buChar char="•"/>
              <a:defRPr sz="2110" b="0">
                <a:solidFill>
                  <a:schemeClr val="tx1"/>
                </a:solidFill>
                <a:latin typeface="+mn-lt"/>
                <a:ea typeface="+mn-lt"/>
                <a:cs typeface="+mn-lt"/>
              </a:defRPr>
            </a:lvl4pPr>
            <a:lvl5pPr marL="1454785" indent="-229870" algn="l">
              <a:lnSpc>
                <a:spcPct val="110000"/>
              </a:lnSpc>
              <a:spcBef>
                <a:spcPts val="0"/>
              </a:spcBef>
              <a:spcAft>
                <a:spcPts val="1205"/>
              </a:spcAft>
              <a:buChar char="•"/>
              <a:defRPr sz="2110" b="0">
                <a:solidFill>
                  <a:schemeClr val="tx1"/>
                </a:solidFill>
                <a:latin typeface="+mn-lt"/>
                <a:ea typeface="+mn-lt"/>
                <a:cs typeface="+mn-lt"/>
              </a:defRPr>
            </a:lvl5pPr>
            <a:lvl6pPr marL="1760855" indent="-229870" algn="l">
              <a:lnSpc>
                <a:spcPct val="110000"/>
              </a:lnSpc>
              <a:spcBef>
                <a:spcPts val="0"/>
              </a:spcBef>
              <a:spcAft>
                <a:spcPts val="1205"/>
              </a:spcAft>
              <a:buChar char="•"/>
              <a:defRPr sz="2110" b="0">
                <a:solidFill>
                  <a:schemeClr val="tx1"/>
                </a:solidFill>
                <a:latin typeface="+mn-lt"/>
                <a:ea typeface="+mn-lt"/>
                <a:cs typeface="+mn-lt"/>
              </a:defRPr>
            </a:lvl6pPr>
            <a:lvl7pPr marL="2066925" indent="-229870" algn="l">
              <a:lnSpc>
                <a:spcPct val="110000"/>
              </a:lnSpc>
              <a:spcBef>
                <a:spcPts val="0"/>
              </a:spcBef>
              <a:spcAft>
                <a:spcPts val="1205"/>
              </a:spcAft>
              <a:buChar char="•"/>
              <a:defRPr sz="2110" b="0">
                <a:solidFill>
                  <a:schemeClr val="tx1"/>
                </a:solidFill>
                <a:latin typeface="+mn-lt"/>
                <a:ea typeface="+mn-lt"/>
                <a:cs typeface="+mn-lt"/>
              </a:defRPr>
            </a:lvl7pPr>
            <a:lvl8pPr marL="2372995" indent="-229870" algn="l">
              <a:lnSpc>
                <a:spcPct val="110000"/>
              </a:lnSpc>
              <a:spcBef>
                <a:spcPts val="0"/>
              </a:spcBef>
              <a:spcAft>
                <a:spcPts val="1205"/>
              </a:spcAft>
              <a:buChar char="•"/>
              <a:defRPr sz="2110" b="0">
                <a:solidFill>
                  <a:schemeClr val="tx1"/>
                </a:solidFill>
                <a:latin typeface="+mn-lt"/>
                <a:ea typeface="+mn-lt"/>
                <a:cs typeface="+mn-lt"/>
              </a:defRPr>
            </a:lvl8pPr>
            <a:lvl9pPr marL="2679700" indent="-229870" algn="l">
              <a:lnSpc>
                <a:spcPct val="110000"/>
              </a:lnSpc>
              <a:spcBef>
                <a:spcPts val="0"/>
              </a:spcBef>
              <a:spcAft>
                <a:spcPts val="1205"/>
              </a:spcAft>
              <a:buChar char="•"/>
              <a:defRPr sz="211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639BAB-1ABF-43CD-BDC1-3FBE090DE29F}"/>
              </a:ext>
            </a:extLst>
          </p:cNvPr>
          <p:cNvSpPr>
            <a:spLocks xmlns:a="http://schemas.openxmlformats.org/drawingml/2006/main" noGrp="1"/>
          </p:cNvSpPr>
          <p:nvPr>
            <p:ph type="title" idx="0"/>
          </p:nvPr>
        </p:nvSpPr>
        <p:spPr>
          <a:xfrm xmlns:a="http://schemas.openxmlformats.org/drawingml/2006/main">
            <a:off x="848703" y="535907"/>
            <a:ext cx="13390651" cy="84214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15" b="1">
                <a:solidFill>
                  <a:schemeClr val="tx1"/>
                </a:solidFill>
                <a:latin typeface="+mj-lt"/>
                <a:ea typeface="+mj-lt"/>
                <a:cs typeface="+mj-lt"/>
              </a:defRPr>
            </a:defPPr>
            <a:lvl1pPr marL="0" indent="0" algn="l">
              <a:lnSpc>
                <a:spcPct val="110000"/>
              </a:lnSpc>
              <a:spcBef>
                <a:spcPts val="0"/>
              </a:spcBef>
              <a:spcAft>
                <a:spcPts val="0"/>
              </a:spcAft>
              <a:buNone/>
              <a:defRPr sz="3315" b="1">
                <a:solidFill>
                  <a:schemeClr val="tx1"/>
                </a:solidFill>
                <a:latin typeface="+mj-lt"/>
                <a:ea typeface="+mj-lt"/>
                <a:cs typeface="+mj-lt"/>
              </a:defRPr>
            </a:lvl1pPr>
            <a:lvl2pPr marL="0" indent="0" algn="l">
              <a:lnSpc>
                <a:spcPct val="110000"/>
              </a:lnSpc>
              <a:spcBef>
                <a:spcPts val="0"/>
              </a:spcBef>
              <a:spcAft>
                <a:spcPts val="0"/>
              </a:spcAft>
              <a:buNone/>
              <a:defRPr sz="3315" b="1">
                <a:solidFill>
                  <a:schemeClr val="tx1"/>
                </a:solidFill>
                <a:latin typeface="+mj-lt"/>
                <a:ea typeface="+mj-lt"/>
                <a:cs typeface="+mj-lt"/>
              </a:defRPr>
            </a:lvl2pPr>
            <a:lvl3pPr marL="0" indent="0" algn="l">
              <a:lnSpc>
                <a:spcPct val="110000"/>
              </a:lnSpc>
              <a:spcBef>
                <a:spcPts val="0"/>
              </a:spcBef>
              <a:spcAft>
                <a:spcPts val="0"/>
              </a:spcAft>
              <a:buNone/>
              <a:defRPr sz="3315" b="1">
                <a:solidFill>
                  <a:schemeClr val="tx1"/>
                </a:solidFill>
                <a:latin typeface="+mj-lt"/>
                <a:ea typeface="+mj-lt"/>
                <a:cs typeface="+mj-lt"/>
              </a:defRPr>
            </a:lvl3pPr>
            <a:lvl4pPr marL="0" indent="0" algn="l">
              <a:lnSpc>
                <a:spcPct val="110000"/>
              </a:lnSpc>
              <a:spcBef>
                <a:spcPts val="0"/>
              </a:spcBef>
              <a:spcAft>
                <a:spcPts val="0"/>
              </a:spcAft>
              <a:buNone/>
              <a:defRPr sz="3315" b="1">
                <a:solidFill>
                  <a:schemeClr val="tx1"/>
                </a:solidFill>
                <a:latin typeface="+mj-lt"/>
                <a:ea typeface="+mj-lt"/>
                <a:cs typeface="+mj-lt"/>
              </a:defRPr>
            </a:lvl4pPr>
            <a:lvl5pPr marL="0" indent="0" algn="l">
              <a:lnSpc>
                <a:spcPct val="110000"/>
              </a:lnSpc>
              <a:spcBef>
                <a:spcPts val="0"/>
              </a:spcBef>
              <a:spcAft>
                <a:spcPts val="0"/>
              </a:spcAft>
              <a:buNone/>
              <a:defRPr sz="3315" b="1">
                <a:solidFill>
                  <a:schemeClr val="tx1"/>
                </a:solidFill>
                <a:latin typeface="+mj-lt"/>
                <a:ea typeface="+mj-lt"/>
                <a:cs typeface="+mj-lt"/>
              </a:defRPr>
            </a:lvl5pPr>
            <a:lvl6pPr marL="0" indent="0" algn="l">
              <a:lnSpc>
                <a:spcPct val="110000"/>
              </a:lnSpc>
              <a:spcBef>
                <a:spcPts val="0"/>
              </a:spcBef>
              <a:spcAft>
                <a:spcPts val="0"/>
              </a:spcAft>
              <a:buNone/>
              <a:defRPr sz="3315" b="1">
                <a:solidFill>
                  <a:schemeClr val="tx1"/>
                </a:solidFill>
                <a:latin typeface="+mj-lt"/>
                <a:ea typeface="+mj-lt"/>
                <a:cs typeface="+mj-lt"/>
              </a:defRPr>
            </a:lvl6pPr>
            <a:lvl7pPr marL="0" indent="0" algn="l">
              <a:lnSpc>
                <a:spcPct val="110000"/>
              </a:lnSpc>
              <a:spcBef>
                <a:spcPts val="0"/>
              </a:spcBef>
              <a:spcAft>
                <a:spcPts val="0"/>
              </a:spcAft>
              <a:buNone/>
              <a:defRPr sz="3315" b="1">
                <a:solidFill>
                  <a:schemeClr val="tx1"/>
                </a:solidFill>
                <a:latin typeface="+mj-lt"/>
                <a:ea typeface="+mj-lt"/>
                <a:cs typeface="+mj-lt"/>
              </a:defRPr>
            </a:lvl7pPr>
            <a:lvl8pPr marL="0" indent="0" algn="l">
              <a:lnSpc>
                <a:spcPct val="110000"/>
              </a:lnSpc>
              <a:spcBef>
                <a:spcPts val="0"/>
              </a:spcBef>
              <a:spcAft>
                <a:spcPts val="0"/>
              </a:spcAft>
              <a:buNone/>
              <a:defRPr sz="3315" b="1">
                <a:solidFill>
                  <a:schemeClr val="tx1"/>
                </a:solidFill>
                <a:latin typeface="+mj-lt"/>
                <a:ea typeface="+mj-lt"/>
                <a:cs typeface="+mj-lt"/>
              </a:defRPr>
            </a:lvl8pPr>
            <a:lvl9pPr marL="0" indent="0" algn="l">
              <a:lnSpc>
                <a:spcPct val="110000"/>
              </a:lnSpc>
              <a:spcBef>
                <a:spcPts val="0"/>
              </a:spcBef>
              <a:spcAft>
                <a:spcPts val="0"/>
              </a:spcAft>
              <a:buNone/>
              <a:defRPr sz="331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908A57-70B7-482A-BC41-8AA08834C5B5}"/>
              </a:ext>
            </a:extLst>
          </p:cNvPr>
          <p:cNvSpPr>
            <a:spLocks xmlns:a="http://schemas.openxmlformats.org/drawingml/2006/main" noGrp="1"/>
          </p:cNvSpPr>
          <p:nvPr>
            <p:ph type="body" idx="1"/>
          </p:nvPr>
        </p:nvSpPr>
        <p:spPr>
          <a:xfrm xmlns:a="http://schemas.openxmlformats.org/drawingml/2006/main">
            <a:off x="848703" y="1913954"/>
            <a:ext cx="6223824" cy="42872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60" b="0">
                <a:solidFill>
                  <a:schemeClr val="tx1"/>
                </a:solidFill>
                <a:latin typeface="+mn-lt"/>
                <a:ea typeface="+mn-lt"/>
                <a:cs typeface="+mn-lt"/>
              </a:defRPr>
            </a:defPPr>
            <a:lvl1pPr marL="229870" indent="-229870" algn="l">
              <a:lnSpc>
                <a:spcPct val="110000"/>
              </a:lnSpc>
              <a:spcBef>
                <a:spcPts val="0"/>
              </a:spcBef>
              <a:spcAft>
                <a:spcPts val="1205"/>
              </a:spcAft>
              <a:buChar char="•"/>
              <a:defRPr sz="2260" b="0">
                <a:solidFill>
                  <a:schemeClr val="tx1"/>
                </a:solidFill>
                <a:latin typeface="+mn-lt"/>
                <a:ea typeface="+mn-lt"/>
                <a:cs typeface="+mn-lt"/>
              </a:defRPr>
            </a:lvl1pPr>
            <a:lvl2pPr marL="535940" indent="-229870" algn="l">
              <a:lnSpc>
                <a:spcPct val="110000"/>
              </a:lnSpc>
              <a:spcBef>
                <a:spcPts val="0"/>
              </a:spcBef>
              <a:spcAft>
                <a:spcPts val="1205"/>
              </a:spcAft>
              <a:buChar char="•"/>
              <a:defRPr sz="2260" b="0">
                <a:solidFill>
                  <a:schemeClr val="tx1"/>
                </a:solidFill>
                <a:latin typeface="+mn-lt"/>
                <a:ea typeface="+mn-lt"/>
                <a:cs typeface="+mn-lt"/>
              </a:defRPr>
            </a:lvl2pPr>
            <a:lvl3pPr marL="842010" indent="-229870" algn="l">
              <a:lnSpc>
                <a:spcPct val="110000"/>
              </a:lnSpc>
              <a:spcBef>
                <a:spcPts val="0"/>
              </a:spcBef>
              <a:spcAft>
                <a:spcPts val="1205"/>
              </a:spcAft>
              <a:buChar char="•"/>
              <a:defRPr sz="2260" b="0">
                <a:solidFill>
                  <a:schemeClr val="tx1"/>
                </a:solidFill>
                <a:latin typeface="+mn-lt"/>
                <a:ea typeface="+mn-lt"/>
                <a:cs typeface="+mn-lt"/>
              </a:defRPr>
            </a:lvl3pPr>
            <a:lvl4pPr marL="1148080" indent="-229870" algn="l">
              <a:lnSpc>
                <a:spcPct val="110000"/>
              </a:lnSpc>
              <a:spcBef>
                <a:spcPts val="0"/>
              </a:spcBef>
              <a:spcAft>
                <a:spcPts val="1205"/>
              </a:spcAft>
              <a:buChar char="•"/>
              <a:defRPr sz="2260" b="0">
                <a:solidFill>
                  <a:schemeClr val="tx1"/>
                </a:solidFill>
                <a:latin typeface="+mn-lt"/>
                <a:ea typeface="+mn-lt"/>
                <a:cs typeface="+mn-lt"/>
              </a:defRPr>
            </a:lvl4pPr>
            <a:lvl5pPr marL="1454785" indent="-229870" algn="l">
              <a:lnSpc>
                <a:spcPct val="110000"/>
              </a:lnSpc>
              <a:spcBef>
                <a:spcPts val="0"/>
              </a:spcBef>
              <a:spcAft>
                <a:spcPts val="1205"/>
              </a:spcAft>
              <a:buChar char="•"/>
              <a:defRPr sz="2260" b="0">
                <a:solidFill>
                  <a:schemeClr val="tx1"/>
                </a:solidFill>
                <a:latin typeface="+mn-lt"/>
                <a:ea typeface="+mn-lt"/>
                <a:cs typeface="+mn-lt"/>
              </a:defRPr>
            </a:lvl5pPr>
            <a:lvl6pPr marL="1760855" indent="-229870" algn="l">
              <a:lnSpc>
                <a:spcPct val="110000"/>
              </a:lnSpc>
              <a:spcBef>
                <a:spcPts val="0"/>
              </a:spcBef>
              <a:spcAft>
                <a:spcPts val="1205"/>
              </a:spcAft>
              <a:buChar char="•"/>
              <a:defRPr sz="2260" b="0">
                <a:solidFill>
                  <a:schemeClr val="tx1"/>
                </a:solidFill>
                <a:latin typeface="+mn-lt"/>
                <a:ea typeface="+mn-lt"/>
                <a:cs typeface="+mn-lt"/>
              </a:defRPr>
            </a:lvl6pPr>
            <a:lvl7pPr marL="2066925" indent="-229870" algn="l">
              <a:lnSpc>
                <a:spcPct val="110000"/>
              </a:lnSpc>
              <a:spcBef>
                <a:spcPts val="0"/>
              </a:spcBef>
              <a:spcAft>
                <a:spcPts val="1205"/>
              </a:spcAft>
              <a:buChar char="•"/>
              <a:defRPr sz="2260" b="0">
                <a:solidFill>
                  <a:schemeClr val="tx1"/>
                </a:solidFill>
                <a:latin typeface="+mn-lt"/>
                <a:ea typeface="+mn-lt"/>
                <a:cs typeface="+mn-lt"/>
              </a:defRPr>
            </a:lvl7pPr>
            <a:lvl8pPr marL="2372995" indent="-229870" algn="l">
              <a:lnSpc>
                <a:spcPct val="110000"/>
              </a:lnSpc>
              <a:spcBef>
                <a:spcPts val="0"/>
              </a:spcBef>
              <a:spcAft>
                <a:spcPts val="1205"/>
              </a:spcAft>
              <a:buChar char="•"/>
              <a:defRPr sz="2260" b="0">
                <a:solidFill>
                  <a:schemeClr val="tx1"/>
                </a:solidFill>
                <a:latin typeface="+mn-lt"/>
                <a:ea typeface="+mn-lt"/>
                <a:cs typeface="+mn-lt"/>
              </a:defRPr>
            </a:lvl8pPr>
            <a:lvl9pPr marL="2679700" indent="-229870" algn="l">
              <a:lnSpc>
                <a:spcPct val="110000"/>
              </a:lnSpc>
              <a:spcBef>
                <a:spcPts val="0"/>
              </a:spcBef>
              <a:spcAft>
                <a:spcPts val="1205"/>
              </a:spcAft>
              <a:buChar char="•"/>
              <a:defRPr sz="226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5bf440af604357" /><Relationship Type="http://schemas.openxmlformats.org/officeDocument/2006/relationships/slideLayout" Target="/ppt/slideLayouts/slideLayout1.xml" Id="R8bc5d851b74f4e11" /><Relationship Type="http://schemas.openxmlformats.org/officeDocument/2006/relationships/slideLayout" Target="/ppt/slideLayouts/slideLayout2.xml" Id="R9c0debacf2fc4e56" /><Relationship Type="http://schemas.openxmlformats.org/officeDocument/2006/relationships/slideLayout" Target="/ppt/slideLayouts/slideLayout3.xml" Id="R3602bd1b2b45465c" /><Relationship Type="http://schemas.openxmlformats.org/officeDocument/2006/relationships/slideLayout" Target="/ppt/slideLayouts/slideLayout4.xml" Id="R32a3026ac0e94225" /><Relationship Type="http://schemas.openxmlformats.org/officeDocument/2006/relationships/slideLayout" Target="/ppt/slideLayouts/slideLayout5.xml" Id="R7b1b890a2e984162" /><Relationship Type="http://schemas.openxmlformats.org/officeDocument/2006/relationships/slideLayout" Target="/ppt/slideLayouts/slideLayout6.xml" Id="Ref7b663af6704ea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5d851b74f4e11"/>
    <p:sldLayoutId xmlns:r="http://schemas.openxmlformats.org/officeDocument/2006/relationships" id="2147483650" r:id="R9c0debacf2fc4e56"/>
    <p:sldLayoutId xmlns:r="http://schemas.openxmlformats.org/officeDocument/2006/relationships" id="2147483651" r:id="R3602bd1b2b45465c"/>
    <p:sldLayoutId xmlns:r="http://schemas.openxmlformats.org/officeDocument/2006/relationships" id="2147483652" r:id="R32a3026ac0e94225"/>
    <p:sldLayoutId xmlns:r="http://schemas.openxmlformats.org/officeDocument/2006/relationships" id="2147483653" r:id="R7b1b890a2e984162"/>
    <p:sldLayoutId xmlns:r="http://schemas.openxmlformats.org/officeDocument/2006/relationships" id="2147483654" r:id="Ref7b663af6704e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f30e56507574543" /><Relationship Type="http://schemas.openxmlformats.org/officeDocument/2006/relationships/image" Target="/ppt/media/image.png" Id="Rf341328e0b124d71" /><Relationship Type="http://schemas.openxmlformats.org/officeDocument/2006/relationships/image" Target="/ppt/media/image2.png" Id="R4803aed1176e4301" /><Relationship Type="http://schemas.openxmlformats.org/officeDocument/2006/relationships/image" Target="/ppt/media/image3.png" Id="R9aab53398a0e4dd2" /><Relationship Type="http://schemas.openxmlformats.org/officeDocument/2006/relationships/image" Target="/ppt/media/image4.png" Id="Rd471208d5eb64df4" /><Relationship Type="http://schemas.openxmlformats.org/officeDocument/2006/relationships/image" Target="/ppt/media/image.svg" Id="Rcb22e1fcb84f45b0" /><Relationship Type="http://schemas.openxmlformats.org/officeDocument/2006/relationships/image" Target="/ppt/media/image5.png" Id="R043f365659eb4d18" /><Relationship Type="http://schemas.openxmlformats.org/officeDocument/2006/relationships/image" Target="/ppt/media/image2.svg" Id="R02274a0746fd4bb0" /><Relationship Type="http://schemas.openxmlformats.org/officeDocument/2006/relationships/notesSlide" Target="/ppt/notesSlides/notesSlide1.xml" Id="Re6ae86d3c12b4f9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 name="Benchmark title">
            <a:extLst xmlns:a="http://schemas.openxmlformats.org/drawingml/2006/main">
              <a:ext uri="{FF2B5EF4-FFF2-40B4-BE49-F238E27FC236}">
                <a16:creationId xmlns:a16="http://schemas.microsoft.com/office/drawing/2014/main" id="{96EC0CDA-273C-40FE-8861-0A0BC3C33D02}"/>
              </a:ext>
            </a:extLst>
          </p:cNvPr>
          <p:cNvSpPr>
            <a:spLocks xmlns:a="http://schemas.openxmlformats.org/drawingml/2006/main" noGrp="1"/>
          </p:cNvSpPr>
          <p:nvPr/>
        </p:nvSpPr>
        <p:spPr>
          <a:xfrm xmlns:a="http://schemas.openxmlformats.org/drawingml/2006/main">
            <a:off x="190500" y="114300"/>
            <a:ext cx="8953500" cy="46062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925" b="1">
                <a:solidFill>
                  <a:srgbClr val="AE7B6D"/>
                </a:solidFill>
                <a:latin typeface="Arial"/>
                <a:ea typeface="Arial"/>
                <a:cs typeface="Arial"/>
              </a:defRPr>
            </a:defPPr>
            <a:lvl1pPr algn="l">
              <a:defRPr sz="2925" b="1">
                <a:solidFill>
                  <a:srgbClr val="AE7B6D"/>
                </a:solidFill>
                <a:latin typeface="Arial"/>
                <a:ea typeface="Arial"/>
                <a:cs typeface="Arial"/>
              </a:defRPr>
            </a:lvl1pPr>
            <a:lvl2pPr algn="l">
              <a:defRPr sz="2925" b="1">
                <a:solidFill>
                  <a:srgbClr val="AE7B6D"/>
                </a:solidFill>
                <a:latin typeface="Arial"/>
                <a:ea typeface="Arial"/>
                <a:cs typeface="Arial"/>
              </a:defRPr>
            </a:lvl2pPr>
            <a:lvl3pPr algn="l">
              <a:defRPr sz="2925" b="1">
                <a:solidFill>
                  <a:srgbClr val="AE7B6D"/>
                </a:solidFill>
                <a:latin typeface="Arial"/>
                <a:ea typeface="Arial"/>
                <a:cs typeface="Arial"/>
              </a:defRPr>
            </a:lvl3pPr>
            <a:lvl4pPr algn="l">
              <a:defRPr sz="2925" b="1">
                <a:solidFill>
                  <a:srgbClr val="AE7B6D"/>
                </a:solidFill>
                <a:latin typeface="Arial"/>
                <a:ea typeface="Arial"/>
                <a:cs typeface="Arial"/>
              </a:defRPr>
            </a:lvl4pPr>
            <a:lvl5pPr algn="l">
              <a:defRPr sz="2925" b="1">
                <a:solidFill>
                  <a:srgbClr val="AE7B6D"/>
                </a:solidFill>
                <a:latin typeface="Arial"/>
                <a:ea typeface="Arial"/>
                <a:cs typeface="Arial"/>
              </a:defRPr>
            </a:lvl5pPr>
            <a:lvl6pPr algn="l">
              <a:defRPr sz="2925" b="1">
                <a:solidFill>
                  <a:srgbClr val="AE7B6D"/>
                </a:solidFill>
                <a:latin typeface="Arial"/>
                <a:ea typeface="Arial"/>
                <a:cs typeface="Arial"/>
              </a:defRPr>
            </a:lvl6pPr>
            <a:lvl7pPr algn="l">
              <a:defRPr sz="2925" b="1">
                <a:solidFill>
                  <a:srgbClr val="AE7B6D"/>
                </a:solidFill>
                <a:latin typeface="Arial"/>
                <a:ea typeface="Arial"/>
                <a:cs typeface="Arial"/>
              </a:defRPr>
            </a:lvl7pPr>
            <a:lvl8pPr algn="l">
              <a:defRPr sz="2925" b="1">
                <a:solidFill>
                  <a:srgbClr val="AE7B6D"/>
                </a:solidFill>
                <a:latin typeface="Arial"/>
                <a:ea typeface="Arial"/>
                <a:cs typeface="Arial"/>
              </a:defRPr>
            </a:lvl8pPr>
            <a:lvl9pPr algn="l">
              <a:defRPr sz="2925" b="1">
                <a:solidFill>
                  <a:srgbClr val="AE7B6D"/>
                </a:solidFill>
                <a:latin typeface="Arial"/>
                <a:ea typeface="Arial"/>
                <a:cs typeface="Arial"/>
              </a:defRPr>
            </a:lvl9pPr>
          </a:lstStyle>
          <a:p xmlns:a="http://schemas.openxmlformats.org/drawingml/2006/main">
            <a:pPr algn="l">
              <a:defRPr sz="2925" b="1">
                <a:solidFill>
                  <a:srgbClr val="AE7B6D"/>
                </a:solidFill>
                <a:latin typeface="Arial"/>
                <a:ea typeface="Arial"/>
                <a:cs typeface="Arial"/>
              </a:defRPr>
            </a:pPr>
            <a:r>
              <a:rPr sz="2925" b="1">
                <a:solidFill>
                  <a:srgbClr val="AE7B6D"/>
                </a:solidFill>
                <a:latin typeface="Arial"/>
                <a:ea typeface="Arial"/>
                <a:cs typeface="Arial"/>
              </a:rPr>
              <a:t>LIBERO-SMART</a:t>
            </a:r>
          </a:p>
        </p:txBody>
      </p:sp>
      <p:sp>
        <p:nvSpPr>
          <p:cNvPr id="2" name="Core benchmark concept">
            <a:extLst xmlns:a="http://schemas.openxmlformats.org/drawingml/2006/main">
              <a:ext uri="{FF2B5EF4-FFF2-40B4-BE49-F238E27FC236}">
                <a16:creationId xmlns:a16="http://schemas.microsoft.com/office/drawing/2014/main" id="{C24267F7-A38E-4C82-96F1-5BC904FA03B6}"/>
              </a:ext>
            </a:extLst>
          </p:cNvPr>
          <p:cNvSpPr>
            <a:spLocks xmlns:a="http://schemas.openxmlformats.org/drawingml/2006/main" noGrp="1"/>
          </p:cNvSpPr>
          <p:nvPr/>
        </p:nvSpPr>
        <p:spPr>
          <a:xfrm xmlns:a="http://schemas.openxmlformats.org/drawingml/2006/main">
            <a:off x="209550" y="552450"/>
            <a:ext cx="9525000" cy="259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2B414E"/>
                </a:solidFill>
                <a:latin typeface="Arial"/>
                <a:ea typeface="Arial"/>
                <a:cs typeface="Arial"/>
              </a:defRPr>
            </a:defPPr>
            <a:lvl1pPr algn="l">
              <a:defRPr sz="1650" b="0">
                <a:solidFill>
                  <a:srgbClr val="2B414E"/>
                </a:solidFill>
                <a:latin typeface="Arial"/>
                <a:ea typeface="Arial"/>
                <a:cs typeface="Arial"/>
              </a:defRPr>
            </a:lvl1pPr>
            <a:lvl2pPr algn="l">
              <a:defRPr sz="1650" b="0">
                <a:solidFill>
                  <a:srgbClr val="2B414E"/>
                </a:solidFill>
                <a:latin typeface="Arial"/>
                <a:ea typeface="Arial"/>
                <a:cs typeface="Arial"/>
              </a:defRPr>
            </a:lvl2pPr>
            <a:lvl3pPr algn="l">
              <a:defRPr sz="1650" b="0">
                <a:solidFill>
                  <a:srgbClr val="2B414E"/>
                </a:solidFill>
                <a:latin typeface="Arial"/>
                <a:ea typeface="Arial"/>
                <a:cs typeface="Arial"/>
              </a:defRPr>
            </a:lvl3pPr>
            <a:lvl4pPr algn="l">
              <a:defRPr sz="1650" b="0">
                <a:solidFill>
                  <a:srgbClr val="2B414E"/>
                </a:solidFill>
                <a:latin typeface="Arial"/>
                <a:ea typeface="Arial"/>
                <a:cs typeface="Arial"/>
              </a:defRPr>
            </a:lvl4pPr>
            <a:lvl5pPr algn="l">
              <a:defRPr sz="1650" b="0">
                <a:solidFill>
                  <a:srgbClr val="2B414E"/>
                </a:solidFill>
                <a:latin typeface="Arial"/>
                <a:ea typeface="Arial"/>
                <a:cs typeface="Arial"/>
              </a:defRPr>
            </a:lvl5pPr>
            <a:lvl6pPr algn="l">
              <a:defRPr sz="1650" b="0">
                <a:solidFill>
                  <a:srgbClr val="2B414E"/>
                </a:solidFill>
                <a:latin typeface="Arial"/>
                <a:ea typeface="Arial"/>
                <a:cs typeface="Arial"/>
              </a:defRPr>
            </a:lvl6pPr>
            <a:lvl7pPr algn="l">
              <a:defRPr sz="1650" b="0">
                <a:solidFill>
                  <a:srgbClr val="2B414E"/>
                </a:solidFill>
                <a:latin typeface="Arial"/>
                <a:ea typeface="Arial"/>
                <a:cs typeface="Arial"/>
              </a:defRPr>
            </a:lvl7pPr>
            <a:lvl8pPr algn="l">
              <a:defRPr sz="1650" b="0">
                <a:solidFill>
                  <a:srgbClr val="2B414E"/>
                </a:solidFill>
                <a:latin typeface="Arial"/>
                <a:ea typeface="Arial"/>
                <a:cs typeface="Arial"/>
              </a:defRPr>
            </a:lvl8pPr>
            <a:lvl9pPr algn="l">
              <a:defRPr sz="1650" b="0">
                <a:solidFill>
                  <a:srgbClr val="2B414E"/>
                </a:solidFill>
                <a:latin typeface="Arial"/>
                <a:ea typeface="Arial"/>
                <a:cs typeface="Arial"/>
              </a:defRPr>
            </a:lvl9pPr>
          </a:lstStyle>
          <a:p xmlns:a="http://schemas.openxmlformats.org/drawingml/2006/main">
            <a:pPr algn="l">
              <a:defRPr sz="1650" b="0">
                <a:solidFill>
                  <a:srgbClr val="2B414E"/>
                </a:solidFill>
                <a:latin typeface="Arial"/>
                <a:ea typeface="Arial"/>
                <a:cs typeface="Arial"/>
              </a:defRPr>
            </a:pPr>
            <a:r>
              <a:rPr sz="1650" b="0">
                <a:solidFill>
                  <a:srgbClr val="2B414E"/>
                </a:solidFill>
                <a:latin typeface="Arial"/>
                <a:ea typeface="Arial"/>
                <a:cs typeface="Arial"/>
              </a:rPr>
              <a:t>Instruction following over familiar manipulation skills</a:t>
            </a:r>
          </a:p>
        </p:txBody>
      </p:sp>
      <p:sp>
        <p:nvSpPr>
          <p:cNvPr id="3" name="Generalization conditions">
            <a:extLst xmlns:a="http://schemas.openxmlformats.org/drawingml/2006/main">
              <a:ext uri="{FF2B5EF4-FFF2-40B4-BE49-F238E27FC236}">
                <a16:creationId xmlns:a16="http://schemas.microsoft.com/office/drawing/2014/main" id="{C160BAB4-2C7E-47BB-B218-EB3D8015DCD3}"/>
              </a:ext>
            </a:extLst>
          </p:cNvPr>
          <p:cNvSpPr>
            <a:spLocks xmlns:a="http://schemas.openxmlformats.org/drawingml/2006/main" noGrp="1"/>
          </p:cNvSpPr>
          <p:nvPr/>
        </p:nvSpPr>
        <p:spPr>
          <a:xfrm xmlns:a="http://schemas.openxmlformats.org/drawingml/2006/main">
            <a:off x="209550" y="847725"/>
            <a:ext cx="9525000" cy="1771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0">
                <a:solidFill>
                  <a:srgbClr val="657D89"/>
                </a:solidFill>
                <a:latin typeface="Arial"/>
                <a:ea typeface="Arial"/>
                <a:cs typeface="Arial"/>
              </a:defRPr>
            </a:defPPr>
            <a:lvl1pPr algn="l">
              <a:defRPr sz="1125" b="0">
                <a:solidFill>
                  <a:srgbClr val="657D89"/>
                </a:solidFill>
                <a:latin typeface="Arial"/>
                <a:ea typeface="Arial"/>
                <a:cs typeface="Arial"/>
              </a:defRPr>
            </a:lvl1pPr>
            <a:lvl2pPr algn="l">
              <a:defRPr sz="1125" b="0">
                <a:solidFill>
                  <a:srgbClr val="657D89"/>
                </a:solidFill>
                <a:latin typeface="Arial"/>
                <a:ea typeface="Arial"/>
                <a:cs typeface="Arial"/>
              </a:defRPr>
            </a:lvl2pPr>
            <a:lvl3pPr algn="l">
              <a:defRPr sz="1125" b="0">
                <a:solidFill>
                  <a:srgbClr val="657D89"/>
                </a:solidFill>
                <a:latin typeface="Arial"/>
                <a:ea typeface="Arial"/>
                <a:cs typeface="Arial"/>
              </a:defRPr>
            </a:lvl3pPr>
            <a:lvl4pPr algn="l">
              <a:defRPr sz="1125" b="0">
                <a:solidFill>
                  <a:srgbClr val="657D89"/>
                </a:solidFill>
                <a:latin typeface="Arial"/>
                <a:ea typeface="Arial"/>
                <a:cs typeface="Arial"/>
              </a:defRPr>
            </a:lvl4pPr>
            <a:lvl5pPr algn="l">
              <a:defRPr sz="1125" b="0">
                <a:solidFill>
                  <a:srgbClr val="657D89"/>
                </a:solidFill>
                <a:latin typeface="Arial"/>
                <a:ea typeface="Arial"/>
                <a:cs typeface="Arial"/>
              </a:defRPr>
            </a:lvl5pPr>
            <a:lvl6pPr algn="l">
              <a:defRPr sz="1125" b="0">
                <a:solidFill>
                  <a:srgbClr val="657D89"/>
                </a:solidFill>
                <a:latin typeface="Arial"/>
                <a:ea typeface="Arial"/>
                <a:cs typeface="Arial"/>
              </a:defRPr>
            </a:lvl6pPr>
            <a:lvl7pPr algn="l">
              <a:defRPr sz="1125" b="0">
                <a:solidFill>
                  <a:srgbClr val="657D89"/>
                </a:solidFill>
                <a:latin typeface="Arial"/>
                <a:ea typeface="Arial"/>
                <a:cs typeface="Arial"/>
              </a:defRPr>
            </a:lvl7pPr>
            <a:lvl8pPr algn="l">
              <a:defRPr sz="1125" b="0">
                <a:solidFill>
                  <a:srgbClr val="657D89"/>
                </a:solidFill>
                <a:latin typeface="Arial"/>
                <a:ea typeface="Arial"/>
                <a:cs typeface="Arial"/>
              </a:defRPr>
            </a:lvl8pPr>
            <a:lvl9pPr algn="l">
              <a:defRPr sz="1125" b="0">
                <a:solidFill>
                  <a:srgbClr val="657D89"/>
                </a:solidFill>
                <a:latin typeface="Arial"/>
                <a:ea typeface="Arial"/>
                <a:cs typeface="Arial"/>
              </a:defRPr>
            </a:lvl9pPr>
          </a:lstStyle>
          <a:p xmlns:a="http://schemas.openxmlformats.org/drawingml/2006/main">
            <a:pPr algn="l">
              <a:defRPr sz="1125" b="0">
                <a:solidFill>
                  <a:srgbClr val="657D89"/>
                </a:solidFill>
                <a:latin typeface="Arial"/>
                <a:ea typeface="Arial"/>
                <a:cs typeface="Arial"/>
              </a:defRPr>
            </a:pPr>
            <a:r>
              <a:rPr sz="1125" b="0">
                <a:solidFill>
                  <a:srgbClr val="657D89"/>
                </a:solidFill>
                <a:latin typeface="Arial"/>
                <a:ea typeface="Arial"/>
                <a:cs typeface="Arial"/>
              </a:rPr>
              <a:t>Held-out instructions, skill combinations, object-target relations and layouts</a:t>
            </a:r>
          </a:p>
        </p:txBody>
      </p:sp>
      <p:sp>
        <p:nvSpPr>
          <p:cNvPr id="4" name="Scale suites">
            <a:extLst xmlns:a="http://schemas.openxmlformats.org/drawingml/2006/main">
              <a:ext uri="{FF2B5EF4-FFF2-40B4-BE49-F238E27FC236}">
                <a16:creationId xmlns:a16="http://schemas.microsoft.com/office/drawing/2014/main" id="{3A610B22-079B-4F60-940E-BD26EDFD3B17}"/>
              </a:ext>
            </a:extLst>
          </p:cNvPr>
          <p:cNvSpPr>
            <a:spLocks xmlns:a="http://schemas.openxmlformats.org/drawingml/2006/main" noGrp="1"/>
          </p:cNvSpPr>
          <p:nvPr/>
        </p:nvSpPr>
        <p:spPr>
          <a:xfrm xmlns:a="http://schemas.openxmlformats.org/drawingml/2006/main">
            <a:off x="9906000" y="142875"/>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475" b="1">
                <a:solidFill>
                  <a:srgbClr val="AE7B6D"/>
                </a:solidFill>
                <a:latin typeface="Arial"/>
                <a:ea typeface="Arial"/>
                <a:cs typeface="Arial"/>
              </a:defRPr>
            </a:defPPr>
            <a:lvl1pPr algn="ctr">
              <a:defRPr sz="2475" b="1">
                <a:solidFill>
                  <a:srgbClr val="AE7B6D"/>
                </a:solidFill>
                <a:latin typeface="Arial"/>
                <a:ea typeface="Arial"/>
                <a:cs typeface="Arial"/>
              </a:defRPr>
            </a:lvl1pPr>
            <a:lvl2pPr algn="ctr">
              <a:defRPr sz="2475" b="1">
                <a:solidFill>
                  <a:srgbClr val="AE7B6D"/>
                </a:solidFill>
                <a:latin typeface="Arial"/>
                <a:ea typeface="Arial"/>
                <a:cs typeface="Arial"/>
              </a:defRPr>
            </a:lvl2pPr>
            <a:lvl3pPr algn="ctr">
              <a:defRPr sz="2475" b="1">
                <a:solidFill>
                  <a:srgbClr val="AE7B6D"/>
                </a:solidFill>
                <a:latin typeface="Arial"/>
                <a:ea typeface="Arial"/>
                <a:cs typeface="Arial"/>
              </a:defRPr>
            </a:lvl3pPr>
            <a:lvl4pPr algn="ctr">
              <a:defRPr sz="2475" b="1">
                <a:solidFill>
                  <a:srgbClr val="AE7B6D"/>
                </a:solidFill>
                <a:latin typeface="Arial"/>
                <a:ea typeface="Arial"/>
                <a:cs typeface="Arial"/>
              </a:defRPr>
            </a:lvl4pPr>
            <a:lvl5pPr algn="ctr">
              <a:defRPr sz="2475" b="1">
                <a:solidFill>
                  <a:srgbClr val="AE7B6D"/>
                </a:solidFill>
                <a:latin typeface="Arial"/>
                <a:ea typeface="Arial"/>
                <a:cs typeface="Arial"/>
              </a:defRPr>
            </a:lvl5pPr>
            <a:lvl6pPr algn="ctr">
              <a:defRPr sz="2475" b="1">
                <a:solidFill>
                  <a:srgbClr val="AE7B6D"/>
                </a:solidFill>
                <a:latin typeface="Arial"/>
                <a:ea typeface="Arial"/>
                <a:cs typeface="Arial"/>
              </a:defRPr>
            </a:lvl6pPr>
            <a:lvl7pPr algn="ctr">
              <a:defRPr sz="2475" b="1">
                <a:solidFill>
                  <a:srgbClr val="AE7B6D"/>
                </a:solidFill>
                <a:latin typeface="Arial"/>
                <a:ea typeface="Arial"/>
                <a:cs typeface="Arial"/>
              </a:defRPr>
            </a:lvl7pPr>
            <a:lvl8pPr algn="ctr">
              <a:defRPr sz="2475" b="1">
                <a:solidFill>
                  <a:srgbClr val="AE7B6D"/>
                </a:solidFill>
                <a:latin typeface="Arial"/>
                <a:ea typeface="Arial"/>
                <a:cs typeface="Arial"/>
              </a:defRPr>
            </a:lvl8pPr>
            <a:lvl9pPr algn="ctr">
              <a:defRPr sz="2475" b="1">
                <a:solidFill>
                  <a:srgbClr val="AE7B6D"/>
                </a:solidFill>
                <a:latin typeface="Arial"/>
                <a:ea typeface="Arial"/>
                <a:cs typeface="Arial"/>
              </a:defRPr>
            </a:lvl9pPr>
          </a:lstStyle>
          <a:p xmlns:a="http://schemas.openxmlformats.org/drawingml/2006/main">
            <a:pPr algn="ctr">
              <a:defRPr sz="2475" b="1">
                <a:solidFill>
                  <a:srgbClr val="AE7B6D"/>
                </a:solidFill>
                <a:latin typeface="Arial"/>
                <a:ea typeface="Arial"/>
                <a:cs typeface="Arial"/>
              </a:defRPr>
            </a:pPr>
            <a:r>
              <a:rPr sz="2475" b="1">
                <a:solidFill>
                  <a:srgbClr val="AE7B6D"/>
                </a:solidFill>
                <a:latin typeface="Arial"/>
                <a:ea typeface="Arial"/>
                <a:cs typeface="Arial"/>
              </a:rPr>
              <a:t>3</a:t>
            </a:r>
          </a:p>
        </p:txBody>
      </p:sp>
      <p:sp>
        <p:nvSpPr>
          <p:cNvPr id="5" name="Scale unit suites">
            <a:extLst xmlns:a="http://schemas.openxmlformats.org/drawingml/2006/main">
              <a:ext uri="{FF2B5EF4-FFF2-40B4-BE49-F238E27FC236}">
                <a16:creationId xmlns:a16="http://schemas.microsoft.com/office/drawing/2014/main" id="{2C2785EE-1209-4BD3-8CC4-DFF01AEF19E6}"/>
              </a:ext>
            </a:extLst>
          </p:cNvPr>
          <p:cNvSpPr>
            <a:spLocks xmlns:a="http://schemas.openxmlformats.org/drawingml/2006/main" noGrp="1"/>
          </p:cNvSpPr>
          <p:nvPr/>
        </p:nvSpPr>
        <p:spPr>
          <a:xfrm xmlns:a="http://schemas.openxmlformats.org/drawingml/2006/main">
            <a:off x="9906000" y="5619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125" b="0">
                <a:solidFill>
                  <a:srgbClr val="657D89"/>
                </a:solidFill>
                <a:latin typeface="Arial"/>
                <a:ea typeface="Arial"/>
                <a:cs typeface="Arial"/>
              </a:defRPr>
            </a:defPPr>
            <a:lvl1pPr algn="ctr">
              <a:defRPr sz="1125" b="0">
                <a:solidFill>
                  <a:srgbClr val="657D89"/>
                </a:solidFill>
                <a:latin typeface="Arial"/>
                <a:ea typeface="Arial"/>
                <a:cs typeface="Arial"/>
              </a:defRPr>
            </a:lvl1pPr>
            <a:lvl2pPr algn="ctr">
              <a:defRPr sz="1125" b="0">
                <a:solidFill>
                  <a:srgbClr val="657D89"/>
                </a:solidFill>
                <a:latin typeface="Arial"/>
                <a:ea typeface="Arial"/>
                <a:cs typeface="Arial"/>
              </a:defRPr>
            </a:lvl2pPr>
            <a:lvl3pPr algn="ctr">
              <a:defRPr sz="1125" b="0">
                <a:solidFill>
                  <a:srgbClr val="657D89"/>
                </a:solidFill>
                <a:latin typeface="Arial"/>
                <a:ea typeface="Arial"/>
                <a:cs typeface="Arial"/>
              </a:defRPr>
            </a:lvl3pPr>
            <a:lvl4pPr algn="ctr">
              <a:defRPr sz="1125" b="0">
                <a:solidFill>
                  <a:srgbClr val="657D89"/>
                </a:solidFill>
                <a:latin typeface="Arial"/>
                <a:ea typeface="Arial"/>
                <a:cs typeface="Arial"/>
              </a:defRPr>
            </a:lvl4pPr>
            <a:lvl5pPr algn="ctr">
              <a:defRPr sz="1125" b="0">
                <a:solidFill>
                  <a:srgbClr val="657D89"/>
                </a:solidFill>
                <a:latin typeface="Arial"/>
                <a:ea typeface="Arial"/>
                <a:cs typeface="Arial"/>
              </a:defRPr>
            </a:lvl5pPr>
            <a:lvl6pPr algn="ctr">
              <a:defRPr sz="1125" b="0">
                <a:solidFill>
                  <a:srgbClr val="657D89"/>
                </a:solidFill>
                <a:latin typeface="Arial"/>
                <a:ea typeface="Arial"/>
                <a:cs typeface="Arial"/>
              </a:defRPr>
            </a:lvl6pPr>
            <a:lvl7pPr algn="ctr">
              <a:defRPr sz="1125" b="0">
                <a:solidFill>
                  <a:srgbClr val="657D89"/>
                </a:solidFill>
                <a:latin typeface="Arial"/>
                <a:ea typeface="Arial"/>
                <a:cs typeface="Arial"/>
              </a:defRPr>
            </a:lvl7pPr>
            <a:lvl8pPr algn="ctr">
              <a:defRPr sz="1125" b="0">
                <a:solidFill>
                  <a:srgbClr val="657D89"/>
                </a:solidFill>
                <a:latin typeface="Arial"/>
                <a:ea typeface="Arial"/>
                <a:cs typeface="Arial"/>
              </a:defRPr>
            </a:lvl8pPr>
            <a:lvl9pPr algn="ctr">
              <a:defRPr sz="1125" b="0">
                <a:solidFill>
                  <a:srgbClr val="657D89"/>
                </a:solidFill>
                <a:latin typeface="Arial"/>
                <a:ea typeface="Arial"/>
                <a:cs typeface="Arial"/>
              </a:defRPr>
            </a:lvl9pPr>
          </a:lstStyle>
          <a:p xmlns:a="http://schemas.openxmlformats.org/drawingml/2006/main">
            <a:pPr algn="ctr">
              <a:defRPr sz="1125" b="0">
                <a:solidFill>
                  <a:srgbClr val="657D89"/>
                </a:solidFill>
                <a:latin typeface="Arial"/>
                <a:ea typeface="Arial"/>
                <a:cs typeface="Arial"/>
              </a:defRPr>
            </a:pPr>
            <a:r>
              <a:rPr sz="1125" b="0">
                <a:solidFill>
                  <a:srgbClr val="657D89"/>
                </a:solidFill>
                <a:latin typeface="Arial"/>
                <a:ea typeface="Arial"/>
                <a:cs typeface="Arial"/>
              </a:rPr>
              <a:t>suites</a:t>
            </a:r>
          </a:p>
        </p:txBody>
      </p:sp>
      <p:sp>
        <p:nvSpPr>
          <p:cNvPr id="6" name="Scale tasks">
            <a:extLst xmlns:a="http://schemas.openxmlformats.org/drawingml/2006/main">
              <a:ext uri="{FF2B5EF4-FFF2-40B4-BE49-F238E27FC236}">
                <a16:creationId xmlns:a16="http://schemas.microsoft.com/office/drawing/2014/main" id="{2665C882-BD4A-4EE8-AF7F-64F46ACDAA03}"/>
              </a:ext>
            </a:extLst>
          </p:cNvPr>
          <p:cNvSpPr>
            <a:spLocks xmlns:a="http://schemas.openxmlformats.org/drawingml/2006/main" noGrp="1"/>
          </p:cNvSpPr>
          <p:nvPr/>
        </p:nvSpPr>
        <p:spPr>
          <a:xfrm xmlns:a="http://schemas.openxmlformats.org/drawingml/2006/main">
            <a:off x="11191875" y="142875"/>
            <a:ext cx="133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475" b="1">
                <a:solidFill>
                  <a:srgbClr val="AE7B6D"/>
                </a:solidFill>
                <a:latin typeface="Arial"/>
                <a:ea typeface="Arial"/>
                <a:cs typeface="Arial"/>
              </a:defRPr>
            </a:defPPr>
            <a:lvl1pPr algn="ctr">
              <a:defRPr sz="2475" b="1">
                <a:solidFill>
                  <a:srgbClr val="AE7B6D"/>
                </a:solidFill>
                <a:latin typeface="Arial"/>
                <a:ea typeface="Arial"/>
                <a:cs typeface="Arial"/>
              </a:defRPr>
            </a:lvl1pPr>
            <a:lvl2pPr algn="ctr">
              <a:defRPr sz="2475" b="1">
                <a:solidFill>
                  <a:srgbClr val="AE7B6D"/>
                </a:solidFill>
                <a:latin typeface="Arial"/>
                <a:ea typeface="Arial"/>
                <a:cs typeface="Arial"/>
              </a:defRPr>
            </a:lvl2pPr>
            <a:lvl3pPr algn="ctr">
              <a:defRPr sz="2475" b="1">
                <a:solidFill>
                  <a:srgbClr val="AE7B6D"/>
                </a:solidFill>
                <a:latin typeface="Arial"/>
                <a:ea typeface="Arial"/>
                <a:cs typeface="Arial"/>
              </a:defRPr>
            </a:lvl3pPr>
            <a:lvl4pPr algn="ctr">
              <a:defRPr sz="2475" b="1">
                <a:solidFill>
                  <a:srgbClr val="AE7B6D"/>
                </a:solidFill>
                <a:latin typeface="Arial"/>
                <a:ea typeface="Arial"/>
                <a:cs typeface="Arial"/>
              </a:defRPr>
            </a:lvl4pPr>
            <a:lvl5pPr algn="ctr">
              <a:defRPr sz="2475" b="1">
                <a:solidFill>
                  <a:srgbClr val="AE7B6D"/>
                </a:solidFill>
                <a:latin typeface="Arial"/>
                <a:ea typeface="Arial"/>
                <a:cs typeface="Arial"/>
              </a:defRPr>
            </a:lvl5pPr>
            <a:lvl6pPr algn="ctr">
              <a:defRPr sz="2475" b="1">
                <a:solidFill>
                  <a:srgbClr val="AE7B6D"/>
                </a:solidFill>
                <a:latin typeface="Arial"/>
                <a:ea typeface="Arial"/>
                <a:cs typeface="Arial"/>
              </a:defRPr>
            </a:lvl6pPr>
            <a:lvl7pPr algn="ctr">
              <a:defRPr sz="2475" b="1">
                <a:solidFill>
                  <a:srgbClr val="AE7B6D"/>
                </a:solidFill>
                <a:latin typeface="Arial"/>
                <a:ea typeface="Arial"/>
                <a:cs typeface="Arial"/>
              </a:defRPr>
            </a:lvl7pPr>
            <a:lvl8pPr algn="ctr">
              <a:defRPr sz="2475" b="1">
                <a:solidFill>
                  <a:srgbClr val="AE7B6D"/>
                </a:solidFill>
                <a:latin typeface="Arial"/>
                <a:ea typeface="Arial"/>
                <a:cs typeface="Arial"/>
              </a:defRPr>
            </a:lvl8pPr>
            <a:lvl9pPr algn="ctr">
              <a:defRPr sz="2475" b="1">
                <a:solidFill>
                  <a:srgbClr val="AE7B6D"/>
                </a:solidFill>
                <a:latin typeface="Arial"/>
                <a:ea typeface="Arial"/>
                <a:cs typeface="Arial"/>
              </a:defRPr>
            </a:lvl9pPr>
          </a:lstStyle>
          <a:p xmlns:a="http://schemas.openxmlformats.org/drawingml/2006/main">
            <a:pPr algn="ctr">
              <a:defRPr sz="2475" b="1">
                <a:solidFill>
                  <a:srgbClr val="AE7B6D"/>
                </a:solidFill>
                <a:latin typeface="Arial"/>
                <a:ea typeface="Arial"/>
                <a:cs typeface="Arial"/>
              </a:defRPr>
            </a:pPr>
            <a:r>
              <a:rPr sz="2475" b="1">
                <a:solidFill>
                  <a:srgbClr val="AE7B6D"/>
                </a:solidFill>
                <a:latin typeface="Arial"/>
                <a:ea typeface="Arial"/>
                <a:cs typeface="Arial"/>
              </a:rPr>
              <a:t>120</a:t>
            </a:r>
          </a:p>
        </p:txBody>
      </p:sp>
      <p:sp>
        <p:nvSpPr>
          <p:cNvPr id="7" name="Scale unit tasks">
            <a:extLst xmlns:a="http://schemas.openxmlformats.org/drawingml/2006/main">
              <a:ext uri="{FF2B5EF4-FFF2-40B4-BE49-F238E27FC236}">
                <a16:creationId xmlns:a16="http://schemas.microsoft.com/office/drawing/2014/main" id="{81890B31-095C-4532-8046-E25C2EC33C83}"/>
              </a:ext>
            </a:extLst>
          </p:cNvPr>
          <p:cNvSpPr>
            <a:spLocks xmlns:a="http://schemas.openxmlformats.org/drawingml/2006/main" noGrp="1"/>
          </p:cNvSpPr>
          <p:nvPr/>
        </p:nvSpPr>
        <p:spPr>
          <a:xfrm xmlns:a="http://schemas.openxmlformats.org/drawingml/2006/main">
            <a:off x="11191875" y="561975"/>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125" b="0">
                <a:solidFill>
                  <a:srgbClr val="657D89"/>
                </a:solidFill>
                <a:latin typeface="Arial"/>
                <a:ea typeface="Arial"/>
                <a:cs typeface="Arial"/>
              </a:defRPr>
            </a:defPPr>
            <a:lvl1pPr algn="ctr">
              <a:defRPr sz="1125" b="0">
                <a:solidFill>
                  <a:srgbClr val="657D89"/>
                </a:solidFill>
                <a:latin typeface="Arial"/>
                <a:ea typeface="Arial"/>
                <a:cs typeface="Arial"/>
              </a:defRPr>
            </a:lvl1pPr>
            <a:lvl2pPr algn="ctr">
              <a:defRPr sz="1125" b="0">
                <a:solidFill>
                  <a:srgbClr val="657D89"/>
                </a:solidFill>
                <a:latin typeface="Arial"/>
                <a:ea typeface="Arial"/>
                <a:cs typeface="Arial"/>
              </a:defRPr>
            </a:lvl2pPr>
            <a:lvl3pPr algn="ctr">
              <a:defRPr sz="1125" b="0">
                <a:solidFill>
                  <a:srgbClr val="657D89"/>
                </a:solidFill>
                <a:latin typeface="Arial"/>
                <a:ea typeface="Arial"/>
                <a:cs typeface="Arial"/>
              </a:defRPr>
            </a:lvl3pPr>
            <a:lvl4pPr algn="ctr">
              <a:defRPr sz="1125" b="0">
                <a:solidFill>
                  <a:srgbClr val="657D89"/>
                </a:solidFill>
                <a:latin typeface="Arial"/>
                <a:ea typeface="Arial"/>
                <a:cs typeface="Arial"/>
              </a:defRPr>
            </a:lvl4pPr>
            <a:lvl5pPr algn="ctr">
              <a:defRPr sz="1125" b="0">
                <a:solidFill>
                  <a:srgbClr val="657D89"/>
                </a:solidFill>
                <a:latin typeface="Arial"/>
                <a:ea typeface="Arial"/>
                <a:cs typeface="Arial"/>
              </a:defRPr>
            </a:lvl5pPr>
            <a:lvl6pPr algn="ctr">
              <a:defRPr sz="1125" b="0">
                <a:solidFill>
                  <a:srgbClr val="657D89"/>
                </a:solidFill>
                <a:latin typeface="Arial"/>
                <a:ea typeface="Arial"/>
                <a:cs typeface="Arial"/>
              </a:defRPr>
            </a:lvl6pPr>
            <a:lvl7pPr algn="ctr">
              <a:defRPr sz="1125" b="0">
                <a:solidFill>
                  <a:srgbClr val="657D89"/>
                </a:solidFill>
                <a:latin typeface="Arial"/>
                <a:ea typeface="Arial"/>
                <a:cs typeface="Arial"/>
              </a:defRPr>
            </a:lvl7pPr>
            <a:lvl8pPr algn="ctr">
              <a:defRPr sz="1125" b="0">
                <a:solidFill>
                  <a:srgbClr val="657D89"/>
                </a:solidFill>
                <a:latin typeface="Arial"/>
                <a:ea typeface="Arial"/>
                <a:cs typeface="Arial"/>
              </a:defRPr>
            </a:lvl8pPr>
            <a:lvl9pPr algn="ctr">
              <a:defRPr sz="1125" b="0">
                <a:solidFill>
                  <a:srgbClr val="657D89"/>
                </a:solidFill>
                <a:latin typeface="Arial"/>
                <a:ea typeface="Arial"/>
                <a:cs typeface="Arial"/>
              </a:defRPr>
            </a:lvl9pPr>
          </a:lstStyle>
          <a:p xmlns:a="http://schemas.openxmlformats.org/drawingml/2006/main">
            <a:pPr algn="ctr">
              <a:defRPr sz="1125" b="0">
                <a:solidFill>
                  <a:srgbClr val="657D89"/>
                </a:solidFill>
                <a:latin typeface="Arial"/>
                <a:ea typeface="Arial"/>
                <a:cs typeface="Arial"/>
              </a:defRPr>
            </a:pPr>
            <a:r>
              <a:rPr sz="1125" b="0">
                <a:solidFill>
                  <a:srgbClr val="657D89"/>
                </a:solidFill>
                <a:latin typeface="Arial"/>
                <a:ea typeface="Arial"/>
                <a:cs typeface="Arial"/>
              </a:rPr>
              <a:t>tasks</a:t>
            </a:r>
          </a:p>
        </p:txBody>
      </p:sp>
      <p:sp>
        <p:nvSpPr>
          <p:cNvPr id="8" name="Scale evaluation instances">
            <a:extLst xmlns:a="http://schemas.openxmlformats.org/drawingml/2006/main">
              <a:ext uri="{FF2B5EF4-FFF2-40B4-BE49-F238E27FC236}">
                <a16:creationId xmlns:a16="http://schemas.microsoft.com/office/drawing/2014/main" id="{9B3D1B5C-3BB0-4157-B17D-3A66ACB999A7}"/>
              </a:ext>
            </a:extLst>
          </p:cNvPr>
          <p:cNvSpPr>
            <a:spLocks xmlns:a="http://schemas.openxmlformats.org/drawingml/2006/main" noGrp="1"/>
          </p:cNvSpPr>
          <p:nvPr/>
        </p:nvSpPr>
        <p:spPr>
          <a:xfrm xmlns:a="http://schemas.openxmlformats.org/drawingml/2006/main">
            <a:off x="12763500" y="142875"/>
            <a:ext cx="2133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475" b="1">
                <a:solidFill>
                  <a:srgbClr val="AE7B6D"/>
                </a:solidFill>
                <a:latin typeface="Arial"/>
                <a:ea typeface="Arial"/>
                <a:cs typeface="Arial"/>
              </a:defRPr>
            </a:defPPr>
            <a:lvl1pPr algn="ctr">
              <a:defRPr sz="2475" b="1">
                <a:solidFill>
                  <a:srgbClr val="AE7B6D"/>
                </a:solidFill>
                <a:latin typeface="Arial"/>
                <a:ea typeface="Arial"/>
                <a:cs typeface="Arial"/>
              </a:defRPr>
            </a:lvl1pPr>
            <a:lvl2pPr algn="ctr">
              <a:defRPr sz="2475" b="1">
                <a:solidFill>
                  <a:srgbClr val="AE7B6D"/>
                </a:solidFill>
                <a:latin typeface="Arial"/>
                <a:ea typeface="Arial"/>
                <a:cs typeface="Arial"/>
              </a:defRPr>
            </a:lvl2pPr>
            <a:lvl3pPr algn="ctr">
              <a:defRPr sz="2475" b="1">
                <a:solidFill>
                  <a:srgbClr val="AE7B6D"/>
                </a:solidFill>
                <a:latin typeface="Arial"/>
                <a:ea typeface="Arial"/>
                <a:cs typeface="Arial"/>
              </a:defRPr>
            </a:lvl3pPr>
            <a:lvl4pPr algn="ctr">
              <a:defRPr sz="2475" b="1">
                <a:solidFill>
                  <a:srgbClr val="AE7B6D"/>
                </a:solidFill>
                <a:latin typeface="Arial"/>
                <a:ea typeface="Arial"/>
                <a:cs typeface="Arial"/>
              </a:defRPr>
            </a:lvl4pPr>
            <a:lvl5pPr algn="ctr">
              <a:defRPr sz="2475" b="1">
                <a:solidFill>
                  <a:srgbClr val="AE7B6D"/>
                </a:solidFill>
                <a:latin typeface="Arial"/>
                <a:ea typeface="Arial"/>
                <a:cs typeface="Arial"/>
              </a:defRPr>
            </a:lvl5pPr>
            <a:lvl6pPr algn="ctr">
              <a:defRPr sz="2475" b="1">
                <a:solidFill>
                  <a:srgbClr val="AE7B6D"/>
                </a:solidFill>
                <a:latin typeface="Arial"/>
                <a:ea typeface="Arial"/>
                <a:cs typeface="Arial"/>
              </a:defRPr>
            </a:lvl6pPr>
            <a:lvl7pPr algn="ctr">
              <a:defRPr sz="2475" b="1">
                <a:solidFill>
                  <a:srgbClr val="AE7B6D"/>
                </a:solidFill>
                <a:latin typeface="Arial"/>
                <a:ea typeface="Arial"/>
                <a:cs typeface="Arial"/>
              </a:defRPr>
            </a:lvl7pPr>
            <a:lvl8pPr algn="ctr">
              <a:defRPr sz="2475" b="1">
                <a:solidFill>
                  <a:srgbClr val="AE7B6D"/>
                </a:solidFill>
                <a:latin typeface="Arial"/>
                <a:ea typeface="Arial"/>
                <a:cs typeface="Arial"/>
              </a:defRPr>
            </a:lvl8pPr>
            <a:lvl9pPr algn="ctr">
              <a:defRPr sz="2475" b="1">
                <a:solidFill>
                  <a:srgbClr val="AE7B6D"/>
                </a:solidFill>
                <a:latin typeface="Arial"/>
                <a:ea typeface="Arial"/>
                <a:cs typeface="Arial"/>
              </a:defRPr>
            </a:lvl9pPr>
          </a:lstStyle>
          <a:p xmlns:a="http://schemas.openxmlformats.org/drawingml/2006/main">
            <a:pPr algn="ctr">
              <a:defRPr sz="2475" b="1">
                <a:solidFill>
                  <a:srgbClr val="AE7B6D"/>
                </a:solidFill>
                <a:latin typeface="Arial"/>
                <a:ea typeface="Arial"/>
                <a:cs typeface="Arial"/>
              </a:defRPr>
            </a:pPr>
            <a:r>
              <a:rPr sz="2475" b="1">
                <a:solidFill>
                  <a:srgbClr val="AE7B6D"/>
                </a:solidFill>
                <a:latin typeface="Arial"/>
                <a:ea typeface="Arial"/>
                <a:cs typeface="Arial"/>
              </a:rPr>
              <a:t>6,000</a:t>
            </a:r>
          </a:p>
        </p:txBody>
      </p:sp>
      <p:sp>
        <p:nvSpPr>
          <p:cNvPr id="9" name="Scale unit evaluation instances">
            <a:extLst xmlns:a="http://schemas.openxmlformats.org/drawingml/2006/main">
              <a:ext uri="{FF2B5EF4-FFF2-40B4-BE49-F238E27FC236}">
                <a16:creationId xmlns:a16="http://schemas.microsoft.com/office/drawing/2014/main" id="{1D4C09F8-4765-4A3E-B712-F3E21AB0B58B}"/>
              </a:ext>
            </a:extLst>
          </p:cNvPr>
          <p:cNvSpPr>
            <a:spLocks xmlns:a="http://schemas.openxmlformats.org/drawingml/2006/main" noGrp="1"/>
          </p:cNvSpPr>
          <p:nvPr/>
        </p:nvSpPr>
        <p:spPr>
          <a:xfrm xmlns:a="http://schemas.openxmlformats.org/drawingml/2006/main">
            <a:off x="12763500" y="561975"/>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125" b="0">
                <a:solidFill>
                  <a:srgbClr val="657D89"/>
                </a:solidFill>
                <a:latin typeface="Arial"/>
                <a:ea typeface="Arial"/>
                <a:cs typeface="Arial"/>
              </a:defRPr>
            </a:defPPr>
            <a:lvl1pPr algn="ctr">
              <a:defRPr sz="1125" b="0">
                <a:solidFill>
                  <a:srgbClr val="657D89"/>
                </a:solidFill>
                <a:latin typeface="Arial"/>
                <a:ea typeface="Arial"/>
                <a:cs typeface="Arial"/>
              </a:defRPr>
            </a:lvl1pPr>
            <a:lvl2pPr algn="ctr">
              <a:defRPr sz="1125" b="0">
                <a:solidFill>
                  <a:srgbClr val="657D89"/>
                </a:solidFill>
                <a:latin typeface="Arial"/>
                <a:ea typeface="Arial"/>
                <a:cs typeface="Arial"/>
              </a:defRPr>
            </a:lvl2pPr>
            <a:lvl3pPr algn="ctr">
              <a:defRPr sz="1125" b="0">
                <a:solidFill>
                  <a:srgbClr val="657D89"/>
                </a:solidFill>
                <a:latin typeface="Arial"/>
                <a:ea typeface="Arial"/>
                <a:cs typeface="Arial"/>
              </a:defRPr>
            </a:lvl3pPr>
            <a:lvl4pPr algn="ctr">
              <a:defRPr sz="1125" b="0">
                <a:solidFill>
                  <a:srgbClr val="657D89"/>
                </a:solidFill>
                <a:latin typeface="Arial"/>
                <a:ea typeface="Arial"/>
                <a:cs typeface="Arial"/>
              </a:defRPr>
            </a:lvl4pPr>
            <a:lvl5pPr algn="ctr">
              <a:defRPr sz="1125" b="0">
                <a:solidFill>
                  <a:srgbClr val="657D89"/>
                </a:solidFill>
                <a:latin typeface="Arial"/>
                <a:ea typeface="Arial"/>
                <a:cs typeface="Arial"/>
              </a:defRPr>
            </a:lvl5pPr>
            <a:lvl6pPr algn="ctr">
              <a:defRPr sz="1125" b="0">
                <a:solidFill>
                  <a:srgbClr val="657D89"/>
                </a:solidFill>
                <a:latin typeface="Arial"/>
                <a:ea typeface="Arial"/>
                <a:cs typeface="Arial"/>
              </a:defRPr>
            </a:lvl6pPr>
            <a:lvl7pPr algn="ctr">
              <a:defRPr sz="1125" b="0">
                <a:solidFill>
                  <a:srgbClr val="657D89"/>
                </a:solidFill>
                <a:latin typeface="Arial"/>
                <a:ea typeface="Arial"/>
                <a:cs typeface="Arial"/>
              </a:defRPr>
            </a:lvl7pPr>
            <a:lvl8pPr algn="ctr">
              <a:defRPr sz="1125" b="0">
                <a:solidFill>
                  <a:srgbClr val="657D89"/>
                </a:solidFill>
                <a:latin typeface="Arial"/>
                <a:ea typeface="Arial"/>
                <a:cs typeface="Arial"/>
              </a:defRPr>
            </a:lvl8pPr>
            <a:lvl9pPr algn="ctr">
              <a:defRPr sz="1125" b="0">
                <a:solidFill>
                  <a:srgbClr val="657D89"/>
                </a:solidFill>
                <a:latin typeface="Arial"/>
                <a:ea typeface="Arial"/>
                <a:cs typeface="Arial"/>
              </a:defRPr>
            </a:lvl9pPr>
          </a:lstStyle>
          <a:p xmlns:a="http://schemas.openxmlformats.org/drawingml/2006/main">
            <a:pPr algn="ctr">
              <a:defRPr sz="1125" b="0">
                <a:solidFill>
                  <a:srgbClr val="657D89"/>
                </a:solidFill>
                <a:latin typeface="Arial"/>
                <a:ea typeface="Arial"/>
                <a:cs typeface="Arial"/>
              </a:defRPr>
            </a:pPr>
            <a:r>
              <a:rPr sz="1125" b="0">
                <a:solidFill>
                  <a:srgbClr val="657D89"/>
                </a:solidFill>
                <a:latin typeface="Arial"/>
                <a:ea typeface="Arial"/>
                <a:cs typeface="Arial"/>
              </a:rPr>
              <a:t>evaluation instances</a:t>
            </a:r>
          </a:p>
        </p:txBody>
      </p:sp>
      <p:sp>
        <p:nvSpPr>
          <p:cNvPr id="10" name="Header divider">
            <a:extLst xmlns:a="http://schemas.openxmlformats.org/drawingml/2006/main">
              <a:ext uri="{FF2B5EF4-FFF2-40B4-BE49-F238E27FC236}">
                <a16:creationId xmlns:a16="http://schemas.microsoft.com/office/drawing/2014/main" id="{43A60034-8758-4D97-A6F6-18837113EAF1}"/>
              </a:ext>
            </a:extLst>
          </p:cNvPr>
          <p:cNvSpPr>
            <a:spLocks xmlns:a="http://schemas.openxmlformats.org/drawingml/2006/main" noGrp="1"/>
          </p:cNvSpPr>
          <p:nvPr/>
        </p:nvSpPr>
        <p:spPr>
          <a:xfrm xmlns:a="http://schemas.openxmlformats.org/drawingml/2006/main">
            <a:off x="190500" y="1076325"/>
            <a:ext cx="14706600" cy="95"/>
          </a:xfrm>
          <a:custGeom xmlns:a="http://schemas.openxmlformats.org/drawingml/2006/main">
            <a:pathLst>
              <a:path w="14706600" h="95">
                <a:moveTo>
                  <a:pt x="0" y="0"/>
                </a:moveTo>
                <a:lnTo>
                  <a:pt x="14706600" y="0"/>
                </a:lnTo>
              </a:path>
            </a:pathLst>
          </a:custGeom>
          <a:noFill xmlns:a="http://schemas.openxmlformats.org/drawingml/2006/main"/>
          <a:ln xmlns:a="http://schemas.openxmlformats.org/drawingml/2006/main" w="10478">
            <a:solidFill>
              <a:srgbClr val="A9BFCB"/>
            </a:solidFill>
            <a:prstDash val="solid"/>
          </a:ln>
        </p:spPr>
      </p:sp>
      <p:sp>
        <p:nvSpPr>
          <p:cNvPr id="11" name="Semantic suite frame">
            <a:extLst xmlns:a="http://schemas.openxmlformats.org/drawingml/2006/main">
              <a:ext uri="{FF2B5EF4-FFF2-40B4-BE49-F238E27FC236}">
                <a16:creationId xmlns:a16="http://schemas.microsoft.com/office/drawing/2014/main" id="{9421C078-66C4-4037-9275-F434D1FB1376}"/>
              </a:ext>
            </a:extLst>
          </p:cNvPr>
          <p:cNvSpPr>
            <a:spLocks xmlns:a="http://schemas.openxmlformats.org/drawingml/2006/main" noGrp="1"/>
          </p:cNvSpPr>
          <p:nvPr/>
        </p:nvSpPr>
        <p:spPr>
          <a:xfrm xmlns:a="http://schemas.openxmlformats.org/drawingml/2006/main">
            <a:off x="190500" y="1209675"/>
            <a:ext cx="304800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1430">
            <a:solidFill>
              <a:srgbClr val="A9BFCB"/>
            </a:solidFill>
            <a:prstDash val="solid"/>
          </a:ln>
        </p:spPr>
      </p:sp>
      <p:sp>
        <p:nvSpPr>
          <p:cNvPr id="12" name="Semantic suite heading">
            <a:extLst xmlns:a="http://schemas.openxmlformats.org/drawingml/2006/main">
              <a:ext uri="{FF2B5EF4-FFF2-40B4-BE49-F238E27FC236}">
                <a16:creationId xmlns:a16="http://schemas.microsoft.com/office/drawing/2014/main" id="{5922D34E-26F2-4511-B065-93D76A1EE6AA}"/>
              </a:ext>
            </a:extLst>
          </p:cNvPr>
          <p:cNvSpPr>
            <a:spLocks xmlns:a="http://schemas.openxmlformats.org/drawingml/2006/main" noGrp="1"/>
          </p:cNvSpPr>
          <p:nvPr/>
        </p:nvSpPr>
        <p:spPr>
          <a:xfrm xmlns:a="http://schemas.openxmlformats.org/drawingml/2006/main">
            <a:off x="200025" y="1219200"/>
            <a:ext cx="3028950" cy="381000"/>
          </a:xfrm>
          <a:prstGeom xmlns:a="http://schemas.openxmlformats.org/drawingml/2006/main" prst="roundRect">
            <a:avLst>
              <a:gd name="adj" fmla="val 17500"/>
            </a:avLst>
          </a:prstGeom>
          <a:solidFill xmlns:a="http://schemas.openxmlformats.org/drawingml/2006/main">
            <a:srgbClr val="EEF4F8"/>
          </a:solidFill>
          <a:ln xmlns:a="http://schemas.openxmlformats.org/drawingml/2006/main" w="0">
            <a:noFill/>
            <a:prstDash val="solid"/>
          </a:ln>
        </p:spPr>
      </p:sp>
      <p:sp>
        <p:nvSpPr>
          <p:cNvPr id="13" name="Semantic title">
            <a:extLst xmlns:a="http://schemas.openxmlformats.org/drawingml/2006/main">
              <a:ext uri="{FF2B5EF4-FFF2-40B4-BE49-F238E27FC236}">
                <a16:creationId xmlns:a16="http://schemas.microsoft.com/office/drawing/2014/main" id="{A2341DAC-5DD4-4931-9709-5253A3236AC0}"/>
              </a:ext>
            </a:extLst>
          </p:cNvPr>
          <p:cNvSpPr>
            <a:spLocks xmlns:a="http://schemas.openxmlformats.org/drawingml/2006/main" noGrp="1"/>
          </p:cNvSpPr>
          <p:nvPr/>
        </p:nvSpPr>
        <p:spPr>
          <a:xfrm xmlns:a="http://schemas.openxmlformats.org/drawingml/2006/main">
            <a:off x="323850" y="12763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86C84"/>
                </a:solidFill>
                <a:latin typeface="Arial"/>
                <a:ea typeface="Arial"/>
                <a:cs typeface="Arial"/>
              </a:defRPr>
            </a:defPPr>
            <a:lvl1pPr algn="l">
              <a:defRPr sz="1800" b="1">
                <a:solidFill>
                  <a:srgbClr val="486C84"/>
                </a:solidFill>
                <a:latin typeface="Arial"/>
                <a:ea typeface="Arial"/>
                <a:cs typeface="Arial"/>
              </a:defRPr>
            </a:lvl1pPr>
            <a:lvl2pPr algn="l">
              <a:defRPr sz="1800" b="1">
                <a:solidFill>
                  <a:srgbClr val="486C84"/>
                </a:solidFill>
                <a:latin typeface="Arial"/>
                <a:ea typeface="Arial"/>
                <a:cs typeface="Arial"/>
              </a:defRPr>
            </a:lvl2pPr>
            <a:lvl3pPr algn="l">
              <a:defRPr sz="1800" b="1">
                <a:solidFill>
                  <a:srgbClr val="486C84"/>
                </a:solidFill>
                <a:latin typeface="Arial"/>
                <a:ea typeface="Arial"/>
                <a:cs typeface="Arial"/>
              </a:defRPr>
            </a:lvl3pPr>
            <a:lvl4pPr algn="l">
              <a:defRPr sz="1800" b="1">
                <a:solidFill>
                  <a:srgbClr val="486C84"/>
                </a:solidFill>
                <a:latin typeface="Arial"/>
                <a:ea typeface="Arial"/>
                <a:cs typeface="Arial"/>
              </a:defRPr>
            </a:lvl4pPr>
            <a:lvl5pPr algn="l">
              <a:defRPr sz="1800" b="1">
                <a:solidFill>
                  <a:srgbClr val="486C84"/>
                </a:solidFill>
                <a:latin typeface="Arial"/>
                <a:ea typeface="Arial"/>
                <a:cs typeface="Arial"/>
              </a:defRPr>
            </a:lvl5pPr>
            <a:lvl6pPr algn="l">
              <a:defRPr sz="1800" b="1">
                <a:solidFill>
                  <a:srgbClr val="486C84"/>
                </a:solidFill>
                <a:latin typeface="Arial"/>
                <a:ea typeface="Arial"/>
                <a:cs typeface="Arial"/>
              </a:defRPr>
            </a:lvl6pPr>
            <a:lvl7pPr algn="l">
              <a:defRPr sz="1800" b="1">
                <a:solidFill>
                  <a:srgbClr val="486C84"/>
                </a:solidFill>
                <a:latin typeface="Arial"/>
                <a:ea typeface="Arial"/>
                <a:cs typeface="Arial"/>
              </a:defRPr>
            </a:lvl7pPr>
            <a:lvl8pPr algn="l">
              <a:defRPr sz="1800" b="1">
                <a:solidFill>
                  <a:srgbClr val="486C84"/>
                </a:solidFill>
                <a:latin typeface="Arial"/>
                <a:ea typeface="Arial"/>
                <a:cs typeface="Arial"/>
              </a:defRPr>
            </a:lvl8pPr>
            <a:lvl9pPr algn="l">
              <a:defRPr sz="1800" b="1">
                <a:solidFill>
                  <a:srgbClr val="486C84"/>
                </a:solidFill>
                <a:latin typeface="Arial"/>
                <a:ea typeface="Arial"/>
                <a:cs typeface="Arial"/>
              </a:defRPr>
            </a:lvl9pPr>
          </a:lstStyle>
          <a:p xmlns:a="http://schemas.openxmlformats.org/drawingml/2006/main">
            <a:pPr algn="l">
              <a:defRPr sz="1800" b="1">
                <a:solidFill>
                  <a:srgbClr val="486C84"/>
                </a:solidFill>
                <a:latin typeface="Arial"/>
                <a:ea typeface="Arial"/>
                <a:cs typeface="Arial"/>
              </a:defRPr>
            </a:pPr>
            <a:r>
              <a:rPr sz="1800" b="1">
                <a:solidFill>
                  <a:srgbClr val="486C84"/>
                </a:solidFill>
                <a:latin typeface="Arial"/>
                <a:ea typeface="Arial"/>
                <a:cs typeface="Arial"/>
              </a:rPr>
              <a:t>Semantic</a:t>
            </a:r>
          </a:p>
        </p:txBody>
      </p:sp>
      <p:sp>
        <p:nvSpPr>
          <p:cNvPr id="14" name="Semantic capability">
            <a:extLst xmlns:a="http://schemas.openxmlformats.org/drawingml/2006/main">
              <a:ext uri="{FF2B5EF4-FFF2-40B4-BE49-F238E27FC236}">
                <a16:creationId xmlns:a16="http://schemas.microsoft.com/office/drawing/2014/main" id="{F9173EC9-7435-4F11-A901-4EF33551CB70}"/>
              </a:ext>
            </a:extLst>
          </p:cNvPr>
          <p:cNvSpPr>
            <a:spLocks xmlns:a="http://schemas.openxmlformats.org/drawingml/2006/main" noGrp="1"/>
          </p:cNvSpPr>
          <p:nvPr/>
        </p:nvSpPr>
        <p:spPr>
          <a:xfrm xmlns:a="http://schemas.openxmlformats.org/drawingml/2006/main">
            <a:off x="323850" y="16668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63" b="0">
                <a:solidFill>
                  <a:srgbClr val="486C84"/>
                </a:solidFill>
                <a:latin typeface="Arial"/>
                <a:ea typeface="Arial"/>
                <a:cs typeface="Arial"/>
              </a:defRPr>
            </a:defPPr>
            <a:lvl1pPr algn="l">
              <a:defRPr sz="1163" b="0">
                <a:solidFill>
                  <a:srgbClr val="486C84"/>
                </a:solidFill>
                <a:latin typeface="Arial"/>
                <a:ea typeface="Arial"/>
                <a:cs typeface="Arial"/>
              </a:defRPr>
            </a:lvl1pPr>
            <a:lvl2pPr algn="l">
              <a:defRPr sz="1163" b="0">
                <a:solidFill>
                  <a:srgbClr val="486C84"/>
                </a:solidFill>
                <a:latin typeface="Arial"/>
                <a:ea typeface="Arial"/>
                <a:cs typeface="Arial"/>
              </a:defRPr>
            </a:lvl2pPr>
            <a:lvl3pPr algn="l">
              <a:defRPr sz="1163" b="0">
                <a:solidFill>
                  <a:srgbClr val="486C84"/>
                </a:solidFill>
                <a:latin typeface="Arial"/>
                <a:ea typeface="Arial"/>
                <a:cs typeface="Arial"/>
              </a:defRPr>
            </a:lvl3pPr>
            <a:lvl4pPr algn="l">
              <a:defRPr sz="1163" b="0">
                <a:solidFill>
                  <a:srgbClr val="486C84"/>
                </a:solidFill>
                <a:latin typeface="Arial"/>
                <a:ea typeface="Arial"/>
                <a:cs typeface="Arial"/>
              </a:defRPr>
            </a:lvl4pPr>
            <a:lvl5pPr algn="l">
              <a:defRPr sz="1163" b="0">
                <a:solidFill>
                  <a:srgbClr val="486C84"/>
                </a:solidFill>
                <a:latin typeface="Arial"/>
                <a:ea typeface="Arial"/>
                <a:cs typeface="Arial"/>
              </a:defRPr>
            </a:lvl5pPr>
            <a:lvl6pPr algn="l">
              <a:defRPr sz="1163" b="0">
                <a:solidFill>
                  <a:srgbClr val="486C84"/>
                </a:solidFill>
                <a:latin typeface="Arial"/>
                <a:ea typeface="Arial"/>
                <a:cs typeface="Arial"/>
              </a:defRPr>
            </a:lvl6pPr>
            <a:lvl7pPr algn="l">
              <a:defRPr sz="1163" b="0">
                <a:solidFill>
                  <a:srgbClr val="486C84"/>
                </a:solidFill>
                <a:latin typeface="Arial"/>
                <a:ea typeface="Arial"/>
                <a:cs typeface="Arial"/>
              </a:defRPr>
            </a:lvl7pPr>
            <a:lvl8pPr algn="l">
              <a:defRPr sz="1163" b="0">
                <a:solidFill>
                  <a:srgbClr val="486C84"/>
                </a:solidFill>
                <a:latin typeface="Arial"/>
                <a:ea typeface="Arial"/>
                <a:cs typeface="Arial"/>
              </a:defRPr>
            </a:lvl8pPr>
            <a:lvl9pPr algn="l">
              <a:defRPr sz="1163" b="0">
                <a:solidFill>
                  <a:srgbClr val="486C84"/>
                </a:solidFill>
                <a:latin typeface="Arial"/>
                <a:ea typeface="Arial"/>
                <a:cs typeface="Arial"/>
              </a:defRPr>
            </a:lvl9pPr>
          </a:lstStyle>
          <a:p xmlns:a="http://schemas.openxmlformats.org/drawingml/2006/main">
            <a:pPr algn="l">
              <a:defRPr sz="1163" b="0">
                <a:solidFill>
                  <a:srgbClr val="486C84"/>
                </a:solidFill>
                <a:latin typeface="Arial"/>
                <a:ea typeface="Arial"/>
                <a:cs typeface="Arial"/>
              </a:defRPr>
            </a:pPr>
            <a:r>
              <a:rPr sz="1163" b="0">
                <a:solidFill>
                  <a:srgbClr val="486C84"/>
                </a:solidFill>
                <a:latin typeface="Arial"/>
                <a:ea typeface="Arial"/>
                <a:cs typeface="Arial"/>
              </a:rPr>
              <a:t>Fine-grained semantic following</a:t>
            </a:r>
          </a:p>
        </p:txBody>
      </p:sp>
      <p:sp>
        <p:nvSpPr>
          <p:cNvPr id="15" name="Semantic scale">
            <a:extLst xmlns:a="http://schemas.openxmlformats.org/drawingml/2006/main">
              <a:ext uri="{FF2B5EF4-FFF2-40B4-BE49-F238E27FC236}">
                <a16:creationId xmlns:a16="http://schemas.microsoft.com/office/drawing/2014/main" id="{B4C9647F-5970-477E-9DD8-25F4217CA12D}"/>
              </a:ext>
            </a:extLst>
          </p:cNvPr>
          <p:cNvSpPr>
            <a:spLocks xmlns:a="http://schemas.openxmlformats.org/drawingml/2006/main" noGrp="1"/>
          </p:cNvSpPr>
          <p:nvPr/>
        </p:nvSpPr>
        <p:spPr>
          <a:xfrm xmlns:a="http://schemas.openxmlformats.org/drawingml/2006/main">
            <a:off x="323850" y="191452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1">
                <a:solidFill>
                  <a:srgbClr val="2B414E"/>
                </a:solidFill>
                <a:latin typeface="Arial"/>
                <a:ea typeface="Arial"/>
                <a:cs typeface="Arial"/>
              </a:defRPr>
            </a:defPPr>
            <a:lvl1pPr algn="l">
              <a:defRPr sz="1125" b="1">
                <a:solidFill>
                  <a:srgbClr val="2B414E"/>
                </a:solidFill>
                <a:latin typeface="Arial"/>
                <a:ea typeface="Arial"/>
                <a:cs typeface="Arial"/>
              </a:defRPr>
            </a:lvl1pPr>
            <a:lvl2pPr algn="l">
              <a:defRPr sz="1125" b="1">
                <a:solidFill>
                  <a:srgbClr val="2B414E"/>
                </a:solidFill>
                <a:latin typeface="Arial"/>
                <a:ea typeface="Arial"/>
                <a:cs typeface="Arial"/>
              </a:defRPr>
            </a:lvl2pPr>
            <a:lvl3pPr algn="l">
              <a:defRPr sz="1125" b="1">
                <a:solidFill>
                  <a:srgbClr val="2B414E"/>
                </a:solidFill>
                <a:latin typeface="Arial"/>
                <a:ea typeface="Arial"/>
                <a:cs typeface="Arial"/>
              </a:defRPr>
            </a:lvl3pPr>
            <a:lvl4pPr algn="l">
              <a:defRPr sz="1125" b="1">
                <a:solidFill>
                  <a:srgbClr val="2B414E"/>
                </a:solidFill>
                <a:latin typeface="Arial"/>
                <a:ea typeface="Arial"/>
                <a:cs typeface="Arial"/>
              </a:defRPr>
            </a:lvl4pPr>
            <a:lvl5pPr algn="l">
              <a:defRPr sz="1125" b="1">
                <a:solidFill>
                  <a:srgbClr val="2B414E"/>
                </a:solidFill>
                <a:latin typeface="Arial"/>
                <a:ea typeface="Arial"/>
                <a:cs typeface="Arial"/>
              </a:defRPr>
            </a:lvl5pPr>
            <a:lvl6pPr algn="l">
              <a:defRPr sz="1125" b="1">
                <a:solidFill>
                  <a:srgbClr val="2B414E"/>
                </a:solidFill>
                <a:latin typeface="Arial"/>
                <a:ea typeface="Arial"/>
                <a:cs typeface="Arial"/>
              </a:defRPr>
            </a:lvl6pPr>
            <a:lvl7pPr algn="l">
              <a:defRPr sz="1125" b="1">
                <a:solidFill>
                  <a:srgbClr val="2B414E"/>
                </a:solidFill>
                <a:latin typeface="Arial"/>
                <a:ea typeface="Arial"/>
                <a:cs typeface="Arial"/>
              </a:defRPr>
            </a:lvl7pPr>
            <a:lvl8pPr algn="l">
              <a:defRPr sz="1125" b="1">
                <a:solidFill>
                  <a:srgbClr val="2B414E"/>
                </a:solidFill>
                <a:latin typeface="Arial"/>
                <a:ea typeface="Arial"/>
                <a:cs typeface="Arial"/>
              </a:defRPr>
            </a:lvl8pPr>
            <a:lvl9pPr algn="l">
              <a:defRPr sz="1125" b="1">
                <a:solidFill>
                  <a:srgbClr val="2B414E"/>
                </a:solidFill>
                <a:latin typeface="Arial"/>
                <a:ea typeface="Arial"/>
                <a:cs typeface="Arial"/>
              </a:defRPr>
            </a:lvl9pPr>
          </a:lstStyle>
          <a:p xmlns:a="http://schemas.openxmlformats.org/drawingml/2006/main">
            <a:pPr algn="l">
              <a:defRPr sz="1125" b="1">
                <a:solidFill>
                  <a:srgbClr val="2B414E"/>
                </a:solidFill>
                <a:latin typeface="Arial"/>
                <a:ea typeface="Arial"/>
                <a:cs typeface="Arial"/>
              </a:defRPr>
            </a:pPr>
            <a:r>
              <a:rPr sz="1125" b="1">
                <a:solidFill>
                  <a:srgbClr val="2B414E"/>
                </a:solidFill>
                <a:latin typeface="Arial"/>
                <a:ea typeface="Arial"/>
                <a:cs typeface="Arial"/>
              </a:rPr>
              <a:t>40 tasks    2,000 instances</a:t>
            </a:r>
          </a:p>
        </p:txBody>
      </p:sp>
      <p:pic>
        <p:nvPicPr>
          <p:cNvPr id="16" name="">
            <a:extLst xmlns:a="http://schemas.openxmlformats.org/drawingml/2006/main">
              <a:ext uri="{FF2B5EF4-FFF2-40B4-BE49-F238E27FC236}">
                <a16:creationId xmlns:a16="http://schemas.microsoft.com/office/drawing/2014/main" id="{288FD550-7C6F-44E9-9F21-0AF67B1FB386}"/>
              </a:ext>
            </a:extLst>
          </p:cNvPr>
          <p:cNvPicPr>
            <a:picLocks xmlns:a="http://schemas.openxmlformats.org/drawingml/2006/main" noChangeAspect="1"/>
          </p:cNvPicPr>
          <p:nvPr/>
        </p:nvPicPr>
        <p:blipFill>
          <a:blip xmlns:r="http://schemas.openxmlformats.org/officeDocument/2006/relationships" xmlns:a="http://schemas.openxmlformats.org/drawingml/2006/main" r:embed="Rf341328e0b124d71"/>
          <a:stretch xmlns:a="http://schemas.openxmlformats.org/drawingml/2006/main"/>
        </p:blipFill>
        <p:spPr>
          <a:xfrm xmlns:a="http://schemas.openxmlformats.org/drawingml/2006/main">
            <a:off x="390525" y="2247900"/>
            <a:ext cx="1085850" cy="1085850"/>
          </a:xfrm>
          <a:prstGeom xmlns:a="http://schemas.openxmlformats.org/drawingml/2006/main" prst="rect">
            <a:avLst/>
          </a:prstGeom>
        </p:spPr>
      </p:pic>
      <p:sp>
        <p:nvSpPr>
          <p:cNvPr id="17" name="Semantic representative instruction">
            <a:extLst xmlns:a="http://schemas.openxmlformats.org/drawingml/2006/main">
              <a:ext uri="{FF2B5EF4-FFF2-40B4-BE49-F238E27FC236}">
                <a16:creationId xmlns:a16="http://schemas.microsoft.com/office/drawing/2014/main" id="{797038CB-6A95-409A-AAA4-E38833F94634}"/>
              </a:ext>
            </a:extLst>
          </p:cNvPr>
          <p:cNvSpPr>
            <a:spLocks xmlns:a="http://schemas.openxmlformats.org/drawingml/2006/main" noGrp="1"/>
          </p:cNvSpPr>
          <p:nvPr/>
        </p:nvSpPr>
        <p:spPr>
          <a:xfrm xmlns:a="http://schemas.openxmlformats.org/drawingml/2006/main">
            <a:off x="1666875" y="2247900"/>
            <a:ext cx="1457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45" b="0">
                <a:solidFill>
                  <a:srgbClr val="2B414E"/>
                </a:solidFill>
                <a:latin typeface="Arial"/>
                <a:ea typeface="Arial"/>
                <a:cs typeface="Arial"/>
              </a:defRPr>
            </a:defPPr>
            <a:lvl1pPr algn="l">
              <a:defRPr sz="1245" b="0">
                <a:solidFill>
                  <a:srgbClr val="2B414E"/>
                </a:solidFill>
                <a:latin typeface="Arial"/>
                <a:ea typeface="Arial"/>
                <a:cs typeface="Arial"/>
              </a:defRPr>
            </a:lvl1pPr>
            <a:lvl2pPr algn="l">
              <a:defRPr sz="1245" b="0">
                <a:solidFill>
                  <a:srgbClr val="2B414E"/>
                </a:solidFill>
                <a:latin typeface="Arial"/>
                <a:ea typeface="Arial"/>
                <a:cs typeface="Arial"/>
              </a:defRPr>
            </a:lvl2pPr>
            <a:lvl3pPr algn="l">
              <a:defRPr sz="1245" b="0">
                <a:solidFill>
                  <a:srgbClr val="2B414E"/>
                </a:solidFill>
                <a:latin typeface="Arial"/>
                <a:ea typeface="Arial"/>
                <a:cs typeface="Arial"/>
              </a:defRPr>
            </a:lvl3pPr>
            <a:lvl4pPr algn="l">
              <a:defRPr sz="1245" b="0">
                <a:solidFill>
                  <a:srgbClr val="2B414E"/>
                </a:solidFill>
                <a:latin typeface="Arial"/>
                <a:ea typeface="Arial"/>
                <a:cs typeface="Arial"/>
              </a:defRPr>
            </a:lvl4pPr>
            <a:lvl5pPr algn="l">
              <a:defRPr sz="1245" b="0">
                <a:solidFill>
                  <a:srgbClr val="2B414E"/>
                </a:solidFill>
                <a:latin typeface="Arial"/>
                <a:ea typeface="Arial"/>
                <a:cs typeface="Arial"/>
              </a:defRPr>
            </a:lvl5pPr>
            <a:lvl6pPr algn="l">
              <a:defRPr sz="1245" b="0">
                <a:solidFill>
                  <a:srgbClr val="2B414E"/>
                </a:solidFill>
                <a:latin typeface="Arial"/>
                <a:ea typeface="Arial"/>
                <a:cs typeface="Arial"/>
              </a:defRPr>
            </a:lvl6pPr>
            <a:lvl7pPr algn="l">
              <a:defRPr sz="1245" b="0">
                <a:solidFill>
                  <a:srgbClr val="2B414E"/>
                </a:solidFill>
                <a:latin typeface="Arial"/>
                <a:ea typeface="Arial"/>
                <a:cs typeface="Arial"/>
              </a:defRPr>
            </a:lvl7pPr>
            <a:lvl8pPr algn="l">
              <a:defRPr sz="1245" b="0">
                <a:solidFill>
                  <a:srgbClr val="2B414E"/>
                </a:solidFill>
                <a:latin typeface="Arial"/>
                <a:ea typeface="Arial"/>
                <a:cs typeface="Arial"/>
              </a:defRPr>
            </a:lvl8pPr>
            <a:lvl9pPr algn="l">
              <a:defRPr sz="1245" b="0">
                <a:solidFill>
                  <a:srgbClr val="2B414E"/>
                </a:solidFill>
                <a:latin typeface="Arial"/>
                <a:ea typeface="Arial"/>
                <a:cs typeface="Arial"/>
              </a:defRPr>
            </a:lvl9pPr>
          </a:lstStyle>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Only approach</a:t>
            </a:r>
          </a:p>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the bowl.</a:t>
            </a:r>
          </a:p>
        </p:txBody>
      </p:sp>
      <p:sp>
        <p:nvSpPr>
          <p:cNvPr id="18" name="Semantic requirement">
            <a:extLst xmlns:a="http://schemas.openxmlformats.org/drawingml/2006/main">
              <a:ext uri="{FF2B5EF4-FFF2-40B4-BE49-F238E27FC236}">
                <a16:creationId xmlns:a16="http://schemas.microsoft.com/office/drawing/2014/main" id="{DE394D05-3D42-4E73-B426-00A53FB2F953}"/>
              </a:ext>
            </a:extLst>
          </p:cNvPr>
          <p:cNvSpPr>
            <a:spLocks xmlns:a="http://schemas.openxmlformats.org/drawingml/2006/main" noGrp="1"/>
          </p:cNvSpPr>
          <p:nvPr/>
        </p:nvSpPr>
        <p:spPr>
          <a:xfrm xmlns:a="http://schemas.openxmlformats.org/drawingml/2006/main">
            <a:off x="1666875" y="2847975"/>
            <a:ext cx="1457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13" b="0">
                <a:solidFill>
                  <a:srgbClr val="486C84"/>
                </a:solidFill>
                <a:latin typeface="Arial"/>
                <a:ea typeface="Arial"/>
                <a:cs typeface="Arial"/>
              </a:defRPr>
            </a:defPPr>
            <a:lvl1pPr algn="l">
              <a:defRPr sz="1013" b="0">
                <a:solidFill>
                  <a:srgbClr val="486C84"/>
                </a:solidFill>
                <a:latin typeface="Arial"/>
                <a:ea typeface="Arial"/>
                <a:cs typeface="Arial"/>
              </a:defRPr>
            </a:lvl1pPr>
            <a:lvl2pPr algn="l">
              <a:defRPr sz="1013" b="0">
                <a:solidFill>
                  <a:srgbClr val="486C84"/>
                </a:solidFill>
                <a:latin typeface="Arial"/>
                <a:ea typeface="Arial"/>
                <a:cs typeface="Arial"/>
              </a:defRPr>
            </a:lvl2pPr>
            <a:lvl3pPr algn="l">
              <a:defRPr sz="1013" b="0">
                <a:solidFill>
                  <a:srgbClr val="486C84"/>
                </a:solidFill>
                <a:latin typeface="Arial"/>
                <a:ea typeface="Arial"/>
                <a:cs typeface="Arial"/>
              </a:defRPr>
            </a:lvl3pPr>
            <a:lvl4pPr algn="l">
              <a:defRPr sz="1013" b="0">
                <a:solidFill>
                  <a:srgbClr val="486C84"/>
                </a:solidFill>
                <a:latin typeface="Arial"/>
                <a:ea typeface="Arial"/>
                <a:cs typeface="Arial"/>
              </a:defRPr>
            </a:lvl4pPr>
            <a:lvl5pPr algn="l">
              <a:defRPr sz="1013" b="0">
                <a:solidFill>
                  <a:srgbClr val="486C84"/>
                </a:solidFill>
                <a:latin typeface="Arial"/>
                <a:ea typeface="Arial"/>
                <a:cs typeface="Arial"/>
              </a:defRPr>
            </a:lvl5pPr>
            <a:lvl6pPr algn="l">
              <a:defRPr sz="1013" b="0">
                <a:solidFill>
                  <a:srgbClr val="486C84"/>
                </a:solidFill>
                <a:latin typeface="Arial"/>
                <a:ea typeface="Arial"/>
                <a:cs typeface="Arial"/>
              </a:defRPr>
            </a:lvl6pPr>
            <a:lvl7pPr algn="l">
              <a:defRPr sz="1013" b="0">
                <a:solidFill>
                  <a:srgbClr val="486C84"/>
                </a:solidFill>
                <a:latin typeface="Arial"/>
                <a:ea typeface="Arial"/>
                <a:cs typeface="Arial"/>
              </a:defRPr>
            </a:lvl7pPr>
            <a:lvl8pPr algn="l">
              <a:defRPr sz="1013" b="0">
                <a:solidFill>
                  <a:srgbClr val="486C84"/>
                </a:solidFill>
                <a:latin typeface="Arial"/>
                <a:ea typeface="Arial"/>
                <a:cs typeface="Arial"/>
              </a:defRPr>
            </a:lvl8pPr>
            <a:lvl9pPr algn="l">
              <a:defRPr sz="1013" b="0">
                <a:solidFill>
                  <a:srgbClr val="486C84"/>
                </a:solidFill>
                <a:latin typeface="Arial"/>
                <a:ea typeface="Arial"/>
                <a:cs typeface="Arial"/>
              </a:defRPr>
            </a:lvl9pPr>
          </a:lstStyle>
          <a:p xmlns:a="http://schemas.openxmlformats.org/drawingml/2006/main">
            <a:pPr algn="l">
              <a:defRPr sz="1013" b="0">
                <a:solidFill>
                  <a:srgbClr val="486C84"/>
                </a:solidFill>
                <a:latin typeface="Arial"/>
                <a:ea typeface="Arial"/>
                <a:cs typeface="Arial"/>
              </a:defRPr>
            </a:pPr>
            <a:r>
              <a:rPr sz="1013" b="0">
                <a:solidFill>
                  <a:srgbClr val="486C84"/>
                </a:solidFill>
                <a:latin typeface="Arial"/>
                <a:ea typeface="Arial"/>
                <a:cs typeface="Arial"/>
              </a:rPr>
              <a:t>Stop before grasping.</a:t>
            </a:r>
          </a:p>
        </p:txBody>
      </p:sp>
      <p:sp>
        <p:nvSpPr>
          <p:cNvPr id="19" name="Semantic language variation">
            <a:extLst xmlns:a="http://schemas.openxmlformats.org/drawingml/2006/main">
              <a:ext uri="{FF2B5EF4-FFF2-40B4-BE49-F238E27FC236}">
                <a16:creationId xmlns:a16="http://schemas.microsoft.com/office/drawing/2014/main" id="{2B6C88CD-CBFE-41AF-A2A2-ED822A9C94B8}"/>
              </a:ext>
            </a:extLst>
          </p:cNvPr>
          <p:cNvSpPr>
            <a:spLocks xmlns:a="http://schemas.openxmlformats.org/drawingml/2006/main" noGrp="1"/>
          </p:cNvSpPr>
          <p:nvPr/>
        </p:nvSpPr>
        <p:spPr>
          <a:xfrm xmlns:a="http://schemas.openxmlformats.org/drawingml/2006/main">
            <a:off x="323850" y="3429000"/>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28" b="0">
                <a:solidFill>
                  <a:srgbClr val="2B414E"/>
                </a:solidFill>
                <a:latin typeface="Arial"/>
                <a:ea typeface="Arial"/>
                <a:cs typeface="Arial"/>
              </a:defRPr>
            </a:defPPr>
            <a:lvl1pPr algn="l">
              <a:defRPr sz="1028" b="0">
                <a:solidFill>
                  <a:srgbClr val="2B414E"/>
                </a:solidFill>
                <a:latin typeface="Arial"/>
                <a:ea typeface="Arial"/>
                <a:cs typeface="Arial"/>
              </a:defRPr>
            </a:lvl1pPr>
            <a:lvl2pPr algn="l">
              <a:defRPr sz="1028" b="0">
                <a:solidFill>
                  <a:srgbClr val="2B414E"/>
                </a:solidFill>
                <a:latin typeface="Arial"/>
                <a:ea typeface="Arial"/>
                <a:cs typeface="Arial"/>
              </a:defRPr>
            </a:lvl2pPr>
            <a:lvl3pPr algn="l">
              <a:defRPr sz="1028" b="0">
                <a:solidFill>
                  <a:srgbClr val="2B414E"/>
                </a:solidFill>
                <a:latin typeface="Arial"/>
                <a:ea typeface="Arial"/>
                <a:cs typeface="Arial"/>
              </a:defRPr>
            </a:lvl3pPr>
            <a:lvl4pPr algn="l">
              <a:defRPr sz="1028" b="0">
                <a:solidFill>
                  <a:srgbClr val="2B414E"/>
                </a:solidFill>
                <a:latin typeface="Arial"/>
                <a:ea typeface="Arial"/>
                <a:cs typeface="Arial"/>
              </a:defRPr>
            </a:lvl4pPr>
            <a:lvl5pPr algn="l">
              <a:defRPr sz="1028" b="0">
                <a:solidFill>
                  <a:srgbClr val="2B414E"/>
                </a:solidFill>
                <a:latin typeface="Arial"/>
                <a:ea typeface="Arial"/>
                <a:cs typeface="Arial"/>
              </a:defRPr>
            </a:lvl5pPr>
            <a:lvl6pPr algn="l">
              <a:defRPr sz="1028" b="0">
                <a:solidFill>
                  <a:srgbClr val="2B414E"/>
                </a:solidFill>
                <a:latin typeface="Arial"/>
                <a:ea typeface="Arial"/>
                <a:cs typeface="Arial"/>
              </a:defRPr>
            </a:lvl6pPr>
            <a:lvl7pPr algn="l">
              <a:defRPr sz="1028" b="0">
                <a:solidFill>
                  <a:srgbClr val="2B414E"/>
                </a:solidFill>
                <a:latin typeface="Arial"/>
                <a:ea typeface="Arial"/>
                <a:cs typeface="Arial"/>
              </a:defRPr>
            </a:lvl7pPr>
            <a:lvl8pPr algn="l">
              <a:defRPr sz="1028" b="0">
                <a:solidFill>
                  <a:srgbClr val="2B414E"/>
                </a:solidFill>
                <a:latin typeface="Arial"/>
                <a:ea typeface="Arial"/>
                <a:cs typeface="Arial"/>
              </a:defRPr>
            </a:lvl8pPr>
            <a:lvl9pPr algn="l">
              <a:defRPr sz="1028" b="0">
                <a:solidFill>
                  <a:srgbClr val="2B414E"/>
                </a:solidFill>
                <a:latin typeface="Arial"/>
                <a:ea typeface="Arial"/>
                <a:cs typeface="Arial"/>
              </a:defRPr>
            </a:lvl9pPr>
          </a:lstStyle>
          <a:p xmlns:a="http://schemas.openxmlformats.org/drawingml/2006/main">
            <a:pPr algn="l">
              <a:defRPr sz="1028" b="0">
                <a:solidFill>
                  <a:srgbClr val="2B414E"/>
                </a:solidFill>
                <a:latin typeface="Arial"/>
                <a:ea typeface="Arial"/>
                <a:cs typeface="Arial"/>
              </a:defRPr>
            </a:pPr>
            <a:r>
              <a:rPr sz="1028" b="0">
                <a:solidFill>
                  <a:srgbClr val="2B414E"/>
                </a:solidFill>
                <a:latin typeface="Arial"/>
                <a:ea typeface="Arial"/>
                <a:cs typeface="Arial"/>
              </a:rPr>
              <a:t>Paraphrases / subtasks / atomic actions</a:t>
            </a:r>
          </a:p>
        </p:txBody>
      </p:sp>
      <p:sp>
        <p:nvSpPr>
          <p:cNvPr id="20" name="Semantic logical constraints">
            <a:extLst xmlns:a="http://schemas.openxmlformats.org/drawingml/2006/main">
              <a:ext uri="{FF2B5EF4-FFF2-40B4-BE49-F238E27FC236}">
                <a16:creationId xmlns:a16="http://schemas.microsoft.com/office/drawing/2014/main" id="{1C60F628-7F02-41C5-B3CE-B4B48C45543B}"/>
              </a:ext>
            </a:extLst>
          </p:cNvPr>
          <p:cNvSpPr>
            <a:spLocks xmlns:a="http://schemas.openxmlformats.org/drawingml/2006/main" noGrp="1"/>
          </p:cNvSpPr>
          <p:nvPr/>
        </p:nvSpPr>
        <p:spPr>
          <a:xfrm xmlns:a="http://schemas.openxmlformats.org/drawingml/2006/main">
            <a:off x="323850" y="3695700"/>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00" b="1">
                <a:solidFill>
                  <a:srgbClr val="486C84"/>
                </a:solidFill>
                <a:latin typeface="Arial"/>
                <a:ea typeface="Arial"/>
                <a:cs typeface="Arial"/>
              </a:defRPr>
            </a:defPPr>
            <a:lvl1pPr algn="l">
              <a:defRPr sz="1200" b="1">
                <a:solidFill>
                  <a:srgbClr val="486C84"/>
                </a:solidFill>
                <a:latin typeface="Arial"/>
                <a:ea typeface="Arial"/>
                <a:cs typeface="Arial"/>
              </a:defRPr>
            </a:lvl1pPr>
            <a:lvl2pPr algn="l">
              <a:defRPr sz="1200" b="1">
                <a:solidFill>
                  <a:srgbClr val="486C84"/>
                </a:solidFill>
                <a:latin typeface="Arial"/>
                <a:ea typeface="Arial"/>
                <a:cs typeface="Arial"/>
              </a:defRPr>
            </a:lvl2pPr>
            <a:lvl3pPr algn="l">
              <a:defRPr sz="1200" b="1">
                <a:solidFill>
                  <a:srgbClr val="486C84"/>
                </a:solidFill>
                <a:latin typeface="Arial"/>
                <a:ea typeface="Arial"/>
                <a:cs typeface="Arial"/>
              </a:defRPr>
            </a:lvl3pPr>
            <a:lvl4pPr algn="l">
              <a:defRPr sz="1200" b="1">
                <a:solidFill>
                  <a:srgbClr val="486C84"/>
                </a:solidFill>
                <a:latin typeface="Arial"/>
                <a:ea typeface="Arial"/>
                <a:cs typeface="Arial"/>
              </a:defRPr>
            </a:lvl4pPr>
            <a:lvl5pPr algn="l">
              <a:defRPr sz="1200" b="1">
                <a:solidFill>
                  <a:srgbClr val="486C84"/>
                </a:solidFill>
                <a:latin typeface="Arial"/>
                <a:ea typeface="Arial"/>
                <a:cs typeface="Arial"/>
              </a:defRPr>
            </a:lvl5pPr>
            <a:lvl6pPr algn="l">
              <a:defRPr sz="1200" b="1">
                <a:solidFill>
                  <a:srgbClr val="486C84"/>
                </a:solidFill>
                <a:latin typeface="Arial"/>
                <a:ea typeface="Arial"/>
                <a:cs typeface="Arial"/>
              </a:defRPr>
            </a:lvl6pPr>
            <a:lvl7pPr algn="l">
              <a:defRPr sz="1200" b="1">
                <a:solidFill>
                  <a:srgbClr val="486C84"/>
                </a:solidFill>
                <a:latin typeface="Arial"/>
                <a:ea typeface="Arial"/>
                <a:cs typeface="Arial"/>
              </a:defRPr>
            </a:lvl7pPr>
            <a:lvl8pPr algn="l">
              <a:defRPr sz="1200" b="1">
                <a:solidFill>
                  <a:srgbClr val="486C84"/>
                </a:solidFill>
                <a:latin typeface="Arial"/>
                <a:ea typeface="Arial"/>
                <a:cs typeface="Arial"/>
              </a:defRPr>
            </a:lvl8pPr>
            <a:lvl9pPr algn="l">
              <a:defRPr sz="1200" b="1">
                <a:solidFill>
                  <a:srgbClr val="486C84"/>
                </a:solidFill>
                <a:latin typeface="Arial"/>
                <a:ea typeface="Arial"/>
                <a:cs typeface="Arial"/>
              </a:defRPr>
            </a:lvl9pPr>
          </a:lstStyle>
          <a:p xmlns:a="http://schemas.openxmlformats.org/drawingml/2006/main">
            <a:pPr algn="l">
              <a:defRPr sz="1200" b="1">
                <a:solidFill>
                  <a:srgbClr val="486C84"/>
                </a:solidFill>
                <a:latin typeface="Arial"/>
                <a:ea typeface="Arial"/>
                <a:cs typeface="Arial"/>
              </a:defRPr>
            </a:pPr>
            <a:r>
              <a:rPr sz="1200" b="1">
                <a:solidFill>
                  <a:srgbClr val="486C84"/>
                </a:solidFill>
                <a:latin typeface="Arial"/>
                <a:ea typeface="Arial"/>
                <a:cs typeface="Arial"/>
              </a:rPr>
              <a:t>Logical constraints</a:t>
            </a:r>
          </a:p>
        </p:txBody>
      </p:sp>
      <p:sp>
        <p:nvSpPr>
          <p:cNvPr id="21" name="Semantic constraint dimensions">
            <a:extLst xmlns:a="http://schemas.openxmlformats.org/drawingml/2006/main">
              <a:ext uri="{FF2B5EF4-FFF2-40B4-BE49-F238E27FC236}">
                <a16:creationId xmlns:a16="http://schemas.microsoft.com/office/drawing/2014/main" id="{57ABBB74-0E77-4C65-8D55-2B8592B3F5FB}"/>
              </a:ext>
            </a:extLst>
          </p:cNvPr>
          <p:cNvSpPr>
            <a:spLocks xmlns:a="http://schemas.openxmlformats.org/drawingml/2006/main" noGrp="1"/>
          </p:cNvSpPr>
          <p:nvPr/>
        </p:nvSpPr>
        <p:spPr>
          <a:xfrm xmlns:a="http://schemas.openxmlformats.org/drawingml/2006/main">
            <a:off x="323850" y="3971925"/>
            <a:ext cx="2781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20" b="0">
                <a:solidFill>
                  <a:srgbClr val="657D89"/>
                </a:solidFill>
                <a:latin typeface="Arial"/>
                <a:ea typeface="Arial"/>
                <a:cs typeface="Arial"/>
              </a:defRPr>
            </a:defPPr>
            <a:lvl1pPr algn="l">
              <a:defRPr sz="1020" b="0">
                <a:solidFill>
                  <a:srgbClr val="657D89"/>
                </a:solidFill>
                <a:latin typeface="Arial"/>
                <a:ea typeface="Arial"/>
                <a:cs typeface="Arial"/>
              </a:defRPr>
            </a:lvl1pPr>
            <a:lvl2pPr algn="l">
              <a:defRPr sz="1020" b="0">
                <a:solidFill>
                  <a:srgbClr val="657D89"/>
                </a:solidFill>
                <a:latin typeface="Arial"/>
                <a:ea typeface="Arial"/>
                <a:cs typeface="Arial"/>
              </a:defRPr>
            </a:lvl2pPr>
            <a:lvl3pPr algn="l">
              <a:defRPr sz="1020" b="0">
                <a:solidFill>
                  <a:srgbClr val="657D89"/>
                </a:solidFill>
                <a:latin typeface="Arial"/>
                <a:ea typeface="Arial"/>
                <a:cs typeface="Arial"/>
              </a:defRPr>
            </a:lvl3pPr>
            <a:lvl4pPr algn="l">
              <a:defRPr sz="1020" b="0">
                <a:solidFill>
                  <a:srgbClr val="657D89"/>
                </a:solidFill>
                <a:latin typeface="Arial"/>
                <a:ea typeface="Arial"/>
                <a:cs typeface="Arial"/>
              </a:defRPr>
            </a:lvl4pPr>
            <a:lvl5pPr algn="l">
              <a:defRPr sz="1020" b="0">
                <a:solidFill>
                  <a:srgbClr val="657D89"/>
                </a:solidFill>
                <a:latin typeface="Arial"/>
                <a:ea typeface="Arial"/>
                <a:cs typeface="Arial"/>
              </a:defRPr>
            </a:lvl5pPr>
            <a:lvl6pPr algn="l">
              <a:defRPr sz="1020" b="0">
                <a:solidFill>
                  <a:srgbClr val="657D89"/>
                </a:solidFill>
                <a:latin typeface="Arial"/>
                <a:ea typeface="Arial"/>
                <a:cs typeface="Arial"/>
              </a:defRPr>
            </a:lvl6pPr>
            <a:lvl7pPr algn="l">
              <a:defRPr sz="1020" b="0">
                <a:solidFill>
                  <a:srgbClr val="657D89"/>
                </a:solidFill>
                <a:latin typeface="Arial"/>
                <a:ea typeface="Arial"/>
                <a:cs typeface="Arial"/>
              </a:defRPr>
            </a:lvl7pPr>
            <a:lvl8pPr algn="l">
              <a:defRPr sz="1020" b="0">
                <a:solidFill>
                  <a:srgbClr val="657D89"/>
                </a:solidFill>
                <a:latin typeface="Arial"/>
                <a:ea typeface="Arial"/>
                <a:cs typeface="Arial"/>
              </a:defRPr>
            </a:lvl8pPr>
            <a:lvl9pPr algn="l">
              <a:defRPr sz="1020" b="0">
                <a:solidFill>
                  <a:srgbClr val="657D89"/>
                </a:solidFill>
                <a:latin typeface="Arial"/>
                <a:ea typeface="Arial"/>
                <a:cs typeface="Arial"/>
              </a:defRPr>
            </a:lvl9pPr>
          </a:lstStyle>
          <a:p xmlns:a="http://schemas.openxmlformats.org/drawingml/2006/main">
            <a:pPr algn="l">
              <a:defRPr sz="1020" b="0">
                <a:solidFill>
                  <a:srgbClr val="657D89"/>
                </a:solidFill>
                <a:latin typeface="Arial"/>
                <a:ea typeface="Arial"/>
                <a:cs typeface="Arial"/>
              </a:defRPr>
            </a:pPr>
            <a:r>
              <a:rPr sz="1020" b="0">
                <a:solidFill>
                  <a:srgbClr val="657D89"/>
                </a:solidFill>
                <a:latin typeface="Arial"/>
                <a:ea typeface="Arial"/>
                <a:cs typeface="Arial"/>
              </a:rPr>
              <a:t>Object / space / order / stop / hold</a:t>
            </a:r>
          </a:p>
        </p:txBody>
      </p:sp>
      <p:sp>
        <p:nvSpPr>
          <p:cNvPr id="22" name="Visual Prompt (Vis) suite frame">
            <a:extLst xmlns:a="http://schemas.openxmlformats.org/drawingml/2006/main">
              <a:ext uri="{FF2B5EF4-FFF2-40B4-BE49-F238E27FC236}">
                <a16:creationId xmlns:a16="http://schemas.microsoft.com/office/drawing/2014/main" id="{22493748-03CF-4189-B488-F3902D7F0648}"/>
              </a:ext>
            </a:extLst>
          </p:cNvPr>
          <p:cNvSpPr>
            <a:spLocks xmlns:a="http://schemas.openxmlformats.org/drawingml/2006/main" noGrp="1"/>
          </p:cNvSpPr>
          <p:nvPr/>
        </p:nvSpPr>
        <p:spPr>
          <a:xfrm xmlns:a="http://schemas.openxmlformats.org/drawingml/2006/main">
            <a:off x="3381375" y="1209675"/>
            <a:ext cx="304800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1430">
            <a:solidFill>
              <a:srgbClr val="A9BFCB"/>
            </a:solidFill>
            <a:prstDash val="solid"/>
          </a:ln>
        </p:spPr>
      </p:sp>
      <p:sp>
        <p:nvSpPr>
          <p:cNvPr id="23" name="Visual Prompt (Vis) suite heading">
            <a:extLst xmlns:a="http://schemas.openxmlformats.org/drawingml/2006/main">
              <a:ext uri="{FF2B5EF4-FFF2-40B4-BE49-F238E27FC236}">
                <a16:creationId xmlns:a16="http://schemas.microsoft.com/office/drawing/2014/main" id="{85EDBE89-5B44-4BA2-98D1-9E48D7373110}"/>
              </a:ext>
            </a:extLst>
          </p:cNvPr>
          <p:cNvSpPr>
            <a:spLocks xmlns:a="http://schemas.openxmlformats.org/drawingml/2006/main" noGrp="1"/>
          </p:cNvSpPr>
          <p:nvPr/>
        </p:nvSpPr>
        <p:spPr>
          <a:xfrm xmlns:a="http://schemas.openxmlformats.org/drawingml/2006/main">
            <a:off x="3390900" y="1219200"/>
            <a:ext cx="3028950" cy="381000"/>
          </a:xfrm>
          <a:prstGeom xmlns:a="http://schemas.openxmlformats.org/drawingml/2006/main" prst="roundRect">
            <a:avLst>
              <a:gd name="adj" fmla="val 17500"/>
            </a:avLst>
          </a:prstGeom>
          <a:solidFill xmlns:a="http://schemas.openxmlformats.org/drawingml/2006/main">
            <a:srgbClr val="EDF5F1"/>
          </a:solidFill>
          <a:ln xmlns:a="http://schemas.openxmlformats.org/drawingml/2006/main" w="0">
            <a:noFill/>
            <a:prstDash val="solid"/>
          </a:ln>
        </p:spPr>
      </p:sp>
      <p:sp>
        <p:nvSpPr>
          <p:cNvPr id="24" name="Visual Prompt (Vis) title">
            <a:extLst xmlns:a="http://schemas.openxmlformats.org/drawingml/2006/main">
              <a:ext uri="{FF2B5EF4-FFF2-40B4-BE49-F238E27FC236}">
                <a16:creationId xmlns:a16="http://schemas.microsoft.com/office/drawing/2014/main" id="{E4A065D8-107E-4003-BA41-AF590275D4D9}"/>
              </a:ext>
            </a:extLst>
          </p:cNvPr>
          <p:cNvSpPr>
            <a:spLocks xmlns:a="http://schemas.openxmlformats.org/drawingml/2006/main" noGrp="1"/>
          </p:cNvSpPr>
          <p:nvPr/>
        </p:nvSpPr>
        <p:spPr>
          <a:xfrm xmlns:a="http://schemas.openxmlformats.org/drawingml/2006/main">
            <a:off x="3514725" y="12763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4F796F"/>
                </a:solidFill>
                <a:latin typeface="Arial"/>
                <a:ea typeface="Arial"/>
                <a:cs typeface="Arial"/>
              </a:defRPr>
            </a:defPPr>
            <a:lvl1pPr algn="l">
              <a:defRPr sz="1800" b="1">
                <a:solidFill>
                  <a:srgbClr val="4F796F"/>
                </a:solidFill>
                <a:latin typeface="Arial"/>
                <a:ea typeface="Arial"/>
                <a:cs typeface="Arial"/>
              </a:defRPr>
            </a:lvl1pPr>
            <a:lvl2pPr algn="l">
              <a:defRPr sz="1800" b="1">
                <a:solidFill>
                  <a:srgbClr val="4F796F"/>
                </a:solidFill>
                <a:latin typeface="Arial"/>
                <a:ea typeface="Arial"/>
                <a:cs typeface="Arial"/>
              </a:defRPr>
            </a:lvl2pPr>
            <a:lvl3pPr algn="l">
              <a:defRPr sz="1800" b="1">
                <a:solidFill>
                  <a:srgbClr val="4F796F"/>
                </a:solidFill>
                <a:latin typeface="Arial"/>
                <a:ea typeface="Arial"/>
                <a:cs typeface="Arial"/>
              </a:defRPr>
            </a:lvl3pPr>
            <a:lvl4pPr algn="l">
              <a:defRPr sz="1800" b="1">
                <a:solidFill>
                  <a:srgbClr val="4F796F"/>
                </a:solidFill>
                <a:latin typeface="Arial"/>
                <a:ea typeface="Arial"/>
                <a:cs typeface="Arial"/>
              </a:defRPr>
            </a:lvl4pPr>
            <a:lvl5pPr algn="l">
              <a:defRPr sz="1800" b="1">
                <a:solidFill>
                  <a:srgbClr val="4F796F"/>
                </a:solidFill>
                <a:latin typeface="Arial"/>
                <a:ea typeface="Arial"/>
                <a:cs typeface="Arial"/>
              </a:defRPr>
            </a:lvl5pPr>
            <a:lvl6pPr algn="l">
              <a:defRPr sz="1800" b="1">
                <a:solidFill>
                  <a:srgbClr val="4F796F"/>
                </a:solidFill>
                <a:latin typeface="Arial"/>
                <a:ea typeface="Arial"/>
                <a:cs typeface="Arial"/>
              </a:defRPr>
            </a:lvl6pPr>
            <a:lvl7pPr algn="l">
              <a:defRPr sz="1800" b="1">
                <a:solidFill>
                  <a:srgbClr val="4F796F"/>
                </a:solidFill>
                <a:latin typeface="Arial"/>
                <a:ea typeface="Arial"/>
                <a:cs typeface="Arial"/>
              </a:defRPr>
            </a:lvl7pPr>
            <a:lvl8pPr algn="l">
              <a:defRPr sz="1800" b="1">
                <a:solidFill>
                  <a:srgbClr val="4F796F"/>
                </a:solidFill>
                <a:latin typeface="Arial"/>
                <a:ea typeface="Arial"/>
                <a:cs typeface="Arial"/>
              </a:defRPr>
            </a:lvl8pPr>
            <a:lvl9pPr algn="l">
              <a:defRPr sz="1800" b="1">
                <a:solidFill>
                  <a:srgbClr val="4F796F"/>
                </a:solidFill>
                <a:latin typeface="Arial"/>
                <a:ea typeface="Arial"/>
                <a:cs typeface="Arial"/>
              </a:defRPr>
            </a:lvl9pPr>
          </a:lstStyle>
          <a:p xmlns:a="http://schemas.openxmlformats.org/drawingml/2006/main">
            <a:pPr algn="l">
              <a:defRPr sz="1800" b="1">
                <a:solidFill>
                  <a:srgbClr val="4F796F"/>
                </a:solidFill>
                <a:latin typeface="Arial"/>
                <a:ea typeface="Arial"/>
                <a:cs typeface="Arial"/>
              </a:defRPr>
            </a:pPr>
            <a:r>
              <a:rPr sz="1800" b="1">
                <a:solidFill>
                  <a:srgbClr val="4F796F"/>
                </a:solidFill>
                <a:latin typeface="Arial"/>
                <a:ea typeface="Arial"/>
                <a:cs typeface="Arial"/>
              </a:rPr>
              <a:t>Visual Prompt (Vis)</a:t>
            </a:r>
          </a:p>
        </p:txBody>
      </p:sp>
      <p:sp>
        <p:nvSpPr>
          <p:cNvPr id="25" name="Visual Prompt (Vis) capability">
            <a:extLst xmlns:a="http://schemas.openxmlformats.org/drawingml/2006/main">
              <a:ext uri="{FF2B5EF4-FFF2-40B4-BE49-F238E27FC236}">
                <a16:creationId xmlns:a16="http://schemas.microsoft.com/office/drawing/2014/main" id="{5DB1F2A3-5A9B-49BC-B600-9224E70E8082}"/>
              </a:ext>
            </a:extLst>
          </p:cNvPr>
          <p:cNvSpPr>
            <a:spLocks xmlns:a="http://schemas.openxmlformats.org/drawingml/2006/main" noGrp="1"/>
          </p:cNvSpPr>
          <p:nvPr/>
        </p:nvSpPr>
        <p:spPr>
          <a:xfrm xmlns:a="http://schemas.openxmlformats.org/drawingml/2006/main">
            <a:off x="3514725" y="16668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63" b="0">
                <a:solidFill>
                  <a:srgbClr val="4F796F"/>
                </a:solidFill>
                <a:latin typeface="Arial"/>
                <a:ea typeface="Arial"/>
                <a:cs typeface="Arial"/>
              </a:defRPr>
            </a:defPPr>
            <a:lvl1pPr algn="l">
              <a:defRPr sz="1163" b="0">
                <a:solidFill>
                  <a:srgbClr val="4F796F"/>
                </a:solidFill>
                <a:latin typeface="Arial"/>
                <a:ea typeface="Arial"/>
                <a:cs typeface="Arial"/>
              </a:defRPr>
            </a:lvl1pPr>
            <a:lvl2pPr algn="l">
              <a:defRPr sz="1163" b="0">
                <a:solidFill>
                  <a:srgbClr val="4F796F"/>
                </a:solidFill>
                <a:latin typeface="Arial"/>
                <a:ea typeface="Arial"/>
                <a:cs typeface="Arial"/>
              </a:defRPr>
            </a:lvl2pPr>
            <a:lvl3pPr algn="l">
              <a:defRPr sz="1163" b="0">
                <a:solidFill>
                  <a:srgbClr val="4F796F"/>
                </a:solidFill>
                <a:latin typeface="Arial"/>
                <a:ea typeface="Arial"/>
                <a:cs typeface="Arial"/>
              </a:defRPr>
            </a:lvl3pPr>
            <a:lvl4pPr algn="l">
              <a:defRPr sz="1163" b="0">
                <a:solidFill>
                  <a:srgbClr val="4F796F"/>
                </a:solidFill>
                <a:latin typeface="Arial"/>
                <a:ea typeface="Arial"/>
                <a:cs typeface="Arial"/>
              </a:defRPr>
            </a:lvl4pPr>
            <a:lvl5pPr algn="l">
              <a:defRPr sz="1163" b="0">
                <a:solidFill>
                  <a:srgbClr val="4F796F"/>
                </a:solidFill>
                <a:latin typeface="Arial"/>
                <a:ea typeface="Arial"/>
                <a:cs typeface="Arial"/>
              </a:defRPr>
            </a:lvl5pPr>
            <a:lvl6pPr algn="l">
              <a:defRPr sz="1163" b="0">
                <a:solidFill>
                  <a:srgbClr val="4F796F"/>
                </a:solidFill>
                <a:latin typeface="Arial"/>
                <a:ea typeface="Arial"/>
                <a:cs typeface="Arial"/>
              </a:defRPr>
            </a:lvl6pPr>
            <a:lvl7pPr algn="l">
              <a:defRPr sz="1163" b="0">
                <a:solidFill>
                  <a:srgbClr val="4F796F"/>
                </a:solidFill>
                <a:latin typeface="Arial"/>
                <a:ea typeface="Arial"/>
                <a:cs typeface="Arial"/>
              </a:defRPr>
            </a:lvl7pPr>
            <a:lvl8pPr algn="l">
              <a:defRPr sz="1163" b="0">
                <a:solidFill>
                  <a:srgbClr val="4F796F"/>
                </a:solidFill>
                <a:latin typeface="Arial"/>
                <a:ea typeface="Arial"/>
                <a:cs typeface="Arial"/>
              </a:defRPr>
            </a:lvl8pPr>
            <a:lvl9pPr algn="l">
              <a:defRPr sz="1163" b="0">
                <a:solidFill>
                  <a:srgbClr val="4F796F"/>
                </a:solidFill>
                <a:latin typeface="Arial"/>
                <a:ea typeface="Arial"/>
                <a:cs typeface="Arial"/>
              </a:defRPr>
            </a:lvl9pPr>
          </a:lstStyle>
          <a:p xmlns:a="http://schemas.openxmlformats.org/drawingml/2006/main">
            <a:pPr algn="l">
              <a:defRPr sz="1163" b="0">
                <a:solidFill>
                  <a:srgbClr val="4F796F"/>
                </a:solidFill>
                <a:latin typeface="Arial"/>
                <a:ea typeface="Arial"/>
                <a:cs typeface="Arial"/>
              </a:defRPr>
            </a:pPr>
            <a:r>
              <a:rPr sz="1163" b="0">
                <a:solidFill>
                  <a:srgbClr val="4F796F"/>
                </a:solidFill>
                <a:latin typeface="Arial"/>
                <a:ea typeface="Arial"/>
                <a:cs typeface="Arial"/>
              </a:rPr>
              <a:t>Multimodal instruction understanding</a:t>
            </a:r>
          </a:p>
        </p:txBody>
      </p:sp>
      <p:sp>
        <p:nvSpPr>
          <p:cNvPr id="26" name="Visual Prompt (Vis) scale">
            <a:extLst xmlns:a="http://schemas.openxmlformats.org/drawingml/2006/main">
              <a:ext uri="{FF2B5EF4-FFF2-40B4-BE49-F238E27FC236}">
                <a16:creationId xmlns:a16="http://schemas.microsoft.com/office/drawing/2014/main" id="{2E22EF11-A4D0-4EBC-818B-B1BB783D57A8}"/>
              </a:ext>
            </a:extLst>
          </p:cNvPr>
          <p:cNvSpPr>
            <a:spLocks xmlns:a="http://schemas.openxmlformats.org/drawingml/2006/main" noGrp="1"/>
          </p:cNvSpPr>
          <p:nvPr/>
        </p:nvSpPr>
        <p:spPr>
          <a:xfrm xmlns:a="http://schemas.openxmlformats.org/drawingml/2006/main">
            <a:off x="3514725" y="191452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1">
                <a:solidFill>
                  <a:srgbClr val="2B414E"/>
                </a:solidFill>
                <a:latin typeface="Arial"/>
                <a:ea typeface="Arial"/>
                <a:cs typeface="Arial"/>
              </a:defRPr>
            </a:defPPr>
            <a:lvl1pPr algn="l">
              <a:defRPr sz="1125" b="1">
                <a:solidFill>
                  <a:srgbClr val="2B414E"/>
                </a:solidFill>
                <a:latin typeface="Arial"/>
                <a:ea typeface="Arial"/>
                <a:cs typeface="Arial"/>
              </a:defRPr>
            </a:lvl1pPr>
            <a:lvl2pPr algn="l">
              <a:defRPr sz="1125" b="1">
                <a:solidFill>
                  <a:srgbClr val="2B414E"/>
                </a:solidFill>
                <a:latin typeface="Arial"/>
                <a:ea typeface="Arial"/>
                <a:cs typeface="Arial"/>
              </a:defRPr>
            </a:lvl2pPr>
            <a:lvl3pPr algn="l">
              <a:defRPr sz="1125" b="1">
                <a:solidFill>
                  <a:srgbClr val="2B414E"/>
                </a:solidFill>
                <a:latin typeface="Arial"/>
                <a:ea typeface="Arial"/>
                <a:cs typeface="Arial"/>
              </a:defRPr>
            </a:lvl3pPr>
            <a:lvl4pPr algn="l">
              <a:defRPr sz="1125" b="1">
                <a:solidFill>
                  <a:srgbClr val="2B414E"/>
                </a:solidFill>
                <a:latin typeface="Arial"/>
                <a:ea typeface="Arial"/>
                <a:cs typeface="Arial"/>
              </a:defRPr>
            </a:lvl4pPr>
            <a:lvl5pPr algn="l">
              <a:defRPr sz="1125" b="1">
                <a:solidFill>
                  <a:srgbClr val="2B414E"/>
                </a:solidFill>
                <a:latin typeface="Arial"/>
                <a:ea typeface="Arial"/>
                <a:cs typeface="Arial"/>
              </a:defRPr>
            </a:lvl5pPr>
            <a:lvl6pPr algn="l">
              <a:defRPr sz="1125" b="1">
                <a:solidFill>
                  <a:srgbClr val="2B414E"/>
                </a:solidFill>
                <a:latin typeface="Arial"/>
                <a:ea typeface="Arial"/>
                <a:cs typeface="Arial"/>
              </a:defRPr>
            </a:lvl6pPr>
            <a:lvl7pPr algn="l">
              <a:defRPr sz="1125" b="1">
                <a:solidFill>
                  <a:srgbClr val="2B414E"/>
                </a:solidFill>
                <a:latin typeface="Arial"/>
                <a:ea typeface="Arial"/>
                <a:cs typeface="Arial"/>
              </a:defRPr>
            </a:lvl7pPr>
            <a:lvl8pPr algn="l">
              <a:defRPr sz="1125" b="1">
                <a:solidFill>
                  <a:srgbClr val="2B414E"/>
                </a:solidFill>
                <a:latin typeface="Arial"/>
                <a:ea typeface="Arial"/>
                <a:cs typeface="Arial"/>
              </a:defRPr>
            </a:lvl8pPr>
            <a:lvl9pPr algn="l">
              <a:defRPr sz="1125" b="1">
                <a:solidFill>
                  <a:srgbClr val="2B414E"/>
                </a:solidFill>
                <a:latin typeface="Arial"/>
                <a:ea typeface="Arial"/>
                <a:cs typeface="Arial"/>
              </a:defRPr>
            </a:lvl9pPr>
          </a:lstStyle>
          <a:p xmlns:a="http://schemas.openxmlformats.org/drawingml/2006/main">
            <a:pPr algn="l">
              <a:defRPr sz="1125" b="1">
                <a:solidFill>
                  <a:srgbClr val="2B414E"/>
                </a:solidFill>
                <a:latin typeface="Arial"/>
                <a:ea typeface="Arial"/>
                <a:cs typeface="Arial"/>
              </a:defRPr>
            </a:pPr>
            <a:r>
              <a:rPr sz="1125" b="1">
                <a:solidFill>
                  <a:srgbClr val="2B414E"/>
                </a:solidFill>
                <a:latin typeface="Arial"/>
                <a:ea typeface="Arial"/>
                <a:cs typeface="Arial"/>
              </a:rPr>
              <a:t>40 tasks    2,000 instances</a:t>
            </a:r>
          </a:p>
        </p:txBody>
      </p:sp>
      <p:pic>
        <p:nvPicPr>
          <p:cNvPr id="27" name="">
            <a:extLst xmlns:a="http://schemas.openxmlformats.org/drawingml/2006/main">
              <a:ext uri="{FF2B5EF4-FFF2-40B4-BE49-F238E27FC236}">
                <a16:creationId xmlns:a16="http://schemas.microsoft.com/office/drawing/2014/main" id="{8A4E665E-BF6C-49BD-A86C-9368DFD51088}"/>
              </a:ext>
            </a:extLst>
          </p:cNvPr>
          <p:cNvPicPr>
            <a:picLocks xmlns:a="http://schemas.openxmlformats.org/drawingml/2006/main" noChangeAspect="1"/>
          </p:cNvPicPr>
          <p:nvPr/>
        </p:nvPicPr>
        <p:blipFill>
          <a:blip xmlns:r="http://schemas.openxmlformats.org/officeDocument/2006/relationships" xmlns:a="http://schemas.openxmlformats.org/drawingml/2006/main" r:embed="R4803aed1176e4301"/>
          <a:stretch xmlns:a="http://schemas.openxmlformats.org/drawingml/2006/main"/>
        </p:blipFill>
        <p:spPr>
          <a:xfrm xmlns:a="http://schemas.openxmlformats.org/drawingml/2006/main">
            <a:off x="3581400" y="2247900"/>
            <a:ext cx="1085850" cy="1085850"/>
          </a:xfrm>
          <a:prstGeom xmlns:a="http://schemas.openxmlformats.org/drawingml/2006/main" prst="rect">
            <a:avLst/>
          </a:prstGeom>
        </p:spPr>
      </p:pic>
      <p:sp>
        <p:nvSpPr>
          <p:cNvPr id="28" name="Visual Prompt (Vis) representative instruction">
            <a:extLst xmlns:a="http://schemas.openxmlformats.org/drawingml/2006/main">
              <a:ext uri="{FF2B5EF4-FFF2-40B4-BE49-F238E27FC236}">
                <a16:creationId xmlns:a16="http://schemas.microsoft.com/office/drawing/2014/main" id="{7F1AEDA4-F9C7-4BC0-B489-28F58735DDFC}"/>
              </a:ext>
            </a:extLst>
          </p:cNvPr>
          <p:cNvSpPr>
            <a:spLocks xmlns:a="http://schemas.openxmlformats.org/drawingml/2006/main" noGrp="1"/>
          </p:cNvSpPr>
          <p:nvPr/>
        </p:nvSpPr>
        <p:spPr>
          <a:xfrm xmlns:a="http://schemas.openxmlformats.org/drawingml/2006/main">
            <a:off x="4857750" y="2247900"/>
            <a:ext cx="1457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45" b="0">
                <a:solidFill>
                  <a:srgbClr val="2B414E"/>
                </a:solidFill>
                <a:latin typeface="Arial"/>
                <a:ea typeface="Arial"/>
                <a:cs typeface="Arial"/>
              </a:defRPr>
            </a:defPPr>
            <a:lvl1pPr algn="l">
              <a:defRPr sz="1245" b="0">
                <a:solidFill>
                  <a:srgbClr val="2B414E"/>
                </a:solidFill>
                <a:latin typeface="Arial"/>
                <a:ea typeface="Arial"/>
                <a:cs typeface="Arial"/>
              </a:defRPr>
            </a:lvl1pPr>
            <a:lvl2pPr algn="l">
              <a:defRPr sz="1245" b="0">
                <a:solidFill>
                  <a:srgbClr val="2B414E"/>
                </a:solidFill>
                <a:latin typeface="Arial"/>
                <a:ea typeface="Arial"/>
                <a:cs typeface="Arial"/>
              </a:defRPr>
            </a:lvl2pPr>
            <a:lvl3pPr algn="l">
              <a:defRPr sz="1245" b="0">
                <a:solidFill>
                  <a:srgbClr val="2B414E"/>
                </a:solidFill>
                <a:latin typeface="Arial"/>
                <a:ea typeface="Arial"/>
                <a:cs typeface="Arial"/>
              </a:defRPr>
            </a:lvl3pPr>
            <a:lvl4pPr algn="l">
              <a:defRPr sz="1245" b="0">
                <a:solidFill>
                  <a:srgbClr val="2B414E"/>
                </a:solidFill>
                <a:latin typeface="Arial"/>
                <a:ea typeface="Arial"/>
                <a:cs typeface="Arial"/>
              </a:defRPr>
            </a:lvl4pPr>
            <a:lvl5pPr algn="l">
              <a:defRPr sz="1245" b="0">
                <a:solidFill>
                  <a:srgbClr val="2B414E"/>
                </a:solidFill>
                <a:latin typeface="Arial"/>
                <a:ea typeface="Arial"/>
                <a:cs typeface="Arial"/>
              </a:defRPr>
            </a:lvl5pPr>
            <a:lvl6pPr algn="l">
              <a:defRPr sz="1245" b="0">
                <a:solidFill>
                  <a:srgbClr val="2B414E"/>
                </a:solidFill>
                <a:latin typeface="Arial"/>
                <a:ea typeface="Arial"/>
                <a:cs typeface="Arial"/>
              </a:defRPr>
            </a:lvl6pPr>
            <a:lvl7pPr algn="l">
              <a:defRPr sz="1245" b="0">
                <a:solidFill>
                  <a:srgbClr val="2B414E"/>
                </a:solidFill>
                <a:latin typeface="Arial"/>
                <a:ea typeface="Arial"/>
                <a:cs typeface="Arial"/>
              </a:defRPr>
            </a:lvl7pPr>
            <a:lvl8pPr algn="l">
              <a:defRPr sz="1245" b="0">
                <a:solidFill>
                  <a:srgbClr val="2B414E"/>
                </a:solidFill>
                <a:latin typeface="Arial"/>
                <a:ea typeface="Arial"/>
                <a:cs typeface="Arial"/>
              </a:defRPr>
            </a:lvl8pPr>
            <a:lvl9pPr algn="l">
              <a:defRPr sz="1245" b="0">
                <a:solidFill>
                  <a:srgbClr val="2B414E"/>
                </a:solidFill>
                <a:latin typeface="Arial"/>
                <a:ea typeface="Arial"/>
                <a:cs typeface="Arial"/>
              </a:defRPr>
            </a:lvl9pPr>
          </a:lstStyle>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Place the bowl</a:t>
            </a:r>
          </a:p>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inside the red circle.</a:t>
            </a:r>
          </a:p>
        </p:txBody>
      </p:sp>
      <p:sp>
        <p:nvSpPr>
          <p:cNvPr id="29" name="Visual Prompt (Vis) requirement">
            <a:extLst xmlns:a="http://schemas.openxmlformats.org/drawingml/2006/main">
              <a:ext uri="{FF2B5EF4-FFF2-40B4-BE49-F238E27FC236}">
                <a16:creationId xmlns:a16="http://schemas.microsoft.com/office/drawing/2014/main" id="{5122C41C-8051-442A-8845-8F6997B4E82E}"/>
              </a:ext>
            </a:extLst>
          </p:cNvPr>
          <p:cNvSpPr>
            <a:spLocks xmlns:a="http://schemas.openxmlformats.org/drawingml/2006/main" noGrp="1"/>
          </p:cNvSpPr>
          <p:nvPr/>
        </p:nvSpPr>
        <p:spPr>
          <a:xfrm xmlns:a="http://schemas.openxmlformats.org/drawingml/2006/main">
            <a:off x="4857750" y="2847975"/>
            <a:ext cx="1457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13" b="0">
                <a:solidFill>
                  <a:srgbClr val="4F796F"/>
                </a:solidFill>
                <a:latin typeface="Arial"/>
                <a:ea typeface="Arial"/>
                <a:cs typeface="Arial"/>
              </a:defRPr>
            </a:defPPr>
            <a:lvl1pPr algn="l">
              <a:defRPr sz="1013" b="0">
                <a:solidFill>
                  <a:srgbClr val="4F796F"/>
                </a:solidFill>
                <a:latin typeface="Arial"/>
                <a:ea typeface="Arial"/>
                <a:cs typeface="Arial"/>
              </a:defRPr>
            </a:lvl1pPr>
            <a:lvl2pPr algn="l">
              <a:defRPr sz="1013" b="0">
                <a:solidFill>
                  <a:srgbClr val="4F796F"/>
                </a:solidFill>
                <a:latin typeface="Arial"/>
                <a:ea typeface="Arial"/>
                <a:cs typeface="Arial"/>
              </a:defRPr>
            </a:lvl2pPr>
            <a:lvl3pPr algn="l">
              <a:defRPr sz="1013" b="0">
                <a:solidFill>
                  <a:srgbClr val="4F796F"/>
                </a:solidFill>
                <a:latin typeface="Arial"/>
                <a:ea typeface="Arial"/>
                <a:cs typeface="Arial"/>
              </a:defRPr>
            </a:lvl3pPr>
            <a:lvl4pPr algn="l">
              <a:defRPr sz="1013" b="0">
                <a:solidFill>
                  <a:srgbClr val="4F796F"/>
                </a:solidFill>
                <a:latin typeface="Arial"/>
                <a:ea typeface="Arial"/>
                <a:cs typeface="Arial"/>
              </a:defRPr>
            </a:lvl4pPr>
            <a:lvl5pPr algn="l">
              <a:defRPr sz="1013" b="0">
                <a:solidFill>
                  <a:srgbClr val="4F796F"/>
                </a:solidFill>
                <a:latin typeface="Arial"/>
                <a:ea typeface="Arial"/>
                <a:cs typeface="Arial"/>
              </a:defRPr>
            </a:lvl5pPr>
            <a:lvl6pPr algn="l">
              <a:defRPr sz="1013" b="0">
                <a:solidFill>
                  <a:srgbClr val="4F796F"/>
                </a:solidFill>
                <a:latin typeface="Arial"/>
                <a:ea typeface="Arial"/>
                <a:cs typeface="Arial"/>
              </a:defRPr>
            </a:lvl6pPr>
            <a:lvl7pPr algn="l">
              <a:defRPr sz="1013" b="0">
                <a:solidFill>
                  <a:srgbClr val="4F796F"/>
                </a:solidFill>
                <a:latin typeface="Arial"/>
                <a:ea typeface="Arial"/>
                <a:cs typeface="Arial"/>
              </a:defRPr>
            </a:lvl7pPr>
            <a:lvl8pPr algn="l">
              <a:defRPr sz="1013" b="0">
                <a:solidFill>
                  <a:srgbClr val="4F796F"/>
                </a:solidFill>
                <a:latin typeface="Arial"/>
                <a:ea typeface="Arial"/>
                <a:cs typeface="Arial"/>
              </a:defRPr>
            </a:lvl8pPr>
            <a:lvl9pPr algn="l">
              <a:defRPr sz="1013" b="0">
                <a:solidFill>
                  <a:srgbClr val="4F796F"/>
                </a:solidFill>
                <a:latin typeface="Arial"/>
                <a:ea typeface="Arial"/>
                <a:cs typeface="Arial"/>
              </a:defRPr>
            </a:lvl9pPr>
          </a:lstStyle>
          <a:p xmlns:a="http://schemas.openxmlformats.org/drawingml/2006/main">
            <a:pPr algn="l">
              <a:defRPr sz="1013" b="0">
                <a:solidFill>
                  <a:srgbClr val="4F796F"/>
                </a:solidFill>
                <a:latin typeface="Arial"/>
                <a:ea typeface="Arial"/>
                <a:cs typeface="Arial"/>
              </a:defRPr>
            </a:pPr>
            <a:r>
              <a:rPr sz="1013" b="0">
                <a:solidFill>
                  <a:srgbClr val="4F796F"/>
                </a:solidFill>
                <a:latin typeface="Arial"/>
                <a:ea typeface="Arial"/>
                <a:cs typeface="Arial"/>
              </a:rPr>
              <a:t>Bind the cue to</a:t>
            </a:r>
          </a:p>
          <a:p xmlns:a="http://schemas.openxmlformats.org/drawingml/2006/main">
            <a:pPr algn="l">
              <a:defRPr sz="1013" b="0">
                <a:solidFill>
                  <a:srgbClr val="4F796F"/>
                </a:solidFill>
                <a:latin typeface="Arial"/>
                <a:ea typeface="Arial"/>
                <a:cs typeface="Arial"/>
              </a:defRPr>
            </a:pPr>
            <a:r>
              <a:rPr sz="1013" b="0">
                <a:solidFill>
                  <a:srgbClr val="4F796F"/>
                </a:solidFill>
                <a:latin typeface="Arial"/>
                <a:ea typeface="Arial"/>
                <a:cs typeface="Arial"/>
              </a:rPr>
              <a:t>the current target.</a:t>
            </a:r>
          </a:p>
        </p:txBody>
      </p:sp>
      <p:sp>
        <p:nvSpPr>
          <p:cNvPr id="30" name="Visual binding scope">
            <a:extLst xmlns:a="http://schemas.openxmlformats.org/drawingml/2006/main">
              <a:ext uri="{FF2B5EF4-FFF2-40B4-BE49-F238E27FC236}">
                <a16:creationId xmlns:a16="http://schemas.microsoft.com/office/drawing/2014/main" id="{AC21E36C-2E37-4ACB-8438-9D16BEA2D28F}"/>
              </a:ext>
            </a:extLst>
          </p:cNvPr>
          <p:cNvSpPr>
            <a:spLocks xmlns:a="http://schemas.openxmlformats.org/drawingml/2006/main" noGrp="1"/>
          </p:cNvSpPr>
          <p:nvPr/>
        </p:nvSpPr>
        <p:spPr>
          <a:xfrm xmlns:a="http://schemas.openxmlformats.org/drawingml/2006/main">
            <a:off x="3514725" y="34194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73" b="0">
                <a:solidFill>
                  <a:srgbClr val="2B414E"/>
                </a:solidFill>
                <a:latin typeface="Arial"/>
                <a:ea typeface="Arial"/>
                <a:cs typeface="Arial"/>
              </a:defRPr>
            </a:defPPr>
            <a:lvl1pPr algn="l">
              <a:defRPr sz="1073" b="0">
                <a:solidFill>
                  <a:srgbClr val="2B414E"/>
                </a:solidFill>
                <a:latin typeface="Arial"/>
                <a:ea typeface="Arial"/>
                <a:cs typeface="Arial"/>
              </a:defRPr>
            </a:lvl1pPr>
            <a:lvl2pPr algn="l">
              <a:defRPr sz="1073" b="0">
                <a:solidFill>
                  <a:srgbClr val="2B414E"/>
                </a:solidFill>
                <a:latin typeface="Arial"/>
                <a:ea typeface="Arial"/>
                <a:cs typeface="Arial"/>
              </a:defRPr>
            </a:lvl2pPr>
            <a:lvl3pPr algn="l">
              <a:defRPr sz="1073" b="0">
                <a:solidFill>
                  <a:srgbClr val="2B414E"/>
                </a:solidFill>
                <a:latin typeface="Arial"/>
                <a:ea typeface="Arial"/>
                <a:cs typeface="Arial"/>
              </a:defRPr>
            </a:lvl3pPr>
            <a:lvl4pPr algn="l">
              <a:defRPr sz="1073" b="0">
                <a:solidFill>
                  <a:srgbClr val="2B414E"/>
                </a:solidFill>
                <a:latin typeface="Arial"/>
                <a:ea typeface="Arial"/>
                <a:cs typeface="Arial"/>
              </a:defRPr>
            </a:lvl4pPr>
            <a:lvl5pPr algn="l">
              <a:defRPr sz="1073" b="0">
                <a:solidFill>
                  <a:srgbClr val="2B414E"/>
                </a:solidFill>
                <a:latin typeface="Arial"/>
                <a:ea typeface="Arial"/>
                <a:cs typeface="Arial"/>
              </a:defRPr>
            </a:lvl5pPr>
            <a:lvl6pPr algn="l">
              <a:defRPr sz="1073" b="0">
                <a:solidFill>
                  <a:srgbClr val="2B414E"/>
                </a:solidFill>
                <a:latin typeface="Arial"/>
                <a:ea typeface="Arial"/>
                <a:cs typeface="Arial"/>
              </a:defRPr>
            </a:lvl6pPr>
            <a:lvl7pPr algn="l">
              <a:defRPr sz="1073" b="0">
                <a:solidFill>
                  <a:srgbClr val="2B414E"/>
                </a:solidFill>
                <a:latin typeface="Arial"/>
                <a:ea typeface="Arial"/>
                <a:cs typeface="Arial"/>
              </a:defRPr>
            </a:lvl7pPr>
            <a:lvl8pPr algn="l">
              <a:defRPr sz="1073" b="0">
                <a:solidFill>
                  <a:srgbClr val="2B414E"/>
                </a:solidFill>
                <a:latin typeface="Arial"/>
                <a:ea typeface="Arial"/>
                <a:cs typeface="Arial"/>
              </a:defRPr>
            </a:lvl8pPr>
            <a:lvl9pPr algn="l">
              <a:defRPr sz="1073" b="0">
                <a:solidFill>
                  <a:srgbClr val="2B414E"/>
                </a:solidFill>
                <a:latin typeface="Arial"/>
                <a:ea typeface="Arial"/>
                <a:cs typeface="Arial"/>
              </a:defRPr>
            </a:lvl9pPr>
          </a:lstStyle>
          <a:p xmlns:a="http://schemas.openxmlformats.org/drawingml/2006/main">
            <a:pPr algn="l">
              <a:defRPr sz="1073" b="0">
                <a:solidFill>
                  <a:srgbClr val="2B414E"/>
                </a:solidFill>
                <a:latin typeface="Arial"/>
                <a:ea typeface="Arial"/>
                <a:cs typeface="Arial"/>
              </a:defRPr>
            </a:pPr>
            <a:r>
              <a:rPr sz="1073" b="0">
                <a:solidFill>
                  <a:srgbClr val="2B414E"/>
                </a:solidFill>
                <a:latin typeface="Arial"/>
                <a:ea typeface="Arial"/>
                <a:cs typeface="Arial"/>
              </a:rPr>
              <a:t>Visual target selection + localization</a:t>
            </a:r>
          </a:p>
        </p:txBody>
      </p:sp>
      <p:sp>
        <p:nvSpPr>
          <p:cNvPr id="31" name="Object circle cue">
            <a:extLst xmlns:a="http://schemas.openxmlformats.org/drawingml/2006/main">
              <a:ext uri="{FF2B5EF4-FFF2-40B4-BE49-F238E27FC236}">
                <a16:creationId xmlns:a16="http://schemas.microsoft.com/office/drawing/2014/main" id="{0672C1B2-4E51-4674-99AC-00600A394013}"/>
              </a:ext>
            </a:extLst>
          </p:cNvPr>
          <p:cNvSpPr>
            <a:spLocks xmlns:a="http://schemas.openxmlformats.org/drawingml/2006/main" noGrp="1"/>
          </p:cNvSpPr>
          <p:nvPr/>
        </p:nvSpPr>
        <p:spPr>
          <a:xfrm xmlns:a="http://schemas.openxmlformats.org/drawingml/2006/main">
            <a:off x="3695700" y="3743325"/>
            <a:ext cx="228600" cy="190500"/>
          </a:xfrm>
          <a:prstGeom xmlns:a="http://schemas.openxmlformats.org/drawingml/2006/main" prst="ellipse">
            <a:avLst/>
          </a:prstGeom>
          <a:noFill xmlns:a="http://schemas.openxmlformats.org/drawingml/2006/main"/>
          <a:ln xmlns:a="http://schemas.openxmlformats.org/drawingml/2006/main" w="19050">
            <a:solidFill>
              <a:srgbClr val="C6534F"/>
            </a:solidFill>
            <a:prstDash val="solid"/>
          </a:ln>
        </p:spPr>
      </p:sp>
      <p:sp>
        <p:nvSpPr>
          <p:cNvPr id="32" name="Circle target object">
            <a:extLst xmlns:a="http://schemas.openxmlformats.org/drawingml/2006/main">
              <a:ext uri="{FF2B5EF4-FFF2-40B4-BE49-F238E27FC236}">
                <a16:creationId xmlns:a16="http://schemas.microsoft.com/office/drawing/2014/main" id="{51C02F1B-0E6A-4F61-B549-D3D6F769377C}"/>
              </a:ext>
            </a:extLst>
          </p:cNvPr>
          <p:cNvSpPr>
            <a:spLocks xmlns:a="http://schemas.openxmlformats.org/drawingml/2006/main" noGrp="1"/>
          </p:cNvSpPr>
          <p:nvPr/>
        </p:nvSpPr>
        <p:spPr>
          <a:xfrm xmlns:a="http://schemas.openxmlformats.org/drawingml/2006/main">
            <a:off x="3781425" y="3810000"/>
            <a:ext cx="57150" cy="57150"/>
          </a:xfrm>
          <a:prstGeom xmlns:a="http://schemas.openxmlformats.org/drawingml/2006/main" prst="ellipse">
            <a:avLst/>
          </a:prstGeom>
          <a:solidFill xmlns:a="http://schemas.openxmlformats.org/drawingml/2006/main">
            <a:srgbClr val="486C84"/>
          </a:solidFill>
          <a:ln xmlns:a="http://schemas.openxmlformats.org/drawingml/2006/main" w="0">
            <a:noFill/>
            <a:prstDash val="solid"/>
          </a:ln>
        </p:spPr>
      </p:sp>
      <p:sp>
        <p:nvSpPr>
          <p:cNvPr id="33" name="Region cue">
            <a:extLst xmlns:a="http://schemas.openxmlformats.org/drawingml/2006/main">
              <a:ext uri="{FF2B5EF4-FFF2-40B4-BE49-F238E27FC236}">
                <a16:creationId xmlns:a16="http://schemas.microsoft.com/office/drawing/2014/main" id="{934AC942-CD2C-4EAE-A546-E808C8BF4FB7}"/>
              </a:ext>
            </a:extLst>
          </p:cNvPr>
          <p:cNvSpPr>
            <a:spLocks xmlns:a="http://schemas.openxmlformats.org/drawingml/2006/main" noGrp="1"/>
          </p:cNvSpPr>
          <p:nvPr/>
        </p:nvSpPr>
        <p:spPr>
          <a:xfrm xmlns:a="http://schemas.openxmlformats.org/drawingml/2006/main">
            <a:off x="4410075" y="3743325"/>
            <a:ext cx="247650" cy="190500"/>
          </a:xfrm>
          <a:prstGeom xmlns:a="http://schemas.openxmlformats.org/drawingml/2006/main" prst="roundRect">
            <a:avLst>
              <a:gd name="adj" fmla="val 15000"/>
            </a:avLst>
          </a:prstGeom>
          <a:solidFill xmlns:a="http://schemas.openxmlformats.org/drawingml/2006/main">
            <a:srgbClr val="EEF4F8"/>
          </a:solidFill>
          <a:ln xmlns:a="http://schemas.openxmlformats.org/drawingml/2006/main" w="15240">
            <a:solidFill>
              <a:srgbClr val="486C84"/>
            </a:solidFill>
            <a:prstDash val="solid"/>
          </a:ln>
        </p:spPr>
      </p:sp>
      <p:sp>
        <p:nvSpPr>
          <p:cNvPr id="34" name="Point cue">
            <a:extLst xmlns:a="http://schemas.openxmlformats.org/drawingml/2006/main">
              <a:ext uri="{FF2B5EF4-FFF2-40B4-BE49-F238E27FC236}">
                <a16:creationId xmlns:a16="http://schemas.microsoft.com/office/drawing/2014/main" id="{A4823D71-E5AB-4D76-8B69-31EEF5C16728}"/>
              </a:ext>
            </a:extLst>
          </p:cNvPr>
          <p:cNvSpPr>
            <a:spLocks xmlns:a="http://schemas.openxmlformats.org/drawingml/2006/main" noGrp="1"/>
          </p:cNvSpPr>
          <p:nvPr/>
        </p:nvSpPr>
        <p:spPr>
          <a:xfrm xmlns:a="http://schemas.openxmlformats.org/drawingml/2006/main">
            <a:off x="5229225" y="3810000"/>
            <a:ext cx="57150" cy="57150"/>
          </a:xfrm>
          <a:prstGeom xmlns:a="http://schemas.openxmlformats.org/drawingml/2006/main" prst="ellipse">
            <a:avLst/>
          </a:prstGeom>
          <a:solidFill xmlns:a="http://schemas.openxmlformats.org/drawingml/2006/main">
            <a:srgbClr val="C6534F"/>
          </a:solidFill>
          <a:ln xmlns:a="http://schemas.openxmlformats.org/drawingml/2006/main" w="0">
            <a:noFill/>
            <a:prstDash val="solid"/>
          </a:ln>
        </p:spPr>
      </p:sp>
      <p:sp>
        <p:nvSpPr>
          <p:cNvPr id="35" name="Point cue horizontal">
            <a:extLst xmlns:a="http://schemas.openxmlformats.org/drawingml/2006/main">
              <a:ext uri="{FF2B5EF4-FFF2-40B4-BE49-F238E27FC236}">
                <a16:creationId xmlns:a16="http://schemas.microsoft.com/office/drawing/2014/main" id="{AD038AC4-A5C3-4651-8D02-C8C658840C2B}"/>
              </a:ext>
            </a:extLst>
          </p:cNvPr>
          <p:cNvSpPr>
            <a:spLocks xmlns:a="http://schemas.openxmlformats.org/drawingml/2006/main" noGrp="1"/>
          </p:cNvSpPr>
          <p:nvPr/>
        </p:nvSpPr>
        <p:spPr>
          <a:xfrm xmlns:a="http://schemas.openxmlformats.org/drawingml/2006/main">
            <a:off x="5143500" y="3838575"/>
            <a:ext cx="228600" cy="95"/>
          </a:xfrm>
          <a:custGeom xmlns:a="http://schemas.openxmlformats.org/drawingml/2006/main">
            <a:pathLst>
              <a:path w="228600" h="95">
                <a:moveTo>
                  <a:pt x="0" y="0"/>
                </a:moveTo>
                <a:lnTo>
                  <a:pt x="228600" y="0"/>
                </a:lnTo>
              </a:path>
            </a:pathLst>
          </a:custGeom>
          <a:noFill xmlns:a="http://schemas.openxmlformats.org/drawingml/2006/main"/>
          <a:ln xmlns:a="http://schemas.openxmlformats.org/drawingml/2006/main" w="9525">
            <a:solidFill>
              <a:srgbClr val="C6534F"/>
            </a:solidFill>
            <a:prstDash val="solid"/>
          </a:ln>
        </p:spPr>
      </p:sp>
      <p:sp>
        <p:nvSpPr>
          <p:cNvPr id="36" name="Point cue vertical">
            <a:extLst xmlns:a="http://schemas.openxmlformats.org/drawingml/2006/main">
              <a:ext uri="{FF2B5EF4-FFF2-40B4-BE49-F238E27FC236}">
                <a16:creationId xmlns:a16="http://schemas.microsoft.com/office/drawing/2014/main" id="{BC246198-0C35-4A13-A46E-57B43F1C233F}"/>
              </a:ext>
            </a:extLst>
          </p:cNvPr>
          <p:cNvSpPr>
            <a:spLocks xmlns:a="http://schemas.openxmlformats.org/drawingml/2006/main" noGrp="1"/>
          </p:cNvSpPr>
          <p:nvPr/>
        </p:nvSpPr>
        <p:spPr>
          <a:xfrm xmlns:a="http://schemas.openxmlformats.org/drawingml/2006/main">
            <a:off x="5257800" y="3733800"/>
            <a:ext cx="95" cy="209550"/>
          </a:xfrm>
          <a:custGeom xmlns:a="http://schemas.openxmlformats.org/drawingml/2006/main">
            <a:pathLst>
              <a:path w="95" h="209550">
                <a:moveTo>
                  <a:pt x="0" y="0"/>
                </a:moveTo>
                <a:lnTo>
                  <a:pt x="0" y="209550"/>
                </a:lnTo>
              </a:path>
            </a:pathLst>
          </a:custGeom>
          <a:noFill xmlns:a="http://schemas.openxmlformats.org/drawingml/2006/main"/>
          <a:ln xmlns:a="http://schemas.openxmlformats.org/drawingml/2006/main" w="9525">
            <a:solidFill>
              <a:srgbClr val="C6534F"/>
            </a:solidFill>
            <a:prstDash val="solid"/>
          </a:ln>
        </p:spPr>
      </p:sp>
      <p:sp>
        <p:nvSpPr>
          <p:cNvPr id="37" name="Path cue">
            <a:extLst xmlns:a="http://schemas.openxmlformats.org/drawingml/2006/main">
              <a:ext uri="{FF2B5EF4-FFF2-40B4-BE49-F238E27FC236}">
                <a16:creationId xmlns:a16="http://schemas.microsoft.com/office/drawing/2014/main" id="{B9CFBB03-B398-4DFC-B873-53FE3707F66B}"/>
              </a:ext>
            </a:extLst>
          </p:cNvPr>
          <p:cNvSpPr>
            <a:spLocks xmlns:a="http://schemas.openxmlformats.org/drawingml/2006/main" noGrp="1"/>
          </p:cNvSpPr>
          <p:nvPr/>
        </p:nvSpPr>
        <p:spPr>
          <a:xfrm xmlns:a="http://schemas.openxmlformats.org/drawingml/2006/main">
            <a:off x="5848350" y="3743325"/>
            <a:ext cx="266700" cy="171450"/>
          </a:xfrm>
          <a:custGeom xmlns:a="http://schemas.openxmlformats.org/drawingml/2006/main">
            <a:pathLst>
              <a:path w="266700" h="171450">
                <a:moveTo>
                  <a:pt x="0" y="171450"/>
                </a:moveTo>
                <a:lnTo>
                  <a:pt x="85725" y="9525"/>
                </a:lnTo>
                <a:lnTo>
                  <a:pt x="180975" y="152400"/>
                </a:lnTo>
                <a:lnTo>
                  <a:pt x="266700" y="0"/>
                </a:lnTo>
              </a:path>
            </a:pathLst>
          </a:custGeom>
          <a:noFill xmlns:a="http://schemas.openxmlformats.org/drawingml/2006/main"/>
          <a:ln xmlns:a="http://schemas.openxmlformats.org/drawingml/2006/main" w="17145">
            <a:solidFill>
              <a:srgbClr val="486C84"/>
            </a:solidFill>
            <a:prstDash val="solid"/>
          </a:ln>
        </p:spPr>
      </p:sp>
      <p:sp>
        <p:nvSpPr>
          <p:cNvPr id="38" name="Path cue tip">
            <a:extLst xmlns:a="http://schemas.openxmlformats.org/drawingml/2006/main">
              <a:ext uri="{FF2B5EF4-FFF2-40B4-BE49-F238E27FC236}">
                <a16:creationId xmlns:a16="http://schemas.microsoft.com/office/drawing/2014/main" id="{BD1D651A-6B4F-4E28-ACDC-A34A3CB89A54}"/>
              </a:ext>
            </a:extLst>
          </p:cNvPr>
          <p:cNvSpPr>
            <a:spLocks xmlns:a="http://schemas.openxmlformats.org/drawingml/2006/main" noGrp="1"/>
          </p:cNvSpPr>
          <p:nvPr/>
        </p:nvSpPr>
        <p:spPr>
          <a:xfrm xmlns:a="http://schemas.openxmlformats.org/drawingml/2006/main">
            <a:off x="6079768" y="3743325"/>
            <a:ext cx="35282" cy="42547"/>
          </a:xfrm>
          <a:custGeom xmlns:a="http://schemas.openxmlformats.org/drawingml/2006/main">
            <a:pathLst>
              <a:path w="35282" h="42547">
                <a:moveTo>
                  <a:pt x="35282" y="0"/>
                </a:moveTo>
                <a:lnTo>
                  <a:pt x="33207" y="42547"/>
                </a:lnTo>
                <a:lnTo>
                  <a:pt x="0" y="23868"/>
                </a:lnTo>
                <a:close/>
              </a:path>
            </a:pathLst>
          </a:custGeom>
          <a:solidFill xmlns:a="http://schemas.openxmlformats.org/drawingml/2006/main">
            <a:srgbClr val="486C84"/>
          </a:solidFill>
          <a:ln xmlns:a="http://schemas.openxmlformats.org/drawingml/2006/main" w="0">
            <a:noFill/>
            <a:prstDash val="solid"/>
          </a:ln>
        </p:spPr>
      </p:sp>
      <p:sp>
        <p:nvSpPr>
          <p:cNvPr id="39" name="Visual cue type 0">
            <a:extLst xmlns:a="http://schemas.openxmlformats.org/drawingml/2006/main">
              <a:ext uri="{FF2B5EF4-FFF2-40B4-BE49-F238E27FC236}">
                <a16:creationId xmlns:a16="http://schemas.microsoft.com/office/drawing/2014/main" id="{2017211E-AE93-4267-9B67-7AD5DC509823}"/>
              </a:ext>
            </a:extLst>
          </p:cNvPr>
          <p:cNvSpPr>
            <a:spLocks xmlns:a="http://schemas.openxmlformats.org/drawingml/2006/main" noGrp="1"/>
          </p:cNvSpPr>
          <p:nvPr/>
        </p:nvSpPr>
        <p:spPr>
          <a:xfrm xmlns:a="http://schemas.openxmlformats.org/drawingml/2006/main">
            <a:off x="3486150" y="39814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45" b="0">
                <a:solidFill>
                  <a:srgbClr val="657D89"/>
                </a:solidFill>
                <a:latin typeface="Arial"/>
                <a:ea typeface="Arial"/>
                <a:cs typeface="Arial"/>
              </a:defRPr>
            </a:defPPr>
            <a:lvl1pPr algn="ctr">
              <a:defRPr sz="945" b="0">
                <a:solidFill>
                  <a:srgbClr val="657D89"/>
                </a:solidFill>
                <a:latin typeface="Arial"/>
                <a:ea typeface="Arial"/>
                <a:cs typeface="Arial"/>
              </a:defRPr>
            </a:lvl1pPr>
            <a:lvl2pPr algn="ctr">
              <a:defRPr sz="945" b="0">
                <a:solidFill>
                  <a:srgbClr val="657D89"/>
                </a:solidFill>
                <a:latin typeface="Arial"/>
                <a:ea typeface="Arial"/>
                <a:cs typeface="Arial"/>
              </a:defRPr>
            </a:lvl2pPr>
            <a:lvl3pPr algn="ctr">
              <a:defRPr sz="945" b="0">
                <a:solidFill>
                  <a:srgbClr val="657D89"/>
                </a:solidFill>
                <a:latin typeface="Arial"/>
                <a:ea typeface="Arial"/>
                <a:cs typeface="Arial"/>
              </a:defRPr>
            </a:lvl3pPr>
            <a:lvl4pPr algn="ctr">
              <a:defRPr sz="945" b="0">
                <a:solidFill>
                  <a:srgbClr val="657D89"/>
                </a:solidFill>
                <a:latin typeface="Arial"/>
                <a:ea typeface="Arial"/>
                <a:cs typeface="Arial"/>
              </a:defRPr>
            </a:lvl4pPr>
            <a:lvl5pPr algn="ctr">
              <a:defRPr sz="945" b="0">
                <a:solidFill>
                  <a:srgbClr val="657D89"/>
                </a:solidFill>
                <a:latin typeface="Arial"/>
                <a:ea typeface="Arial"/>
                <a:cs typeface="Arial"/>
              </a:defRPr>
            </a:lvl5pPr>
            <a:lvl6pPr algn="ctr">
              <a:defRPr sz="945" b="0">
                <a:solidFill>
                  <a:srgbClr val="657D89"/>
                </a:solidFill>
                <a:latin typeface="Arial"/>
                <a:ea typeface="Arial"/>
                <a:cs typeface="Arial"/>
              </a:defRPr>
            </a:lvl6pPr>
            <a:lvl7pPr algn="ctr">
              <a:defRPr sz="945" b="0">
                <a:solidFill>
                  <a:srgbClr val="657D89"/>
                </a:solidFill>
                <a:latin typeface="Arial"/>
                <a:ea typeface="Arial"/>
                <a:cs typeface="Arial"/>
              </a:defRPr>
            </a:lvl7pPr>
            <a:lvl8pPr algn="ctr">
              <a:defRPr sz="945" b="0">
                <a:solidFill>
                  <a:srgbClr val="657D89"/>
                </a:solidFill>
                <a:latin typeface="Arial"/>
                <a:ea typeface="Arial"/>
                <a:cs typeface="Arial"/>
              </a:defRPr>
            </a:lvl8pPr>
            <a:lvl9pPr algn="ctr">
              <a:defRPr sz="945" b="0">
                <a:solidFill>
                  <a:srgbClr val="657D89"/>
                </a:solidFill>
                <a:latin typeface="Arial"/>
                <a:ea typeface="Arial"/>
                <a:cs typeface="Arial"/>
              </a:defRPr>
            </a:lvl9pPr>
          </a:lstStyle>
          <a:p xmlns:a="http://schemas.openxmlformats.org/drawingml/2006/main">
            <a:pPr algn="ctr">
              <a:defRPr sz="945" b="0">
                <a:solidFill>
                  <a:srgbClr val="657D89"/>
                </a:solidFill>
                <a:latin typeface="Arial"/>
                <a:ea typeface="Arial"/>
                <a:cs typeface="Arial"/>
              </a:defRPr>
            </a:pPr>
            <a:r>
              <a:rPr sz="945" b="0">
                <a:solidFill>
                  <a:srgbClr val="657D89"/>
                </a:solidFill>
                <a:latin typeface="Arial"/>
                <a:ea typeface="Arial"/>
                <a:cs typeface="Arial"/>
              </a:rPr>
              <a:t>Circle</a:t>
            </a:r>
          </a:p>
        </p:txBody>
      </p:sp>
      <p:sp>
        <p:nvSpPr>
          <p:cNvPr id="40" name="Visual cue type 1">
            <a:extLst xmlns:a="http://schemas.openxmlformats.org/drawingml/2006/main">
              <a:ext uri="{FF2B5EF4-FFF2-40B4-BE49-F238E27FC236}">
                <a16:creationId xmlns:a16="http://schemas.microsoft.com/office/drawing/2014/main" id="{C179B3A3-77B3-4D9B-B4ED-A6FD993F09AE}"/>
              </a:ext>
            </a:extLst>
          </p:cNvPr>
          <p:cNvSpPr>
            <a:spLocks xmlns:a="http://schemas.openxmlformats.org/drawingml/2006/main" noGrp="1"/>
          </p:cNvSpPr>
          <p:nvPr/>
        </p:nvSpPr>
        <p:spPr>
          <a:xfrm xmlns:a="http://schemas.openxmlformats.org/drawingml/2006/main">
            <a:off x="4210050" y="39814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45" b="0">
                <a:solidFill>
                  <a:srgbClr val="657D89"/>
                </a:solidFill>
                <a:latin typeface="Arial"/>
                <a:ea typeface="Arial"/>
                <a:cs typeface="Arial"/>
              </a:defRPr>
            </a:defPPr>
            <a:lvl1pPr algn="ctr">
              <a:defRPr sz="945" b="0">
                <a:solidFill>
                  <a:srgbClr val="657D89"/>
                </a:solidFill>
                <a:latin typeface="Arial"/>
                <a:ea typeface="Arial"/>
                <a:cs typeface="Arial"/>
              </a:defRPr>
            </a:lvl1pPr>
            <a:lvl2pPr algn="ctr">
              <a:defRPr sz="945" b="0">
                <a:solidFill>
                  <a:srgbClr val="657D89"/>
                </a:solidFill>
                <a:latin typeface="Arial"/>
                <a:ea typeface="Arial"/>
                <a:cs typeface="Arial"/>
              </a:defRPr>
            </a:lvl2pPr>
            <a:lvl3pPr algn="ctr">
              <a:defRPr sz="945" b="0">
                <a:solidFill>
                  <a:srgbClr val="657D89"/>
                </a:solidFill>
                <a:latin typeface="Arial"/>
                <a:ea typeface="Arial"/>
                <a:cs typeface="Arial"/>
              </a:defRPr>
            </a:lvl3pPr>
            <a:lvl4pPr algn="ctr">
              <a:defRPr sz="945" b="0">
                <a:solidFill>
                  <a:srgbClr val="657D89"/>
                </a:solidFill>
                <a:latin typeface="Arial"/>
                <a:ea typeface="Arial"/>
                <a:cs typeface="Arial"/>
              </a:defRPr>
            </a:lvl4pPr>
            <a:lvl5pPr algn="ctr">
              <a:defRPr sz="945" b="0">
                <a:solidFill>
                  <a:srgbClr val="657D89"/>
                </a:solidFill>
                <a:latin typeface="Arial"/>
                <a:ea typeface="Arial"/>
                <a:cs typeface="Arial"/>
              </a:defRPr>
            </a:lvl5pPr>
            <a:lvl6pPr algn="ctr">
              <a:defRPr sz="945" b="0">
                <a:solidFill>
                  <a:srgbClr val="657D89"/>
                </a:solidFill>
                <a:latin typeface="Arial"/>
                <a:ea typeface="Arial"/>
                <a:cs typeface="Arial"/>
              </a:defRPr>
            </a:lvl6pPr>
            <a:lvl7pPr algn="ctr">
              <a:defRPr sz="945" b="0">
                <a:solidFill>
                  <a:srgbClr val="657D89"/>
                </a:solidFill>
                <a:latin typeface="Arial"/>
                <a:ea typeface="Arial"/>
                <a:cs typeface="Arial"/>
              </a:defRPr>
            </a:lvl7pPr>
            <a:lvl8pPr algn="ctr">
              <a:defRPr sz="945" b="0">
                <a:solidFill>
                  <a:srgbClr val="657D89"/>
                </a:solidFill>
                <a:latin typeface="Arial"/>
                <a:ea typeface="Arial"/>
                <a:cs typeface="Arial"/>
              </a:defRPr>
            </a:lvl8pPr>
            <a:lvl9pPr algn="ctr">
              <a:defRPr sz="945" b="0">
                <a:solidFill>
                  <a:srgbClr val="657D89"/>
                </a:solidFill>
                <a:latin typeface="Arial"/>
                <a:ea typeface="Arial"/>
                <a:cs typeface="Arial"/>
              </a:defRPr>
            </a:lvl9pPr>
          </a:lstStyle>
          <a:p xmlns:a="http://schemas.openxmlformats.org/drawingml/2006/main">
            <a:pPr algn="ctr">
              <a:defRPr sz="945" b="0">
                <a:solidFill>
                  <a:srgbClr val="657D89"/>
                </a:solidFill>
                <a:latin typeface="Arial"/>
                <a:ea typeface="Arial"/>
                <a:cs typeface="Arial"/>
              </a:defRPr>
            </a:pPr>
            <a:r>
              <a:rPr sz="945" b="0">
                <a:solidFill>
                  <a:srgbClr val="657D89"/>
                </a:solidFill>
                <a:latin typeface="Arial"/>
                <a:ea typeface="Arial"/>
                <a:cs typeface="Arial"/>
              </a:rPr>
              <a:t>Region</a:t>
            </a:r>
          </a:p>
        </p:txBody>
      </p:sp>
      <p:sp>
        <p:nvSpPr>
          <p:cNvPr id="41" name="Visual cue type 2">
            <a:extLst xmlns:a="http://schemas.openxmlformats.org/drawingml/2006/main">
              <a:ext uri="{FF2B5EF4-FFF2-40B4-BE49-F238E27FC236}">
                <a16:creationId xmlns:a16="http://schemas.microsoft.com/office/drawing/2014/main" id="{9C24A628-CB90-48FF-982A-FC4F6B85E29B}"/>
              </a:ext>
            </a:extLst>
          </p:cNvPr>
          <p:cNvSpPr>
            <a:spLocks xmlns:a="http://schemas.openxmlformats.org/drawingml/2006/main" noGrp="1"/>
          </p:cNvSpPr>
          <p:nvPr/>
        </p:nvSpPr>
        <p:spPr>
          <a:xfrm xmlns:a="http://schemas.openxmlformats.org/drawingml/2006/main">
            <a:off x="4933950" y="39814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45" b="0">
                <a:solidFill>
                  <a:srgbClr val="657D89"/>
                </a:solidFill>
                <a:latin typeface="Arial"/>
                <a:ea typeface="Arial"/>
                <a:cs typeface="Arial"/>
              </a:defRPr>
            </a:defPPr>
            <a:lvl1pPr algn="ctr">
              <a:defRPr sz="945" b="0">
                <a:solidFill>
                  <a:srgbClr val="657D89"/>
                </a:solidFill>
                <a:latin typeface="Arial"/>
                <a:ea typeface="Arial"/>
                <a:cs typeface="Arial"/>
              </a:defRPr>
            </a:lvl1pPr>
            <a:lvl2pPr algn="ctr">
              <a:defRPr sz="945" b="0">
                <a:solidFill>
                  <a:srgbClr val="657D89"/>
                </a:solidFill>
                <a:latin typeface="Arial"/>
                <a:ea typeface="Arial"/>
                <a:cs typeface="Arial"/>
              </a:defRPr>
            </a:lvl2pPr>
            <a:lvl3pPr algn="ctr">
              <a:defRPr sz="945" b="0">
                <a:solidFill>
                  <a:srgbClr val="657D89"/>
                </a:solidFill>
                <a:latin typeface="Arial"/>
                <a:ea typeface="Arial"/>
                <a:cs typeface="Arial"/>
              </a:defRPr>
            </a:lvl3pPr>
            <a:lvl4pPr algn="ctr">
              <a:defRPr sz="945" b="0">
                <a:solidFill>
                  <a:srgbClr val="657D89"/>
                </a:solidFill>
                <a:latin typeface="Arial"/>
                <a:ea typeface="Arial"/>
                <a:cs typeface="Arial"/>
              </a:defRPr>
            </a:lvl4pPr>
            <a:lvl5pPr algn="ctr">
              <a:defRPr sz="945" b="0">
                <a:solidFill>
                  <a:srgbClr val="657D89"/>
                </a:solidFill>
                <a:latin typeface="Arial"/>
                <a:ea typeface="Arial"/>
                <a:cs typeface="Arial"/>
              </a:defRPr>
            </a:lvl5pPr>
            <a:lvl6pPr algn="ctr">
              <a:defRPr sz="945" b="0">
                <a:solidFill>
                  <a:srgbClr val="657D89"/>
                </a:solidFill>
                <a:latin typeface="Arial"/>
                <a:ea typeface="Arial"/>
                <a:cs typeface="Arial"/>
              </a:defRPr>
            </a:lvl6pPr>
            <a:lvl7pPr algn="ctr">
              <a:defRPr sz="945" b="0">
                <a:solidFill>
                  <a:srgbClr val="657D89"/>
                </a:solidFill>
                <a:latin typeface="Arial"/>
                <a:ea typeface="Arial"/>
                <a:cs typeface="Arial"/>
              </a:defRPr>
            </a:lvl7pPr>
            <a:lvl8pPr algn="ctr">
              <a:defRPr sz="945" b="0">
                <a:solidFill>
                  <a:srgbClr val="657D89"/>
                </a:solidFill>
                <a:latin typeface="Arial"/>
                <a:ea typeface="Arial"/>
                <a:cs typeface="Arial"/>
              </a:defRPr>
            </a:lvl8pPr>
            <a:lvl9pPr algn="ctr">
              <a:defRPr sz="945" b="0">
                <a:solidFill>
                  <a:srgbClr val="657D89"/>
                </a:solidFill>
                <a:latin typeface="Arial"/>
                <a:ea typeface="Arial"/>
                <a:cs typeface="Arial"/>
              </a:defRPr>
            </a:lvl9pPr>
          </a:lstStyle>
          <a:p xmlns:a="http://schemas.openxmlformats.org/drawingml/2006/main">
            <a:pPr algn="ctr">
              <a:defRPr sz="945" b="0">
                <a:solidFill>
                  <a:srgbClr val="657D89"/>
                </a:solidFill>
                <a:latin typeface="Arial"/>
                <a:ea typeface="Arial"/>
                <a:cs typeface="Arial"/>
              </a:defRPr>
            </a:pPr>
            <a:r>
              <a:rPr sz="945" b="0">
                <a:solidFill>
                  <a:srgbClr val="657D89"/>
                </a:solidFill>
                <a:latin typeface="Arial"/>
                <a:ea typeface="Arial"/>
                <a:cs typeface="Arial"/>
              </a:rPr>
              <a:t>Point</a:t>
            </a:r>
          </a:p>
        </p:txBody>
      </p:sp>
      <p:sp>
        <p:nvSpPr>
          <p:cNvPr id="42" name="Visual cue type 3">
            <a:extLst xmlns:a="http://schemas.openxmlformats.org/drawingml/2006/main">
              <a:ext uri="{FF2B5EF4-FFF2-40B4-BE49-F238E27FC236}">
                <a16:creationId xmlns:a16="http://schemas.microsoft.com/office/drawing/2014/main" id="{A600BF6C-9E5C-4C6A-9963-915724991808}"/>
              </a:ext>
            </a:extLst>
          </p:cNvPr>
          <p:cNvSpPr>
            <a:spLocks xmlns:a="http://schemas.openxmlformats.org/drawingml/2006/main" noGrp="1"/>
          </p:cNvSpPr>
          <p:nvPr/>
        </p:nvSpPr>
        <p:spPr>
          <a:xfrm xmlns:a="http://schemas.openxmlformats.org/drawingml/2006/main">
            <a:off x="5657850" y="3981450"/>
            <a:ext cx="647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45" b="0">
                <a:solidFill>
                  <a:srgbClr val="657D89"/>
                </a:solidFill>
                <a:latin typeface="Arial"/>
                <a:ea typeface="Arial"/>
                <a:cs typeface="Arial"/>
              </a:defRPr>
            </a:defPPr>
            <a:lvl1pPr algn="ctr">
              <a:defRPr sz="945" b="0">
                <a:solidFill>
                  <a:srgbClr val="657D89"/>
                </a:solidFill>
                <a:latin typeface="Arial"/>
                <a:ea typeface="Arial"/>
                <a:cs typeface="Arial"/>
              </a:defRPr>
            </a:lvl1pPr>
            <a:lvl2pPr algn="ctr">
              <a:defRPr sz="945" b="0">
                <a:solidFill>
                  <a:srgbClr val="657D89"/>
                </a:solidFill>
                <a:latin typeface="Arial"/>
                <a:ea typeface="Arial"/>
                <a:cs typeface="Arial"/>
              </a:defRPr>
            </a:lvl2pPr>
            <a:lvl3pPr algn="ctr">
              <a:defRPr sz="945" b="0">
                <a:solidFill>
                  <a:srgbClr val="657D89"/>
                </a:solidFill>
                <a:latin typeface="Arial"/>
                <a:ea typeface="Arial"/>
                <a:cs typeface="Arial"/>
              </a:defRPr>
            </a:lvl3pPr>
            <a:lvl4pPr algn="ctr">
              <a:defRPr sz="945" b="0">
                <a:solidFill>
                  <a:srgbClr val="657D89"/>
                </a:solidFill>
                <a:latin typeface="Arial"/>
                <a:ea typeface="Arial"/>
                <a:cs typeface="Arial"/>
              </a:defRPr>
            </a:lvl4pPr>
            <a:lvl5pPr algn="ctr">
              <a:defRPr sz="945" b="0">
                <a:solidFill>
                  <a:srgbClr val="657D89"/>
                </a:solidFill>
                <a:latin typeface="Arial"/>
                <a:ea typeface="Arial"/>
                <a:cs typeface="Arial"/>
              </a:defRPr>
            </a:lvl5pPr>
            <a:lvl6pPr algn="ctr">
              <a:defRPr sz="945" b="0">
                <a:solidFill>
                  <a:srgbClr val="657D89"/>
                </a:solidFill>
                <a:latin typeface="Arial"/>
                <a:ea typeface="Arial"/>
                <a:cs typeface="Arial"/>
              </a:defRPr>
            </a:lvl6pPr>
            <a:lvl7pPr algn="ctr">
              <a:defRPr sz="945" b="0">
                <a:solidFill>
                  <a:srgbClr val="657D89"/>
                </a:solidFill>
                <a:latin typeface="Arial"/>
                <a:ea typeface="Arial"/>
                <a:cs typeface="Arial"/>
              </a:defRPr>
            </a:lvl7pPr>
            <a:lvl8pPr algn="ctr">
              <a:defRPr sz="945" b="0">
                <a:solidFill>
                  <a:srgbClr val="657D89"/>
                </a:solidFill>
                <a:latin typeface="Arial"/>
                <a:ea typeface="Arial"/>
                <a:cs typeface="Arial"/>
              </a:defRPr>
            </a:lvl8pPr>
            <a:lvl9pPr algn="ctr">
              <a:defRPr sz="945" b="0">
                <a:solidFill>
                  <a:srgbClr val="657D89"/>
                </a:solidFill>
                <a:latin typeface="Arial"/>
                <a:ea typeface="Arial"/>
                <a:cs typeface="Arial"/>
              </a:defRPr>
            </a:lvl9pPr>
          </a:lstStyle>
          <a:p xmlns:a="http://schemas.openxmlformats.org/drawingml/2006/main">
            <a:pPr algn="ctr">
              <a:defRPr sz="945" b="0">
                <a:solidFill>
                  <a:srgbClr val="657D89"/>
                </a:solidFill>
                <a:latin typeface="Arial"/>
                <a:ea typeface="Arial"/>
                <a:cs typeface="Arial"/>
              </a:defRPr>
            </a:pPr>
            <a:r>
              <a:rPr sz="945" b="0">
                <a:solidFill>
                  <a:srgbClr val="657D89"/>
                </a:solidFill>
                <a:latin typeface="Arial"/>
                <a:ea typeface="Arial"/>
                <a:cs typeface="Arial"/>
              </a:rPr>
              <a:t>Path</a:t>
            </a:r>
          </a:p>
        </p:txBody>
      </p:sp>
      <p:sp>
        <p:nvSpPr>
          <p:cNvPr id="43" name="Control suite frame">
            <a:extLst xmlns:a="http://schemas.openxmlformats.org/drawingml/2006/main">
              <a:ext uri="{FF2B5EF4-FFF2-40B4-BE49-F238E27FC236}">
                <a16:creationId xmlns:a16="http://schemas.microsoft.com/office/drawing/2014/main" id="{3F9EC852-2C7F-4661-BF60-07B5DCDF5DF6}"/>
              </a:ext>
            </a:extLst>
          </p:cNvPr>
          <p:cNvSpPr>
            <a:spLocks xmlns:a="http://schemas.openxmlformats.org/drawingml/2006/main" noGrp="1"/>
          </p:cNvSpPr>
          <p:nvPr/>
        </p:nvSpPr>
        <p:spPr>
          <a:xfrm xmlns:a="http://schemas.openxmlformats.org/drawingml/2006/main">
            <a:off x="6572250" y="1209675"/>
            <a:ext cx="3048000" cy="304800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11430">
            <a:solidFill>
              <a:srgbClr val="A9BFCB"/>
            </a:solidFill>
            <a:prstDash val="solid"/>
          </a:ln>
        </p:spPr>
      </p:sp>
      <p:sp>
        <p:nvSpPr>
          <p:cNvPr id="44" name="Control suite heading">
            <a:extLst xmlns:a="http://schemas.openxmlformats.org/drawingml/2006/main">
              <a:ext uri="{FF2B5EF4-FFF2-40B4-BE49-F238E27FC236}">
                <a16:creationId xmlns:a16="http://schemas.microsoft.com/office/drawing/2014/main" id="{50B4C8B6-C099-4D62-970A-ED997274C790}"/>
              </a:ext>
            </a:extLst>
          </p:cNvPr>
          <p:cNvSpPr>
            <a:spLocks xmlns:a="http://schemas.openxmlformats.org/drawingml/2006/main" noGrp="1"/>
          </p:cNvSpPr>
          <p:nvPr/>
        </p:nvSpPr>
        <p:spPr>
          <a:xfrm xmlns:a="http://schemas.openxmlformats.org/drawingml/2006/main">
            <a:off x="6581775" y="1219200"/>
            <a:ext cx="3028950" cy="381000"/>
          </a:xfrm>
          <a:prstGeom xmlns:a="http://schemas.openxmlformats.org/drawingml/2006/main" prst="roundRect">
            <a:avLst>
              <a:gd name="adj" fmla="val 17500"/>
            </a:avLst>
          </a:prstGeom>
          <a:solidFill xmlns:a="http://schemas.openxmlformats.org/drawingml/2006/main">
            <a:srgbClr val="F7F2EB"/>
          </a:solidFill>
          <a:ln xmlns:a="http://schemas.openxmlformats.org/drawingml/2006/main" w="0">
            <a:noFill/>
            <a:prstDash val="solid"/>
          </a:ln>
        </p:spPr>
      </p:sp>
      <p:sp>
        <p:nvSpPr>
          <p:cNvPr id="45" name="Control title">
            <a:extLst xmlns:a="http://schemas.openxmlformats.org/drawingml/2006/main">
              <a:ext uri="{FF2B5EF4-FFF2-40B4-BE49-F238E27FC236}">
                <a16:creationId xmlns:a16="http://schemas.microsoft.com/office/drawing/2014/main" id="{0E748256-7F74-4DD0-8FDA-8AC4D7C9C5F4}"/>
              </a:ext>
            </a:extLst>
          </p:cNvPr>
          <p:cNvSpPr>
            <a:spLocks xmlns:a="http://schemas.openxmlformats.org/drawingml/2006/main" noGrp="1"/>
          </p:cNvSpPr>
          <p:nvPr/>
        </p:nvSpPr>
        <p:spPr>
          <a:xfrm xmlns:a="http://schemas.openxmlformats.org/drawingml/2006/main">
            <a:off x="6705600" y="1276350"/>
            <a:ext cx="278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1">
                <a:solidFill>
                  <a:srgbClr val="8A7058"/>
                </a:solidFill>
                <a:latin typeface="Arial"/>
                <a:ea typeface="Arial"/>
                <a:cs typeface="Arial"/>
              </a:defRPr>
            </a:defPPr>
            <a:lvl1pPr algn="l">
              <a:defRPr sz="1800" b="1">
                <a:solidFill>
                  <a:srgbClr val="8A7058"/>
                </a:solidFill>
                <a:latin typeface="Arial"/>
                <a:ea typeface="Arial"/>
                <a:cs typeface="Arial"/>
              </a:defRPr>
            </a:lvl1pPr>
            <a:lvl2pPr algn="l">
              <a:defRPr sz="1800" b="1">
                <a:solidFill>
                  <a:srgbClr val="8A7058"/>
                </a:solidFill>
                <a:latin typeface="Arial"/>
                <a:ea typeface="Arial"/>
                <a:cs typeface="Arial"/>
              </a:defRPr>
            </a:lvl2pPr>
            <a:lvl3pPr algn="l">
              <a:defRPr sz="1800" b="1">
                <a:solidFill>
                  <a:srgbClr val="8A7058"/>
                </a:solidFill>
                <a:latin typeface="Arial"/>
                <a:ea typeface="Arial"/>
                <a:cs typeface="Arial"/>
              </a:defRPr>
            </a:lvl3pPr>
            <a:lvl4pPr algn="l">
              <a:defRPr sz="1800" b="1">
                <a:solidFill>
                  <a:srgbClr val="8A7058"/>
                </a:solidFill>
                <a:latin typeface="Arial"/>
                <a:ea typeface="Arial"/>
                <a:cs typeface="Arial"/>
              </a:defRPr>
            </a:lvl4pPr>
            <a:lvl5pPr algn="l">
              <a:defRPr sz="1800" b="1">
                <a:solidFill>
                  <a:srgbClr val="8A7058"/>
                </a:solidFill>
                <a:latin typeface="Arial"/>
                <a:ea typeface="Arial"/>
                <a:cs typeface="Arial"/>
              </a:defRPr>
            </a:lvl5pPr>
            <a:lvl6pPr algn="l">
              <a:defRPr sz="1800" b="1">
                <a:solidFill>
                  <a:srgbClr val="8A7058"/>
                </a:solidFill>
                <a:latin typeface="Arial"/>
                <a:ea typeface="Arial"/>
                <a:cs typeface="Arial"/>
              </a:defRPr>
            </a:lvl6pPr>
            <a:lvl7pPr algn="l">
              <a:defRPr sz="1800" b="1">
                <a:solidFill>
                  <a:srgbClr val="8A7058"/>
                </a:solidFill>
                <a:latin typeface="Arial"/>
                <a:ea typeface="Arial"/>
                <a:cs typeface="Arial"/>
              </a:defRPr>
            </a:lvl7pPr>
            <a:lvl8pPr algn="l">
              <a:defRPr sz="1800" b="1">
                <a:solidFill>
                  <a:srgbClr val="8A7058"/>
                </a:solidFill>
                <a:latin typeface="Arial"/>
                <a:ea typeface="Arial"/>
                <a:cs typeface="Arial"/>
              </a:defRPr>
            </a:lvl8pPr>
            <a:lvl9pPr algn="l">
              <a:defRPr sz="1800" b="1">
                <a:solidFill>
                  <a:srgbClr val="8A7058"/>
                </a:solidFill>
                <a:latin typeface="Arial"/>
                <a:ea typeface="Arial"/>
                <a:cs typeface="Arial"/>
              </a:defRPr>
            </a:lvl9pPr>
          </a:lstStyle>
          <a:p xmlns:a="http://schemas.openxmlformats.org/drawingml/2006/main">
            <a:pPr algn="l">
              <a:defRPr sz="1800" b="1">
                <a:solidFill>
                  <a:srgbClr val="8A7058"/>
                </a:solidFill>
                <a:latin typeface="Arial"/>
                <a:ea typeface="Arial"/>
                <a:cs typeface="Arial"/>
              </a:defRPr>
            </a:pPr>
            <a:r>
              <a:rPr sz="1800" b="1">
                <a:solidFill>
                  <a:srgbClr val="8A7058"/>
                </a:solidFill>
                <a:latin typeface="Arial"/>
                <a:ea typeface="Arial"/>
                <a:cs typeface="Arial"/>
              </a:rPr>
              <a:t>Control</a:t>
            </a:r>
          </a:p>
        </p:txBody>
      </p:sp>
      <p:sp>
        <p:nvSpPr>
          <p:cNvPr id="46" name="Control capability">
            <a:extLst xmlns:a="http://schemas.openxmlformats.org/drawingml/2006/main">
              <a:ext uri="{FF2B5EF4-FFF2-40B4-BE49-F238E27FC236}">
                <a16:creationId xmlns:a16="http://schemas.microsoft.com/office/drawing/2014/main" id="{27B403F9-C559-47D7-9E8B-352D4766C555}"/>
              </a:ext>
            </a:extLst>
          </p:cNvPr>
          <p:cNvSpPr>
            <a:spLocks xmlns:a="http://schemas.openxmlformats.org/drawingml/2006/main" noGrp="1"/>
          </p:cNvSpPr>
          <p:nvPr/>
        </p:nvSpPr>
        <p:spPr>
          <a:xfrm xmlns:a="http://schemas.openxmlformats.org/drawingml/2006/main">
            <a:off x="6705600" y="166687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63" b="0">
                <a:solidFill>
                  <a:srgbClr val="8A7058"/>
                </a:solidFill>
                <a:latin typeface="Arial"/>
                <a:ea typeface="Arial"/>
                <a:cs typeface="Arial"/>
              </a:defRPr>
            </a:defPPr>
            <a:lvl1pPr algn="l">
              <a:defRPr sz="1163" b="0">
                <a:solidFill>
                  <a:srgbClr val="8A7058"/>
                </a:solidFill>
                <a:latin typeface="Arial"/>
                <a:ea typeface="Arial"/>
                <a:cs typeface="Arial"/>
              </a:defRPr>
            </a:lvl1pPr>
            <a:lvl2pPr algn="l">
              <a:defRPr sz="1163" b="0">
                <a:solidFill>
                  <a:srgbClr val="8A7058"/>
                </a:solidFill>
                <a:latin typeface="Arial"/>
                <a:ea typeface="Arial"/>
                <a:cs typeface="Arial"/>
              </a:defRPr>
            </a:lvl2pPr>
            <a:lvl3pPr algn="l">
              <a:defRPr sz="1163" b="0">
                <a:solidFill>
                  <a:srgbClr val="8A7058"/>
                </a:solidFill>
                <a:latin typeface="Arial"/>
                <a:ea typeface="Arial"/>
                <a:cs typeface="Arial"/>
              </a:defRPr>
            </a:lvl3pPr>
            <a:lvl4pPr algn="l">
              <a:defRPr sz="1163" b="0">
                <a:solidFill>
                  <a:srgbClr val="8A7058"/>
                </a:solidFill>
                <a:latin typeface="Arial"/>
                <a:ea typeface="Arial"/>
                <a:cs typeface="Arial"/>
              </a:defRPr>
            </a:lvl4pPr>
            <a:lvl5pPr algn="l">
              <a:defRPr sz="1163" b="0">
                <a:solidFill>
                  <a:srgbClr val="8A7058"/>
                </a:solidFill>
                <a:latin typeface="Arial"/>
                <a:ea typeface="Arial"/>
                <a:cs typeface="Arial"/>
              </a:defRPr>
            </a:lvl5pPr>
            <a:lvl6pPr algn="l">
              <a:defRPr sz="1163" b="0">
                <a:solidFill>
                  <a:srgbClr val="8A7058"/>
                </a:solidFill>
                <a:latin typeface="Arial"/>
                <a:ea typeface="Arial"/>
                <a:cs typeface="Arial"/>
              </a:defRPr>
            </a:lvl6pPr>
            <a:lvl7pPr algn="l">
              <a:defRPr sz="1163" b="0">
                <a:solidFill>
                  <a:srgbClr val="8A7058"/>
                </a:solidFill>
                <a:latin typeface="Arial"/>
                <a:ea typeface="Arial"/>
                <a:cs typeface="Arial"/>
              </a:defRPr>
            </a:lvl7pPr>
            <a:lvl8pPr algn="l">
              <a:defRPr sz="1163" b="0">
                <a:solidFill>
                  <a:srgbClr val="8A7058"/>
                </a:solidFill>
                <a:latin typeface="Arial"/>
                <a:ea typeface="Arial"/>
                <a:cs typeface="Arial"/>
              </a:defRPr>
            </a:lvl8pPr>
            <a:lvl9pPr algn="l">
              <a:defRPr sz="1163" b="0">
                <a:solidFill>
                  <a:srgbClr val="8A7058"/>
                </a:solidFill>
                <a:latin typeface="Arial"/>
                <a:ea typeface="Arial"/>
                <a:cs typeface="Arial"/>
              </a:defRPr>
            </a:lvl9pPr>
          </a:lstStyle>
          <a:p xmlns:a="http://schemas.openxmlformats.org/drawingml/2006/main">
            <a:pPr algn="l">
              <a:defRPr sz="1163" b="0">
                <a:solidFill>
                  <a:srgbClr val="8A7058"/>
                </a:solidFill>
                <a:latin typeface="Arial"/>
                <a:ea typeface="Arial"/>
                <a:cs typeface="Arial"/>
              </a:defRPr>
            </a:pPr>
            <a:r>
              <a:rPr sz="1163" b="0">
                <a:solidFill>
                  <a:srgbClr val="8A7058"/>
                </a:solidFill>
                <a:latin typeface="Arial"/>
                <a:ea typeface="Arial"/>
                <a:cs typeface="Arial"/>
              </a:rPr>
              <a:t>Mid-execution corrective control</a:t>
            </a:r>
          </a:p>
        </p:txBody>
      </p:sp>
      <p:sp>
        <p:nvSpPr>
          <p:cNvPr id="47" name="Control scale">
            <a:extLst xmlns:a="http://schemas.openxmlformats.org/drawingml/2006/main">
              <a:ext uri="{FF2B5EF4-FFF2-40B4-BE49-F238E27FC236}">
                <a16:creationId xmlns:a16="http://schemas.microsoft.com/office/drawing/2014/main" id="{1F7C82BD-2FA8-482F-8376-3A3AE5BB0966}"/>
              </a:ext>
            </a:extLst>
          </p:cNvPr>
          <p:cNvSpPr>
            <a:spLocks xmlns:a="http://schemas.openxmlformats.org/drawingml/2006/main" noGrp="1"/>
          </p:cNvSpPr>
          <p:nvPr/>
        </p:nvSpPr>
        <p:spPr>
          <a:xfrm xmlns:a="http://schemas.openxmlformats.org/drawingml/2006/main">
            <a:off x="6705600" y="1914525"/>
            <a:ext cx="2781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1">
                <a:solidFill>
                  <a:srgbClr val="2B414E"/>
                </a:solidFill>
                <a:latin typeface="Arial"/>
                <a:ea typeface="Arial"/>
                <a:cs typeface="Arial"/>
              </a:defRPr>
            </a:defPPr>
            <a:lvl1pPr algn="l">
              <a:defRPr sz="1125" b="1">
                <a:solidFill>
                  <a:srgbClr val="2B414E"/>
                </a:solidFill>
                <a:latin typeface="Arial"/>
                <a:ea typeface="Arial"/>
                <a:cs typeface="Arial"/>
              </a:defRPr>
            </a:lvl1pPr>
            <a:lvl2pPr algn="l">
              <a:defRPr sz="1125" b="1">
                <a:solidFill>
                  <a:srgbClr val="2B414E"/>
                </a:solidFill>
                <a:latin typeface="Arial"/>
                <a:ea typeface="Arial"/>
                <a:cs typeface="Arial"/>
              </a:defRPr>
            </a:lvl2pPr>
            <a:lvl3pPr algn="l">
              <a:defRPr sz="1125" b="1">
                <a:solidFill>
                  <a:srgbClr val="2B414E"/>
                </a:solidFill>
                <a:latin typeface="Arial"/>
                <a:ea typeface="Arial"/>
                <a:cs typeface="Arial"/>
              </a:defRPr>
            </a:lvl3pPr>
            <a:lvl4pPr algn="l">
              <a:defRPr sz="1125" b="1">
                <a:solidFill>
                  <a:srgbClr val="2B414E"/>
                </a:solidFill>
                <a:latin typeface="Arial"/>
                <a:ea typeface="Arial"/>
                <a:cs typeface="Arial"/>
              </a:defRPr>
            </a:lvl4pPr>
            <a:lvl5pPr algn="l">
              <a:defRPr sz="1125" b="1">
                <a:solidFill>
                  <a:srgbClr val="2B414E"/>
                </a:solidFill>
                <a:latin typeface="Arial"/>
                <a:ea typeface="Arial"/>
                <a:cs typeface="Arial"/>
              </a:defRPr>
            </a:lvl5pPr>
            <a:lvl6pPr algn="l">
              <a:defRPr sz="1125" b="1">
                <a:solidFill>
                  <a:srgbClr val="2B414E"/>
                </a:solidFill>
                <a:latin typeface="Arial"/>
                <a:ea typeface="Arial"/>
                <a:cs typeface="Arial"/>
              </a:defRPr>
            </a:lvl6pPr>
            <a:lvl7pPr algn="l">
              <a:defRPr sz="1125" b="1">
                <a:solidFill>
                  <a:srgbClr val="2B414E"/>
                </a:solidFill>
                <a:latin typeface="Arial"/>
                <a:ea typeface="Arial"/>
                <a:cs typeface="Arial"/>
              </a:defRPr>
            </a:lvl7pPr>
            <a:lvl8pPr algn="l">
              <a:defRPr sz="1125" b="1">
                <a:solidFill>
                  <a:srgbClr val="2B414E"/>
                </a:solidFill>
                <a:latin typeface="Arial"/>
                <a:ea typeface="Arial"/>
                <a:cs typeface="Arial"/>
              </a:defRPr>
            </a:lvl8pPr>
            <a:lvl9pPr algn="l">
              <a:defRPr sz="1125" b="1">
                <a:solidFill>
                  <a:srgbClr val="2B414E"/>
                </a:solidFill>
                <a:latin typeface="Arial"/>
                <a:ea typeface="Arial"/>
                <a:cs typeface="Arial"/>
              </a:defRPr>
            </a:lvl9pPr>
          </a:lstStyle>
          <a:p xmlns:a="http://schemas.openxmlformats.org/drawingml/2006/main">
            <a:pPr algn="l">
              <a:defRPr sz="1125" b="1">
                <a:solidFill>
                  <a:srgbClr val="2B414E"/>
                </a:solidFill>
                <a:latin typeface="Arial"/>
                <a:ea typeface="Arial"/>
                <a:cs typeface="Arial"/>
              </a:defRPr>
            </a:pPr>
            <a:r>
              <a:rPr sz="1125" b="1">
                <a:solidFill>
                  <a:srgbClr val="2B414E"/>
                </a:solidFill>
                <a:latin typeface="Arial"/>
                <a:ea typeface="Arial"/>
                <a:cs typeface="Arial"/>
              </a:rPr>
              <a:t>40 tasks    2,000 instances</a:t>
            </a:r>
          </a:p>
        </p:txBody>
      </p:sp>
      <p:pic>
        <p:nvPicPr>
          <p:cNvPr id="48" name="">
            <a:extLst xmlns:a="http://schemas.openxmlformats.org/drawingml/2006/main">
              <a:ext uri="{FF2B5EF4-FFF2-40B4-BE49-F238E27FC236}">
                <a16:creationId xmlns:a16="http://schemas.microsoft.com/office/drawing/2014/main" id="{E94ABE2C-0DEC-4B76-91F1-A38B1CD761C8}"/>
              </a:ext>
            </a:extLst>
          </p:cNvPr>
          <p:cNvPicPr>
            <a:picLocks xmlns:a="http://schemas.openxmlformats.org/drawingml/2006/main" noChangeAspect="1"/>
          </p:cNvPicPr>
          <p:nvPr/>
        </p:nvPicPr>
        <p:blipFill>
          <a:blip xmlns:r="http://schemas.openxmlformats.org/officeDocument/2006/relationships" xmlns:a="http://schemas.openxmlformats.org/drawingml/2006/main" r:embed="R9aab53398a0e4dd2"/>
          <a:stretch xmlns:a="http://schemas.openxmlformats.org/drawingml/2006/main"/>
        </p:blipFill>
        <p:spPr>
          <a:xfrm xmlns:a="http://schemas.openxmlformats.org/drawingml/2006/main">
            <a:off x="6772275" y="2247900"/>
            <a:ext cx="1085850" cy="1085850"/>
          </a:xfrm>
          <a:prstGeom xmlns:a="http://schemas.openxmlformats.org/drawingml/2006/main" prst="rect">
            <a:avLst/>
          </a:prstGeom>
        </p:spPr>
      </p:pic>
      <p:sp>
        <p:nvSpPr>
          <p:cNvPr id="49" name="Control representative instruction">
            <a:extLst xmlns:a="http://schemas.openxmlformats.org/drawingml/2006/main">
              <a:ext uri="{FF2B5EF4-FFF2-40B4-BE49-F238E27FC236}">
                <a16:creationId xmlns:a16="http://schemas.microsoft.com/office/drawing/2014/main" id="{9AF9044C-88B0-4A0C-B48A-60FCC83BC8CF}"/>
              </a:ext>
            </a:extLst>
          </p:cNvPr>
          <p:cNvSpPr>
            <a:spLocks xmlns:a="http://schemas.openxmlformats.org/drawingml/2006/main" noGrp="1"/>
          </p:cNvSpPr>
          <p:nvPr/>
        </p:nvSpPr>
        <p:spPr>
          <a:xfrm xmlns:a="http://schemas.openxmlformats.org/drawingml/2006/main">
            <a:off x="8048625" y="2247900"/>
            <a:ext cx="14573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245" b="0">
                <a:solidFill>
                  <a:srgbClr val="2B414E"/>
                </a:solidFill>
                <a:latin typeface="Arial"/>
                <a:ea typeface="Arial"/>
                <a:cs typeface="Arial"/>
              </a:defRPr>
            </a:defPPr>
            <a:lvl1pPr algn="l">
              <a:defRPr sz="1245" b="0">
                <a:solidFill>
                  <a:srgbClr val="2B414E"/>
                </a:solidFill>
                <a:latin typeface="Arial"/>
                <a:ea typeface="Arial"/>
                <a:cs typeface="Arial"/>
              </a:defRPr>
            </a:lvl1pPr>
            <a:lvl2pPr algn="l">
              <a:defRPr sz="1245" b="0">
                <a:solidFill>
                  <a:srgbClr val="2B414E"/>
                </a:solidFill>
                <a:latin typeface="Arial"/>
                <a:ea typeface="Arial"/>
                <a:cs typeface="Arial"/>
              </a:defRPr>
            </a:lvl2pPr>
            <a:lvl3pPr algn="l">
              <a:defRPr sz="1245" b="0">
                <a:solidFill>
                  <a:srgbClr val="2B414E"/>
                </a:solidFill>
                <a:latin typeface="Arial"/>
                <a:ea typeface="Arial"/>
                <a:cs typeface="Arial"/>
              </a:defRPr>
            </a:lvl3pPr>
            <a:lvl4pPr algn="l">
              <a:defRPr sz="1245" b="0">
                <a:solidFill>
                  <a:srgbClr val="2B414E"/>
                </a:solidFill>
                <a:latin typeface="Arial"/>
                <a:ea typeface="Arial"/>
                <a:cs typeface="Arial"/>
              </a:defRPr>
            </a:lvl4pPr>
            <a:lvl5pPr algn="l">
              <a:defRPr sz="1245" b="0">
                <a:solidFill>
                  <a:srgbClr val="2B414E"/>
                </a:solidFill>
                <a:latin typeface="Arial"/>
                <a:ea typeface="Arial"/>
                <a:cs typeface="Arial"/>
              </a:defRPr>
            </a:lvl5pPr>
            <a:lvl6pPr algn="l">
              <a:defRPr sz="1245" b="0">
                <a:solidFill>
                  <a:srgbClr val="2B414E"/>
                </a:solidFill>
                <a:latin typeface="Arial"/>
                <a:ea typeface="Arial"/>
                <a:cs typeface="Arial"/>
              </a:defRPr>
            </a:lvl6pPr>
            <a:lvl7pPr algn="l">
              <a:defRPr sz="1245" b="0">
                <a:solidFill>
                  <a:srgbClr val="2B414E"/>
                </a:solidFill>
                <a:latin typeface="Arial"/>
                <a:ea typeface="Arial"/>
                <a:cs typeface="Arial"/>
              </a:defRPr>
            </a:lvl7pPr>
            <a:lvl8pPr algn="l">
              <a:defRPr sz="1245" b="0">
                <a:solidFill>
                  <a:srgbClr val="2B414E"/>
                </a:solidFill>
                <a:latin typeface="Arial"/>
                <a:ea typeface="Arial"/>
                <a:cs typeface="Arial"/>
              </a:defRPr>
            </a:lvl8pPr>
            <a:lvl9pPr algn="l">
              <a:defRPr sz="1245" b="0">
                <a:solidFill>
                  <a:srgbClr val="2B414E"/>
                </a:solidFill>
                <a:latin typeface="Arial"/>
                <a:ea typeface="Arial"/>
                <a:cs typeface="Arial"/>
              </a:defRPr>
            </a:lvl9pPr>
          </a:lstStyle>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No, place it in</a:t>
            </a:r>
          </a:p>
          <a:p xmlns:a="http://schemas.openxmlformats.org/drawingml/2006/main">
            <a:pPr algn="l">
              <a:defRPr sz="1245" b="0">
                <a:solidFill>
                  <a:srgbClr val="2B414E"/>
                </a:solidFill>
                <a:latin typeface="Arial"/>
                <a:ea typeface="Arial"/>
                <a:cs typeface="Arial"/>
              </a:defRPr>
            </a:pPr>
            <a:r>
              <a:rPr sz="1245" b="0">
                <a:solidFill>
                  <a:srgbClr val="2B414E"/>
                </a:solidFill>
                <a:latin typeface="Arial"/>
                <a:ea typeface="Arial"/>
                <a:cs typeface="Arial"/>
              </a:rPr>
              <a:t>the ramekin instead.</a:t>
            </a:r>
          </a:p>
        </p:txBody>
      </p:sp>
      <p:sp>
        <p:nvSpPr>
          <p:cNvPr id="50" name="Control requirement">
            <a:extLst xmlns:a="http://schemas.openxmlformats.org/drawingml/2006/main">
              <a:ext uri="{FF2B5EF4-FFF2-40B4-BE49-F238E27FC236}">
                <a16:creationId xmlns:a16="http://schemas.microsoft.com/office/drawing/2014/main" id="{A99FA1FF-7BE7-49AC-87AE-4C3F1B7BB434}"/>
              </a:ext>
            </a:extLst>
          </p:cNvPr>
          <p:cNvSpPr>
            <a:spLocks xmlns:a="http://schemas.openxmlformats.org/drawingml/2006/main" noGrp="1"/>
          </p:cNvSpPr>
          <p:nvPr/>
        </p:nvSpPr>
        <p:spPr>
          <a:xfrm xmlns:a="http://schemas.openxmlformats.org/drawingml/2006/main">
            <a:off x="8048625" y="2847975"/>
            <a:ext cx="14573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13" b="0">
                <a:solidFill>
                  <a:srgbClr val="8A7058"/>
                </a:solidFill>
                <a:latin typeface="Arial"/>
                <a:ea typeface="Arial"/>
                <a:cs typeface="Arial"/>
              </a:defRPr>
            </a:defPPr>
            <a:lvl1pPr algn="l">
              <a:defRPr sz="1013" b="0">
                <a:solidFill>
                  <a:srgbClr val="8A7058"/>
                </a:solidFill>
                <a:latin typeface="Arial"/>
                <a:ea typeface="Arial"/>
                <a:cs typeface="Arial"/>
              </a:defRPr>
            </a:lvl1pPr>
            <a:lvl2pPr algn="l">
              <a:defRPr sz="1013" b="0">
                <a:solidFill>
                  <a:srgbClr val="8A7058"/>
                </a:solidFill>
                <a:latin typeface="Arial"/>
                <a:ea typeface="Arial"/>
                <a:cs typeface="Arial"/>
              </a:defRPr>
            </a:lvl2pPr>
            <a:lvl3pPr algn="l">
              <a:defRPr sz="1013" b="0">
                <a:solidFill>
                  <a:srgbClr val="8A7058"/>
                </a:solidFill>
                <a:latin typeface="Arial"/>
                <a:ea typeface="Arial"/>
                <a:cs typeface="Arial"/>
              </a:defRPr>
            </a:lvl3pPr>
            <a:lvl4pPr algn="l">
              <a:defRPr sz="1013" b="0">
                <a:solidFill>
                  <a:srgbClr val="8A7058"/>
                </a:solidFill>
                <a:latin typeface="Arial"/>
                <a:ea typeface="Arial"/>
                <a:cs typeface="Arial"/>
              </a:defRPr>
            </a:lvl4pPr>
            <a:lvl5pPr algn="l">
              <a:defRPr sz="1013" b="0">
                <a:solidFill>
                  <a:srgbClr val="8A7058"/>
                </a:solidFill>
                <a:latin typeface="Arial"/>
                <a:ea typeface="Arial"/>
                <a:cs typeface="Arial"/>
              </a:defRPr>
            </a:lvl5pPr>
            <a:lvl6pPr algn="l">
              <a:defRPr sz="1013" b="0">
                <a:solidFill>
                  <a:srgbClr val="8A7058"/>
                </a:solidFill>
                <a:latin typeface="Arial"/>
                <a:ea typeface="Arial"/>
                <a:cs typeface="Arial"/>
              </a:defRPr>
            </a:lvl6pPr>
            <a:lvl7pPr algn="l">
              <a:defRPr sz="1013" b="0">
                <a:solidFill>
                  <a:srgbClr val="8A7058"/>
                </a:solidFill>
                <a:latin typeface="Arial"/>
                <a:ea typeface="Arial"/>
                <a:cs typeface="Arial"/>
              </a:defRPr>
            </a:lvl7pPr>
            <a:lvl8pPr algn="l">
              <a:defRPr sz="1013" b="0">
                <a:solidFill>
                  <a:srgbClr val="8A7058"/>
                </a:solidFill>
                <a:latin typeface="Arial"/>
                <a:ea typeface="Arial"/>
                <a:cs typeface="Arial"/>
              </a:defRPr>
            </a:lvl8pPr>
            <a:lvl9pPr algn="l">
              <a:defRPr sz="1013" b="0">
                <a:solidFill>
                  <a:srgbClr val="8A7058"/>
                </a:solidFill>
                <a:latin typeface="Arial"/>
                <a:ea typeface="Arial"/>
                <a:cs typeface="Arial"/>
              </a:defRPr>
            </a:lvl9pPr>
          </a:lstStyle>
          <a:p xmlns:a="http://schemas.openxmlformats.org/drawingml/2006/main">
            <a:pPr algn="l">
              <a:defRPr sz="1013" b="0">
                <a:solidFill>
                  <a:srgbClr val="8A7058"/>
                </a:solidFill>
                <a:latin typeface="Arial"/>
                <a:ea typeface="Arial"/>
                <a:cs typeface="Arial"/>
              </a:defRPr>
            </a:pPr>
            <a:r>
              <a:rPr sz="1013" b="0">
                <a:solidFill>
                  <a:srgbClr val="8A7058"/>
                </a:solidFill>
                <a:latin typeface="Arial"/>
                <a:ea typeface="Arial"/>
                <a:cs typeface="Arial"/>
              </a:rPr>
              <a:t>Redirect the</a:t>
            </a:r>
          </a:p>
          <a:p xmlns:a="http://schemas.openxmlformats.org/drawingml/2006/main">
            <a:pPr algn="l">
              <a:defRPr sz="1013" b="0">
                <a:solidFill>
                  <a:srgbClr val="8A7058"/>
                </a:solidFill>
                <a:latin typeface="Arial"/>
                <a:ea typeface="Arial"/>
                <a:cs typeface="Arial"/>
              </a:defRPr>
            </a:pPr>
            <a:r>
              <a:rPr sz="1013" b="0">
                <a:solidFill>
                  <a:srgbClr val="8A7058"/>
                </a:solidFill>
                <a:latin typeface="Arial"/>
                <a:ea typeface="Arial"/>
                <a:cs typeface="Arial"/>
              </a:rPr>
              <a:t>remaining actions.</a:t>
            </a:r>
          </a:p>
        </p:txBody>
      </p:sp>
      <p:pic>
        <p:nvPicPr>
          <p:cNvPr id="51" name="">
            <a:extLst xmlns:a="http://schemas.openxmlformats.org/drawingml/2006/main">
              <a:ext uri="{FF2B5EF4-FFF2-40B4-BE49-F238E27FC236}">
                <a16:creationId xmlns:a16="http://schemas.microsoft.com/office/drawing/2014/main" id="{B97C3AF8-7778-482C-9304-9D8C9C03057F}"/>
              </a:ext>
            </a:extLst>
          </p:cNvPr>
          <p:cNvPicPr>
            <a:picLocks xmlns:a="http://schemas.openxmlformats.org/drawingml/2006/main" noChangeAspect="1"/>
          </p:cNvPicPr>
          <p:nvPr/>
        </p:nvPicPr>
        <p:blipFill>
          <a:blip xmlns:r="http://schemas.openxmlformats.org/officeDocument/2006/relationships" xmlns:a="http://schemas.openxmlformats.org/drawingml/2006/main" r:embed="Rd471208d5eb64df4">
            <a:extLst>
              <a:ext uri="{96DAC541-7B7A-43D3-8B79-37D633B846F1}">
                <asvg:svgBlip xmlns:asvg="http://schemas.microsoft.com/office/drawing/2016/SVG/main" r:embed="Rcb22e1fcb84f45b0"/>
              </a:ext>
            </a:extLst>
          </a:blip>
          <a:stretch xmlns:a="http://schemas.openxmlformats.org/drawingml/2006/main"/>
        </p:blipFill>
        <p:spPr>
          <a:xfrm xmlns:a="http://schemas.openxmlformats.org/drawingml/2006/main">
            <a:off x="6705600" y="3448050"/>
            <a:ext cx="180975" cy="180975"/>
          </a:xfrm>
          <a:prstGeom xmlns:a="http://schemas.openxmlformats.org/drawingml/2006/main" prst="rect">
            <a:avLst/>
          </a:prstGeom>
        </p:spPr>
      </p:pic>
      <p:sp>
        <p:nvSpPr>
          <p:cNvPr id="52" name="Goal correction">
            <a:extLst xmlns:a="http://schemas.openxmlformats.org/drawingml/2006/main">
              <a:ext uri="{FF2B5EF4-FFF2-40B4-BE49-F238E27FC236}">
                <a16:creationId xmlns:a16="http://schemas.microsoft.com/office/drawing/2014/main" id="{4E2B61C6-DC6A-4E5D-AE73-3CC78282D9A4}"/>
              </a:ext>
            </a:extLst>
          </p:cNvPr>
          <p:cNvSpPr>
            <a:spLocks xmlns:a="http://schemas.openxmlformats.org/drawingml/2006/main" noGrp="1"/>
          </p:cNvSpPr>
          <p:nvPr/>
        </p:nvSpPr>
        <p:spPr>
          <a:xfrm xmlns:a="http://schemas.openxmlformats.org/drawingml/2006/main">
            <a:off x="6972300" y="3429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63" b="1">
                <a:solidFill>
                  <a:srgbClr val="2B414E"/>
                </a:solidFill>
                <a:latin typeface="Arial"/>
                <a:ea typeface="Arial"/>
                <a:cs typeface="Arial"/>
              </a:defRPr>
            </a:defPPr>
            <a:lvl1pPr algn="l">
              <a:defRPr sz="1163" b="1">
                <a:solidFill>
                  <a:srgbClr val="2B414E"/>
                </a:solidFill>
                <a:latin typeface="Arial"/>
                <a:ea typeface="Arial"/>
                <a:cs typeface="Arial"/>
              </a:defRPr>
            </a:lvl1pPr>
            <a:lvl2pPr algn="l">
              <a:defRPr sz="1163" b="1">
                <a:solidFill>
                  <a:srgbClr val="2B414E"/>
                </a:solidFill>
                <a:latin typeface="Arial"/>
                <a:ea typeface="Arial"/>
                <a:cs typeface="Arial"/>
              </a:defRPr>
            </a:lvl2pPr>
            <a:lvl3pPr algn="l">
              <a:defRPr sz="1163" b="1">
                <a:solidFill>
                  <a:srgbClr val="2B414E"/>
                </a:solidFill>
                <a:latin typeface="Arial"/>
                <a:ea typeface="Arial"/>
                <a:cs typeface="Arial"/>
              </a:defRPr>
            </a:lvl3pPr>
            <a:lvl4pPr algn="l">
              <a:defRPr sz="1163" b="1">
                <a:solidFill>
                  <a:srgbClr val="2B414E"/>
                </a:solidFill>
                <a:latin typeface="Arial"/>
                <a:ea typeface="Arial"/>
                <a:cs typeface="Arial"/>
              </a:defRPr>
            </a:lvl4pPr>
            <a:lvl5pPr algn="l">
              <a:defRPr sz="1163" b="1">
                <a:solidFill>
                  <a:srgbClr val="2B414E"/>
                </a:solidFill>
                <a:latin typeface="Arial"/>
                <a:ea typeface="Arial"/>
                <a:cs typeface="Arial"/>
              </a:defRPr>
            </a:lvl5pPr>
            <a:lvl6pPr algn="l">
              <a:defRPr sz="1163" b="1">
                <a:solidFill>
                  <a:srgbClr val="2B414E"/>
                </a:solidFill>
                <a:latin typeface="Arial"/>
                <a:ea typeface="Arial"/>
                <a:cs typeface="Arial"/>
              </a:defRPr>
            </a:lvl6pPr>
            <a:lvl7pPr algn="l">
              <a:defRPr sz="1163" b="1">
                <a:solidFill>
                  <a:srgbClr val="2B414E"/>
                </a:solidFill>
                <a:latin typeface="Arial"/>
                <a:ea typeface="Arial"/>
                <a:cs typeface="Arial"/>
              </a:defRPr>
            </a:lvl7pPr>
            <a:lvl8pPr algn="l">
              <a:defRPr sz="1163" b="1">
                <a:solidFill>
                  <a:srgbClr val="2B414E"/>
                </a:solidFill>
                <a:latin typeface="Arial"/>
                <a:ea typeface="Arial"/>
                <a:cs typeface="Arial"/>
              </a:defRPr>
            </a:lvl8pPr>
            <a:lvl9pPr algn="l">
              <a:defRPr sz="1163" b="1">
                <a:solidFill>
                  <a:srgbClr val="2B414E"/>
                </a:solidFill>
                <a:latin typeface="Arial"/>
                <a:ea typeface="Arial"/>
                <a:cs typeface="Arial"/>
              </a:defRPr>
            </a:lvl9pPr>
          </a:lstStyle>
          <a:p xmlns:a="http://schemas.openxmlformats.org/drawingml/2006/main">
            <a:pPr algn="l">
              <a:defRPr sz="1163" b="1">
                <a:solidFill>
                  <a:srgbClr val="2B414E"/>
                </a:solidFill>
                <a:latin typeface="Arial"/>
                <a:ea typeface="Arial"/>
                <a:cs typeface="Arial"/>
              </a:defRPr>
            </a:pPr>
            <a:r>
              <a:rPr sz="1163" b="1">
                <a:solidFill>
                  <a:srgbClr val="2B414E"/>
                </a:solidFill>
                <a:latin typeface="Arial"/>
                <a:ea typeface="Arial"/>
                <a:cs typeface="Arial"/>
              </a:rPr>
              <a:t>Goal correction</a:t>
            </a:r>
          </a:p>
        </p:txBody>
      </p:sp>
      <p:pic>
        <p:nvPicPr>
          <p:cNvPr id="53" name="">
            <a:extLst xmlns:a="http://schemas.openxmlformats.org/drawingml/2006/main">
              <a:ext uri="{FF2B5EF4-FFF2-40B4-BE49-F238E27FC236}">
                <a16:creationId xmlns:a16="http://schemas.microsoft.com/office/drawing/2014/main" id="{D1E249C7-A484-4D25-A368-8FCF13268964}"/>
              </a:ext>
            </a:extLst>
          </p:cNvPr>
          <p:cNvPicPr>
            <a:picLocks xmlns:a="http://schemas.openxmlformats.org/drawingml/2006/main" noChangeAspect="1"/>
          </p:cNvPicPr>
          <p:nvPr/>
        </p:nvPicPr>
        <p:blipFill>
          <a:blip xmlns:r="http://schemas.openxmlformats.org/officeDocument/2006/relationships" xmlns:a="http://schemas.openxmlformats.org/drawingml/2006/main" r:embed="R043f365659eb4d18">
            <a:extLst>
              <a:ext uri="{96DAC541-7B7A-43D3-8B79-37D633B846F1}">
                <asvg:svgBlip xmlns:asvg="http://schemas.microsoft.com/office/drawing/2016/SVG/main" r:embed="R02274a0746fd4bb0"/>
              </a:ext>
            </a:extLst>
          </a:blip>
          <a:stretch xmlns:a="http://schemas.openxmlformats.org/drawingml/2006/main"/>
        </p:blipFill>
        <p:spPr>
          <a:xfrm xmlns:a="http://schemas.openxmlformats.org/drawingml/2006/main">
            <a:off x="6705600" y="3724275"/>
            <a:ext cx="180975" cy="180975"/>
          </a:xfrm>
          <a:prstGeom xmlns:a="http://schemas.openxmlformats.org/drawingml/2006/main" prst="rect">
            <a:avLst/>
          </a:prstGeom>
        </p:spPr>
      </p:pic>
      <p:sp>
        <p:nvSpPr>
          <p:cNvPr id="54" name="Process replanning">
            <a:extLst xmlns:a="http://schemas.openxmlformats.org/drawingml/2006/main">
              <a:ext uri="{FF2B5EF4-FFF2-40B4-BE49-F238E27FC236}">
                <a16:creationId xmlns:a16="http://schemas.microsoft.com/office/drawing/2014/main" id="{71EAF80C-8DE9-476C-9C01-1308396ADEB8}"/>
              </a:ext>
            </a:extLst>
          </p:cNvPr>
          <p:cNvSpPr>
            <a:spLocks xmlns:a="http://schemas.openxmlformats.org/drawingml/2006/main" noGrp="1"/>
          </p:cNvSpPr>
          <p:nvPr/>
        </p:nvSpPr>
        <p:spPr>
          <a:xfrm xmlns:a="http://schemas.openxmlformats.org/drawingml/2006/main">
            <a:off x="6972300" y="37052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63" b="1">
                <a:solidFill>
                  <a:srgbClr val="2B414E"/>
                </a:solidFill>
                <a:latin typeface="Arial"/>
                <a:ea typeface="Arial"/>
                <a:cs typeface="Arial"/>
              </a:defRPr>
            </a:defPPr>
            <a:lvl1pPr algn="l">
              <a:defRPr sz="1163" b="1">
                <a:solidFill>
                  <a:srgbClr val="2B414E"/>
                </a:solidFill>
                <a:latin typeface="Arial"/>
                <a:ea typeface="Arial"/>
                <a:cs typeface="Arial"/>
              </a:defRPr>
            </a:lvl1pPr>
            <a:lvl2pPr algn="l">
              <a:defRPr sz="1163" b="1">
                <a:solidFill>
                  <a:srgbClr val="2B414E"/>
                </a:solidFill>
                <a:latin typeface="Arial"/>
                <a:ea typeface="Arial"/>
                <a:cs typeface="Arial"/>
              </a:defRPr>
            </a:lvl2pPr>
            <a:lvl3pPr algn="l">
              <a:defRPr sz="1163" b="1">
                <a:solidFill>
                  <a:srgbClr val="2B414E"/>
                </a:solidFill>
                <a:latin typeface="Arial"/>
                <a:ea typeface="Arial"/>
                <a:cs typeface="Arial"/>
              </a:defRPr>
            </a:lvl3pPr>
            <a:lvl4pPr algn="l">
              <a:defRPr sz="1163" b="1">
                <a:solidFill>
                  <a:srgbClr val="2B414E"/>
                </a:solidFill>
                <a:latin typeface="Arial"/>
                <a:ea typeface="Arial"/>
                <a:cs typeface="Arial"/>
              </a:defRPr>
            </a:lvl4pPr>
            <a:lvl5pPr algn="l">
              <a:defRPr sz="1163" b="1">
                <a:solidFill>
                  <a:srgbClr val="2B414E"/>
                </a:solidFill>
                <a:latin typeface="Arial"/>
                <a:ea typeface="Arial"/>
                <a:cs typeface="Arial"/>
              </a:defRPr>
            </a:lvl5pPr>
            <a:lvl6pPr algn="l">
              <a:defRPr sz="1163" b="1">
                <a:solidFill>
                  <a:srgbClr val="2B414E"/>
                </a:solidFill>
                <a:latin typeface="Arial"/>
                <a:ea typeface="Arial"/>
                <a:cs typeface="Arial"/>
              </a:defRPr>
            </a:lvl6pPr>
            <a:lvl7pPr algn="l">
              <a:defRPr sz="1163" b="1">
                <a:solidFill>
                  <a:srgbClr val="2B414E"/>
                </a:solidFill>
                <a:latin typeface="Arial"/>
                <a:ea typeface="Arial"/>
                <a:cs typeface="Arial"/>
              </a:defRPr>
            </a:lvl7pPr>
            <a:lvl8pPr algn="l">
              <a:defRPr sz="1163" b="1">
                <a:solidFill>
                  <a:srgbClr val="2B414E"/>
                </a:solidFill>
                <a:latin typeface="Arial"/>
                <a:ea typeface="Arial"/>
                <a:cs typeface="Arial"/>
              </a:defRPr>
            </a:lvl8pPr>
            <a:lvl9pPr algn="l">
              <a:defRPr sz="1163" b="1">
                <a:solidFill>
                  <a:srgbClr val="2B414E"/>
                </a:solidFill>
                <a:latin typeface="Arial"/>
                <a:ea typeface="Arial"/>
                <a:cs typeface="Arial"/>
              </a:defRPr>
            </a:lvl9pPr>
          </a:lstStyle>
          <a:p xmlns:a="http://schemas.openxmlformats.org/drawingml/2006/main">
            <a:pPr algn="l">
              <a:defRPr sz="1163" b="1">
                <a:solidFill>
                  <a:srgbClr val="2B414E"/>
                </a:solidFill>
                <a:latin typeface="Arial"/>
                <a:ea typeface="Arial"/>
                <a:cs typeface="Arial"/>
              </a:defRPr>
            </a:pPr>
            <a:r>
              <a:rPr sz="1163" b="1">
                <a:solidFill>
                  <a:srgbClr val="2B414E"/>
                </a:solidFill>
                <a:latin typeface="Arial"/>
                <a:ea typeface="Arial"/>
                <a:cs typeface="Arial"/>
              </a:rPr>
              <a:t>Process replanning</a:t>
            </a:r>
          </a:p>
        </p:txBody>
      </p:sp>
      <p:sp>
        <p:nvSpPr>
          <p:cNvPr id="55" name="Controlled corrective starts">
            <a:extLst xmlns:a="http://schemas.openxmlformats.org/drawingml/2006/main">
              <a:ext uri="{FF2B5EF4-FFF2-40B4-BE49-F238E27FC236}">
                <a16:creationId xmlns:a16="http://schemas.microsoft.com/office/drawing/2014/main" id="{E04832AE-784E-4A00-9CD2-F01CE2535712}"/>
              </a:ext>
            </a:extLst>
          </p:cNvPr>
          <p:cNvSpPr>
            <a:spLocks xmlns:a="http://schemas.openxmlformats.org/drawingml/2006/main" noGrp="1"/>
          </p:cNvSpPr>
          <p:nvPr/>
        </p:nvSpPr>
        <p:spPr>
          <a:xfrm xmlns:a="http://schemas.openxmlformats.org/drawingml/2006/main">
            <a:off x="6705600" y="3981450"/>
            <a:ext cx="2781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20" b="0">
                <a:solidFill>
                  <a:srgbClr val="657D89"/>
                </a:solidFill>
                <a:latin typeface="Arial"/>
                <a:ea typeface="Arial"/>
                <a:cs typeface="Arial"/>
              </a:defRPr>
            </a:defPPr>
            <a:lvl1pPr algn="l">
              <a:defRPr sz="1020" b="0">
                <a:solidFill>
                  <a:srgbClr val="657D89"/>
                </a:solidFill>
                <a:latin typeface="Arial"/>
                <a:ea typeface="Arial"/>
                <a:cs typeface="Arial"/>
              </a:defRPr>
            </a:lvl1pPr>
            <a:lvl2pPr algn="l">
              <a:defRPr sz="1020" b="0">
                <a:solidFill>
                  <a:srgbClr val="657D89"/>
                </a:solidFill>
                <a:latin typeface="Arial"/>
                <a:ea typeface="Arial"/>
                <a:cs typeface="Arial"/>
              </a:defRPr>
            </a:lvl2pPr>
            <a:lvl3pPr algn="l">
              <a:defRPr sz="1020" b="0">
                <a:solidFill>
                  <a:srgbClr val="657D89"/>
                </a:solidFill>
                <a:latin typeface="Arial"/>
                <a:ea typeface="Arial"/>
                <a:cs typeface="Arial"/>
              </a:defRPr>
            </a:lvl3pPr>
            <a:lvl4pPr algn="l">
              <a:defRPr sz="1020" b="0">
                <a:solidFill>
                  <a:srgbClr val="657D89"/>
                </a:solidFill>
                <a:latin typeface="Arial"/>
                <a:ea typeface="Arial"/>
                <a:cs typeface="Arial"/>
              </a:defRPr>
            </a:lvl4pPr>
            <a:lvl5pPr algn="l">
              <a:defRPr sz="1020" b="0">
                <a:solidFill>
                  <a:srgbClr val="657D89"/>
                </a:solidFill>
                <a:latin typeface="Arial"/>
                <a:ea typeface="Arial"/>
                <a:cs typeface="Arial"/>
              </a:defRPr>
            </a:lvl5pPr>
            <a:lvl6pPr algn="l">
              <a:defRPr sz="1020" b="0">
                <a:solidFill>
                  <a:srgbClr val="657D89"/>
                </a:solidFill>
                <a:latin typeface="Arial"/>
                <a:ea typeface="Arial"/>
                <a:cs typeface="Arial"/>
              </a:defRPr>
            </a:lvl6pPr>
            <a:lvl7pPr algn="l">
              <a:defRPr sz="1020" b="0">
                <a:solidFill>
                  <a:srgbClr val="657D89"/>
                </a:solidFill>
                <a:latin typeface="Arial"/>
                <a:ea typeface="Arial"/>
                <a:cs typeface="Arial"/>
              </a:defRPr>
            </a:lvl7pPr>
            <a:lvl8pPr algn="l">
              <a:defRPr sz="1020" b="0">
                <a:solidFill>
                  <a:srgbClr val="657D89"/>
                </a:solidFill>
                <a:latin typeface="Arial"/>
                <a:ea typeface="Arial"/>
                <a:cs typeface="Arial"/>
              </a:defRPr>
            </a:lvl8pPr>
            <a:lvl9pPr algn="l">
              <a:defRPr sz="1020" b="0">
                <a:solidFill>
                  <a:srgbClr val="657D89"/>
                </a:solidFill>
                <a:latin typeface="Arial"/>
                <a:ea typeface="Arial"/>
                <a:cs typeface="Arial"/>
              </a:defRPr>
            </a:lvl9pPr>
          </a:lstStyle>
          <a:p xmlns:a="http://schemas.openxmlformats.org/drawingml/2006/main">
            <a:pPr algn="l">
              <a:defRPr sz="1020" b="0">
                <a:solidFill>
                  <a:srgbClr val="657D89"/>
                </a:solidFill>
                <a:latin typeface="Arial"/>
                <a:ea typeface="Arial"/>
                <a:cs typeface="Arial"/>
              </a:defRPr>
            </a:pPr>
            <a:r>
              <a:rPr sz="1020" b="0">
                <a:solidFill>
                  <a:srgbClr val="657D89"/>
                </a:solidFill>
                <a:latin typeface="Arial"/>
                <a:ea typeface="Arial"/>
                <a:cs typeface="Arial"/>
              </a:rPr>
              <a:t>Matched intermediate states</a:t>
            </a:r>
          </a:p>
        </p:txBody>
      </p:sp>
      <p:sp>
        <p:nvSpPr>
          <p:cNvPr id="56" name="Initialization coverage frame">
            <a:extLst xmlns:a="http://schemas.openxmlformats.org/drawingml/2006/main">
              <a:ext uri="{FF2B5EF4-FFF2-40B4-BE49-F238E27FC236}">
                <a16:creationId xmlns:a16="http://schemas.microsoft.com/office/drawing/2014/main" id="{6B5F169D-0335-4CF6-AD9A-5C87E9F4356B}"/>
              </a:ext>
            </a:extLst>
          </p:cNvPr>
          <p:cNvSpPr>
            <a:spLocks xmlns:a="http://schemas.openxmlformats.org/drawingml/2006/main" noGrp="1"/>
          </p:cNvSpPr>
          <p:nvPr/>
        </p:nvSpPr>
        <p:spPr>
          <a:xfrm xmlns:a="http://schemas.openxmlformats.org/drawingml/2006/main">
            <a:off x="190500" y="4476750"/>
            <a:ext cx="3476625" cy="20574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1430">
            <a:solidFill>
              <a:srgbClr val="A9BFCB"/>
            </a:solidFill>
            <a:prstDash val="solid"/>
          </a:ln>
        </p:spPr>
      </p:sp>
      <p:sp>
        <p:nvSpPr>
          <p:cNvPr id="57" name="Initialization coverage title">
            <a:extLst xmlns:a="http://schemas.openxmlformats.org/drawingml/2006/main">
              <a:ext uri="{FF2B5EF4-FFF2-40B4-BE49-F238E27FC236}">
                <a16:creationId xmlns:a16="http://schemas.microsoft.com/office/drawing/2014/main" id="{1A995D49-D9D0-4070-88C2-D734BF176517}"/>
              </a:ext>
            </a:extLst>
          </p:cNvPr>
          <p:cNvSpPr>
            <a:spLocks xmlns:a="http://schemas.openxmlformats.org/drawingml/2006/main" noGrp="1"/>
          </p:cNvSpPr>
          <p:nvPr/>
        </p:nvSpPr>
        <p:spPr>
          <a:xfrm xmlns:a="http://schemas.openxmlformats.org/drawingml/2006/main">
            <a:off x="323850" y="4572000"/>
            <a:ext cx="3209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486C84"/>
                </a:solidFill>
                <a:latin typeface="Arial"/>
                <a:ea typeface="Arial"/>
                <a:cs typeface="Arial"/>
              </a:defRPr>
            </a:defPPr>
            <a:lvl1pPr algn="l">
              <a:defRPr sz="1650" b="1">
                <a:solidFill>
                  <a:srgbClr val="486C84"/>
                </a:solidFill>
                <a:latin typeface="Arial"/>
                <a:ea typeface="Arial"/>
                <a:cs typeface="Arial"/>
              </a:defRPr>
            </a:lvl1pPr>
            <a:lvl2pPr algn="l">
              <a:defRPr sz="1650" b="1">
                <a:solidFill>
                  <a:srgbClr val="486C84"/>
                </a:solidFill>
                <a:latin typeface="Arial"/>
                <a:ea typeface="Arial"/>
                <a:cs typeface="Arial"/>
              </a:defRPr>
            </a:lvl2pPr>
            <a:lvl3pPr algn="l">
              <a:defRPr sz="1650" b="1">
                <a:solidFill>
                  <a:srgbClr val="486C84"/>
                </a:solidFill>
                <a:latin typeface="Arial"/>
                <a:ea typeface="Arial"/>
                <a:cs typeface="Arial"/>
              </a:defRPr>
            </a:lvl3pPr>
            <a:lvl4pPr algn="l">
              <a:defRPr sz="1650" b="1">
                <a:solidFill>
                  <a:srgbClr val="486C84"/>
                </a:solidFill>
                <a:latin typeface="Arial"/>
                <a:ea typeface="Arial"/>
                <a:cs typeface="Arial"/>
              </a:defRPr>
            </a:lvl4pPr>
            <a:lvl5pPr algn="l">
              <a:defRPr sz="1650" b="1">
                <a:solidFill>
                  <a:srgbClr val="486C84"/>
                </a:solidFill>
                <a:latin typeface="Arial"/>
                <a:ea typeface="Arial"/>
                <a:cs typeface="Arial"/>
              </a:defRPr>
            </a:lvl5pPr>
            <a:lvl6pPr algn="l">
              <a:defRPr sz="1650" b="1">
                <a:solidFill>
                  <a:srgbClr val="486C84"/>
                </a:solidFill>
                <a:latin typeface="Arial"/>
                <a:ea typeface="Arial"/>
                <a:cs typeface="Arial"/>
              </a:defRPr>
            </a:lvl6pPr>
            <a:lvl7pPr algn="l">
              <a:defRPr sz="1650" b="1">
                <a:solidFill>
                  <a:srgbClr val="486C84"/>
                </a:solidFill>
                <a:latin typeface="Arial"/>
                <a:ea typeface="Arial"/>
                <a:cs typeface="Arial"/>
              </a:defRPr>
            </a:lvl7pPr>
            <a:lvl8pPr algn="l">
              <a:defRPr sz="1650" b="1">
                <a:solidFill>
                  <a:srgbClr val="486C84"/>
                </a:solidFill>
                <a:latin typeface="Arial"/>
                <a:ea typeface="Arial"/>
                <a:cs typeface="Arial"/>
              </a:defRPr>
            </a:lvl8pPr>
            <a:lvl9pPr algn="l">
              <a:defRPr sz="1650" b="1">
                <a:solidFill>
                  <a:srgbClr val="486C84"/>
                </a:solidFill>
                <a:latin typeface="Arial"/>
                <a:ea typeface="Arial"/>
                <a:cs typeface="Arial"/>
              </a:defRPr>
            </a:lvl9pPr>
          </a:lstStyle>
          <a:p xmlns:a="http://schemas.openxmlformats.org/drawingml/2006/main">
            <a:pPr algn="l">
              <a:defRPr sz="1650" b="1">
                <a:solidFill>
                  <a:srgbClr val="486C84"/>
                </a:solidFill>
                <a:latin typeface="Arial"/>
                <a:ea typeface="Arial"/>
                <a:cs typeface="Arial"/>
              </a:defRPr>
            </a:pPr>
            <a:r>
              <a:rPr sz="1650" b="1">
                <a:solidFill>
                  <a:srgbClr val="486C84"/>
                </a:solidFill>
                <a:latin typeface="Arial"/>
                <a:ea typeface="Arial"/>
                <a:cs typeface="Arial"/>
              </a:rPr>
              <a:t>Initialization coverage</a:t>
            </a:r>
          </a:p>
        </p:txBody>
      </p:sp>
      <p:sp>
        <p:nvSpPr>
          <p:cNvPr id="58" name="Initialization factorization">
            <a:extLst xmlns:a="http://schemas.openxmlformats.org/drawingml/2006/main">
              <a:ext uri="{FF2B5EF4-FFF2-40B4-BE49-F238E27FC236}">
                <a16:creationId xmlns:a16="http://schemas.microsoft.com/office/drawing/2014/main" id="{586E454F-6708-4E85-AF48-8C198171672E}"/>
              </a:ext>
            </a:extLst>
          </p:cNvPr>
          <p:cNvSpPr>
            <a:spLocks xmlns:a="http://schemas.openxmlformats.org/drawingml/2006/main" noGrp="1"/>
          </p:cNvSpPr>
          <p:nvPr/>
        </p:nvSpPr>
        <p:spPr>
          <a:xfrm xmlns:a="http://schemas.openxmlformats.org/drawingml/2006/main">
            <a:off x="323850" y="4905375"/>
            <a:ext cx="32099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350" b="0">
                <a:solidFill>
                  <a:srgbClr val="2B414E"/>
                </a:solidFill>
                <a:latin typeface="Arial"/>
                <a:ea typeface="Arial"/>
                <a:cs typeface="Arial"/>
              </a:defRPr>
            </a:defPPr>
            <a:lvl1pPr algn="l">
              <a:defRPr sz="1350" b="0">
                <a:solidFill>
                  <a:srgbClr val="2B414E"/>
                </a:solidFill>
                <a:latin typeface="Arial"/>
                <a:ea typeface="Arial"/>
                <a:cs typeface="Arial"/>
              </a:defRPr>
            </a:lvl1pPr>
            <a:lvl2pPr algn="l">
              <a:defRPr sz="1350" b="0">
                <a:solidFill>
                  <a:srgbClr val="2B414E"/>
                </a:solidFill>
                <a:latin typeface="Arial"/>
                <a:ea typeface="Arial"/>
                <a:cs typeface="Arial"/>
              </a:defRPr>
            </a:lvl2pPr>
            <a:lvl3pPr algn="l">
              <a:defRPr sz="1350" b="0">
                <a:solidFill>
                  <a:srgbClr val="2B414E"/>
                </a:solidFill>
                <a:latin typeface="Arial"/>
                <a:ea typeface="Arial"/>
                <a:cs typeface="Arial"/>
              </a:defRPr>
            </a:lvl3pPr>
            <a:lvl4pPr algn="l">
              <a:defRPr sz="1350" b="0">
                <a:solidFill>
                  <a:srgbClr val="2B414E"/>
                </a:solidFill>
                <a:latin typeface="Arial"/>
                <a:ea typeface="Arial"/>
                <a:cs typeface="Arial"/>
              </a:defRPr>
            </a:lvl4pPr>
            <a:lvl5pPr algn="l">
              <a:defRPr sz="1350" b="0">
                <a:solidFill>
                  <a:srgbClr val="2B414E"/>
                </a:solidFill>
                <a:latin typeface="Arial"/>
                <a:ea typeface="Arial"/>
                <a:cs typeface="Arial"/>
              </a:defRPr>
            </a:lvl5pPr>
            <a:lvl6pPr algn="l">
              <a:defRPr sz="1350" b="0">
                <a:solidFill>
                  <a:srgbClr val="2B414E"/>
                </a:solidFill>
                <a:latin typeface="Arial"/>
                <a:ea typeface="Arial"/>
                <a:cs typeface="Arial"/>
              </a:defRPr>
            </a:lvl6pPr>
            <a:lvl7pPr algn="l">
              <a:defRPr sz="1350" b="0">
                <a:solidFill>
                  <a:srgbClr val="2B414E"/>
                </a:solidFill>
                <a:latin typeface="Arial"/>
                <a:ea typeface="Arial"/>
                <a:cs typeface="Arial"/>
              </a:defRPr>
            </a:lvl7pPr>
            <a:lvl8pPr algn="l">
              <a:defRPr sz="1350" b="0">
                <a:solidFill>
                  <a:srgbClr val="2B414E"/>
                </a:solidFill>
                <a:latin typeface="Arial"/>
                <a:ea typeface="Arial"/>
                <a:cs typeface="Arial"/>
              </a:defRPr>
            </a:lvl8pPr>
            <a:lvl9pPr algn="l">
              <a:defRPr sz="1350" b="0">
                <a:solidFill>
                  <a:srgbClr val="2B414E"/>
                </a:solidFill>
                <a:latin typeface="Arial"/>
                <a:ea typeface="Arial"/>
                <a:cs typeface="Arial"/>
              </a:defRPr>
            </a:lvl9pPr>
          </a:lstStyle>
          <a:p xmlns:a="http://schemas.openxmlformats.org/drawingml/2006/main">
            <a:pPr algn="l">
              <a:defRPr sz="1350" b="0">
                <a:solidFill>
                  <a:srgbClr val="2B414E"/>
                </a:solidFill>
                <a:latin typeface="Arial"/>
                <a:ea typeface="Arial"/>
                <a:cs typeface="Arial"/>
              </a:defRPr>
            </a:pPr>
            <a:r>
              <a:rPr sz="1350" b="0">
                <a:solidFill>
                  <a:srgbClr val="2B414E"/>
                </a:solidFill>
                <a:latin typeface="Arial"/>
                <a:ea typeface="Arial"/>
                <a:cs typeface="Arial"/>
              </a:rPr>
              <a:t>10 macro layouts × 5 local variants</a:t>
            </a:r>
          </a:p>
        </p:txBody>
      </p:sp>
      <p:sp>
        <p:nvSpPr>
          <p:cNvPr id="59" name="Initialization layout 0">
            <a:extLst xmlns:a="http://schemas.openxmlformats.org/drawingml/2006/main">
              <a:ext uri="{FF2B5EF4-FFF2-40B4-BE49-F238E27FC236}">
                <a16:creationId xmlns:a16="http://schemas.microsoft.com/office/drawing/2014/main" id="{1668D8C3-839D-4806-9626-6C92051FA6C7}"/>
              </a:ext>
            </a:extLst>
          </p:cNvPr>
          <p:cNvSpPr>
            <a:spLocks xmlns:a="http://schemas.openxmlformats.org/drawingml/2006/main" noGrp="1"/>
          </p:cNvSpPr>
          <p:nvPr/>
        </p:nvSpPr>
        <p:spPr>
          <a:xfrm xmlns:a="http://schemas.openxmlformats.org/drawingml/2006/main">
            <a:off x="323850" y="5219700"/>
            <a:ext cx="1000125" cy="561975"/>
          </a:xfrm>
          <a:prstGeom xmlns:a="http://schemas.openxmlformats.org/drawingml/2006/main" prst="roundRect">
            <a:avLst>
              <a:gd name="adj" fmla="val 6780"/>
            </a:avLst>
          </a:prstGeom>
          <a:solidFill xmlns:a="http://schemas.openxmlformats.org/drawingml/2006/main">
            <a:srgbClr val="F6F9FA"/>
          </a:solidFill>
          <a:ln xmlns:a="http://schemas.openxmlformats.org/drawingml/2006/main" w="9525">
            <a:solidFill>
              <a:srgbClr val="D7E3E9"/>
            </a:solidFill>
            <a:prstDash val="solid"/>
          </a:ln>
        </p:spPr>
      </p:sp>
      <p:sp>
        <p:nvSpPr>
          <p:cNvPr id="60" name="Local pose variant 0">
            <a:extLst xmlns:a="http://schemas.openxmlformats.org/drawingml/2006/main">
              <a:ext uri="{FF2B5EF4-FFF2-40B4-BE49-F238E27FC236}">
                <a16:creationId xmlns:a16="http://schemas.microsoft.com/office/drawing/2014/main" id="{6D9BAE12-4A4A-4A4C-9DCF-DEA6FCA22956}"/>
              </a:ext>
            </a:extLst>
          </p:cNvPr>
          <p:cNvSpPr>
            <a:spLocks xmlns:a="http://schemas.openxmlformats.org/drawingml/2006/main" noGrp="1"/>
          </p:cNvSpPr>
          <p:nvPr/>
        </p:nvSpPr>
        <p:spPr>
          <a:xfrm xmlns:a="http://schemas.openxmlformats.org/drawingml/2006/main">
            <a:off x="498158" y="54225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61" name="Local pose variant 0">
            <a:extLst xmlns:a="http://schemas.openxmlformats.org/drawingml/2006/main">
              <a:ext uri="{FF2B5EF4-FFF2-40B4-BE49-F238E27FC236}">
                <a16:creationId xmlns:a16="http://schemas.microsoft.com/office/drawing/2014/main" id="{4622F9AF-8CA0-432D-83A2-EB2C1C92A7A1}"/>
              </a:ext>
            </a:extLst>
          </p:cNvPr>
          <p:cNvSpPr>
            <a:spLocks xmlns:a="http://schemas.openxmlformats.org/drawingml/2006/main" noGrp="1"/>
          </p:cNvSpPr>
          <p:nvPr/>
        </p:nvSpPr>
        <p:spPr>
          <a:xfrm xmlns:a="http://schemas.openxmlformats.org/drawingml/2006/main">
            <a:off x="631508" y="54225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62" name="Local pose variant 0">
            <a:extLst xmlns:a="http://schemas.openxmlformats.org/drawingml/2006/main">
              <a:ext uri="{FF2B5EF4-FFF2-40B4-BE49-F238E27FC236}">
                <a16:creationId xmlns:a16="http://schemas.microsoft.com/office/drawing/2014/main" id="{8EDC75BF-5F56-4A18-A92B-756756664D12}"/>
              </a:ext>
            </a:extLst>
          </p:cNvPr>
          <p:cNvSpPr>
            <a:spLocks xmlns:a="http://schemas.openxmlformats.org/drawingml/2006/main" noGrp="1"/>
          </p:cNvSpPr>
          <p:nvPr/>
        </p:nvSpPr>
        <p:spPr>
          <a:xfrm xmlns:a="http://schemas.openxmlformats.org/drawingml/2006/main">
            <a:off x="498158" y="55368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63" name="Local pose variant 0">
            <a:extLst xmlns:a="http://schemas.openxmlformats.org/drawingml/2006/main">
              <a:ext uri="{FF2B5EF4-FFF2-40B4-BE49-F238E27FC236}">
                <a16:creationId xmlns:a16="http://schemas.microsoft.com/office/drawing/2014/main" id="{A8FE7EF4-5607-4FD2-B902-8E751E106272}"/>
              </a:ext>
            </a:extLst>
          </p:cNvPr>
          <p:cNvSpPr>
            <a:spLocks xmlns:a="http://schemas.openxmlformats.org/drawingml/2006/main" noGrp="1"/>
          </p:cNvSpPr>
          <p:nvPr/>
        </p:nvSpPr>
        <p:spPr>
          <a:xfrm xmlns:a="http://schemas.openxmlformats.org/drawingml/2006/main">
            <a:off x="631508" y="55368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64" name="Local pose variant 0">
            <a:extLst xmlns:a="http://schemas.openxmlformats.org/drawingml/2006/main">
              <a:ext uri="{FF2B5EF4-FFF2-40B4-BE49-F238E27FC236}">
                <a16:creationId xmlns:a16="http://schemas.microsoft.com/office/drawing/2014/main" id="{611AA8F2-64AE-49DE-AB22-3133D2C9133F}"/>
              </a:ext>
            </a:extLst>
          </p:cNvPr>
          <p:cNvSpPr>
            <a:spLocks xmlns:a="http://schemas.openxmlformats.org/drawingml/2006/main" noGrp="1"/>
          </p:cNvSpPr>
          <p:nvPr/>
        </p:nvSpPr>
        <p:spPr>
          <a:xfrm xmlns:a="http://schemas.openxmlformats.org/drawingml/2006/main">
            <a:off x="564833" y="547973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65" name="Layout target 0">
            <a:extLst xmlns:a="http://schemas.openxmlformats.org/drawingml/2006/main">
              <a:ext uri="{FF2B5EF4-FFF2-40B4-BE49-F238E27FC236}">
                <a16:creationId xmlns:a16="http://schemas.microsoft.com/office/drawing/2014/main" id="{E3A498D6-92A5-4568-8AAF-8FD29672FEF6}"/>
              </a:ext>
            </a:extLst>
          </p:cNvPr>
          <p:cNvSpPr>
            <a:spLocks xmlns:a="http://schemas.openxmlformats.org/drawingml/2006/main" noGrp="1"/>
          </p:cNvSpPr>
          <p:nvPr/>
        </p:nvSpPr>
        <p:spPr>
          <a:xfrm xmlns:a="http://schemas.openxmlformats.org/drawingml/2006/main">
            <a:off x="952500" y="5400675"/>
            <a:ext cx="190500" cy="95250"/>
          </a:xfrm>
          <a:prstGeom xmlns:a="http://schemas.openxmlformats.org/drawingml/2006/main" prst="ellipse">
            <a:avLst/>
          </a:prstGeom>
          <a:solidFill xmlns:a="http://schemas.openxmlformats.org/drawingml/2006/main">
            <a:srgbClr val="D9E8DE"/>
          </a:solidFill>
          <a:ln xmlns:a="http://schemas.openxmlformats.org/drawingml/2006/main" w="10478">
            <a:solidFill>
              <a:srgbClr val="4F796F"/>
            </a:solidFill>
            <a:prstDash val="solid"/>
          </a:ln>
        </p:spPr>
      </p:sp>
      <p:sp>
        <p:nvSpPr>
          <p:cNvPr id="66" name="Layout context object 0">
            <a:extLst xmlns:a="http://schemas.openxmlformats.org/drawingml/2006/main">
              <a:ext uri="{FF2B5EF4-FFF2-40B4-BE49-F238E27FC236}">
                <a16:creationId xmlns:a16="http://schemas.microsoft.com/office/drawing/2014/main" id="{B83477E4-9FF2-4E41-9D99-51811625EC25}"/>
              </a:ext>
            </a:extLst>
          </p:cNvPr>
          <p:cNvSpPr>
            <a:spLocks xmlns:a="http://schemas.openxmlformats.org/drawingml/2006/main" noGrp="1"/>
          </p:cNvSpPr>
          <p:nvPr/>
        </p:nvSpPr>
        <p:spPr>
          <a:xfrm xmlns:a="http://schemas.openxmlformats.org/drawingml/2006/main">
            <a:off x="885825" y="5629275"/>
            <a:ext cx="76200" cy="76200"/>
          </a:xfrm>
          <a:prstGeom xmlns:a="http://schemas.openxmlformats.org/drawingml/2006/main" prst="roundRect">
            <a:avLst>
              <a:gd name="adj" fmla="val 18750"/>
            </a:avLst>
          </a:prstGeom>
          <a:solidFill xmlns:a="http://schemas.openxmlformats.org/drawingml/2006/main">
            <a:srgbClr val="CEBCA0"/>
          </a:solidFill>
          <a:ln xmlns:a="http://schemas.openxmlformats.org/drawingml/2006/main" w="0">
            <a:noFill/>
            <a:prstDash val="solid"/>
          </a:ln>
        </p:spPr>
      </p:sp>
      <p:sp>
        <p:nvSpPr>
          <p:cNvPr id="67" name="Layout label 0">
            <a:extLst xmlns:a="http://schemas.openxmlformats.org/drawingml/2006/main">
              <a:ext uri="{FF2B5EF4-FFF2-40B4-BE49-F238E27FC236}">
                <a16:creationId xmlns:a16="http://schemas.microsoft.com/office/drawing/2014/main" id="{2F0BAC6F-23B1-4ACB-A58E-961768E5462D}"/>
              </a:ext>
            </a:extLst>
          </p:cNvPr>
          <p:cNvSpPr>
            <a:spLocks xmlns:a="http://schemas.openxmlformats.org/drawingml/2006/main" noGrp="1"/>
          </p:cNvSpPr>
          <p:nvPr/>
        </p:nvSpPr>
        <p:spPr>
          <a:xfrm xmlns:a="http://schemas.openxmlformats.org/drawingml/2006/main">
            <a:off x="323850" y="581977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38" b="0">
                <a:solidFill>
                  <a:srgbClr val="657D89"/>
                </a:solidFill>
                <a:latin typeface="Arial"/>
                <a:ea typeface="Arial"/>
                <a:cs typeface="Arial"/>
              </a:defRPr>
            </a:defPPr>
            <a:lvl1pPr algn="ctr">
              <a:defRPr sz="938" b="0">
                <a:solidFill>
                  <a:srgbClr val="657D89"/>
                </a:solidFill>
                <a:latin typeface="Arial"/>
                <a:ea typeface="Arial"/>
                <a:cs typeface="Arial"/>
              </a:defRPr>
            </a:lvl1pPr>
            <a:lvl2pPr algn="ctr">
              <a:defRPr sz="938" b="0">
                <a:solidFill>
                  <a:srgbClr val="657D89"/>
                </a:solidFill>
                <a:latin typeface="Arial"/>
                <a:ea typeface="Arial"/>
                <a:cs typeface="Arial"/>
              </a:defRPr>
            </a:lvl2pPr>
            <a:lvl3pPr algn="ctr">
              <a:defRPr sz="938" b="0">
                <a:solidFill>
                  <a:srgbClr val="657D89"/>
                </a:solidFill>
                <a:latin typeface="Arial"/>
                <a:ea typeface="Arial"/>
                <a:cs typeface="Arial"/>
              </a:defRPr>
            </a:lvl3pPr>
            <a:lvl4pPr algn="ctr">
              <a:defRPr sz="938" b="0">
                <a:solidFill>
                  <a:srgbClr val="657D89"/>
                </a:solidFill>
                <a:latin typeface="Arial"/>
                <a:ea typeface="Arial"/>
                <a:cs typeface="Arial"/>
              </a:defRPr>
            </a:lvl4pPr>
            <a:lvl5pPr algn="ctr">
              <a:defRPr sz="938" b="0">
                <a:solidFill>
                  <a:srgbClr val="657D89"/>
                </a:solidFill>
                <a:latin typeface="Arial"/>
                <a:ea typeface="Arial"/>
                <a:cs typeface="Arial"/>
              </a:defRPr>
            </a:lvl5pPr>
            <a:lvl6pPr algn="ctr">
              <a:defRPr sz="938" b="0">
                <a:solidFill>
                  <a:srgbClr val="657D89"/>
                </a:solidFill>
                <a:latin typeface="Arial"/>
                <a:ea typeface="Arial"/>
                <a:cs typeface="Arial"/>
              </a:defRPr>
            </a:lvl6pPr>
            <a:lvl7pPr algn="ctr">
              <a:defRPr sz="938" b="0">
                <a:solidFill>
                  <a:srgbClr val="657D89"/>
                </a:solidFill>
                <a:latin typeface="Arial"/>
                <a:ea typeface="Arial"/>
                <a:cs typeface="Arial"/>
              </a:defRPr>
            </a:lvl7pPr>
            <a:lvl8pPr algn="ctr">
              <a:defRPr sz="938" b="0">
                <a:solidFill>
                  <a:srgbClr val="657D89"/>
                </a:solidFill>
                <a:latin typeface="Arial"/>
                <a:ea typeface="Arial"/>
                <a:cs typeface="Arial"/>
              </a:defRPr>
            </a:lvl8pPr>
            <a:lvl9pPr algn="ctr">
              <a:defRPr sz="938" b="0">
                <a:solidFill>
                  <a:srgbClr val="657D89"/>
                </a:solidFill>
                <a:latin typeface="Arial"/>
                <a:ea typeface="Arial"/>
                <a:cs typeface="Arial"/>
              </a:defRPr>
            </a:lvl9pPr>
          </a:lstStyle>
          <a:p xmlns:a="http://schemas.openxmlformats.org/drawingml/2006/main">
            <a:pPr algn="ctr">
              <a:defRPr sz="938" b="0">
                <a:solidFill>
                  <a:srgbClr val="657D89"/>
                </a:solidFill>
                <a:latin typeface="Arial"/>
                <a:ea typeface="Arial"/>
                <a:cs typeface="Arial"/>
              </a:defRPr>
            </a:pPr>
            <a:r>
              <a:rPr sz="938" b="0">
                <a:solidFill>
                  <a:srgbClr val="657D89"/>
                </a:solidFill>
                <a:latin typeface="Arial"/>
                <a:ea typeface="Arial"/>
                <a:cs typeface="Arial"/>
              </a:rPr>
              <a:t>Layout 1</a:t>
            </a:r>
          </a:p>
        </p:txBody>
      </p:sp>
      <p:sp>
        <p:nvSpPr>
          <p:cNvPr id="68" name="Initialization layout 1">
            <a:extLst xmlns:a="http://schemas.openxmlformats.org/drawingml/2006/main">
              <a:ext uri="{FF2B5EF4-FFF2-40B4-BE49-F238E27FC236}">
                <a16:creationId xmlns:a16="http://schemas.microsoft.com/office/drawing/2014/main" id="{C1BBDE48-00A8-4734-9507-2517345C66C4}"/>
              </a:ext>
            </a:extLst>
          </p:cNvPr>
          <p:cNvSpPr>
            <a:spLocks xmlns:a="http://schemas.openxmlformats.org/drawingml/2006/main" noGrp="1"/>
          </p:cNvSpPr>
          <p:nvPr/>
        </p:nvSpPr>
        <p:spPr>
          <a:xfrm xmlns:a="http://schemas.openxmlformats.org/drawingml/2006/main">
            <a:off x="1419225" y="5219700"/>
            <a:ext cx="1000125" cy="561975"/>
          </a:xfrm>
          <a:prstGeom xmlns:a="http://schemas.openxmlformats.org/drawingml/2006/main" prst="roundRect">
            <a:avLst>
              <a:gd name="adj" fmla="val 6780"/>
            </a:avLst>
          </a:prstGeom>
          <a:solidFill xmlns:a="http://schemas.openxmlformats.org/drawingml/2006/main">
            <a:srgbClr val="F6F9FA"/>
          </a:solidFill>
          <a:ln xmlns:a="http://schemas.openxmlformats.org/drawingml/2006/main" w="9525">
            <a:solidFill>
              <a:srgbClr val="D7E3E9"/>
            </a:solidFill>
            <a:prstDash val="solid"/>
          </a:ln>
        </p:spPr>
      </p:sp>
      <p:sp>
        <p:nvSpPr>
          <p:cNvPr id="69" name="Local pose variant 1">
            <a:extLst xmlns:a="http://schemas.openxmlformats.org/drawingml/2006/main">
              <a:ext uri="{FF2B5EF4-FFF2-40B4-BE49-F238E27FC236}">
                <a16:creationId xmlns:a16="http://schemas.microsoft.com/office/drawing/2014/main" id="{D8FC656D-82E4-4584-BF4D-199FFC5E0434}"/>
              </a:ext>
            </a:extLst>
          </p:cNvPr>
          <p:cNvSpPr>
            <a:spLocks xmlns:a="http://schemas.openxmlformats.org/drawingml/2006/main" noGrp="1"/>
          </p:cNvSpPr>
          <p:nvPr/>
        </p:nvSpPr>
        <p:spPr>
          <a:xfrm xmlns:a="http://schemas.openxmlformats.org/drawingml/2006/main">
            <a:off x="2031683" y="5374958"/>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0" name="Local pose variant 1">
            <a:extLst xmlns:a="http://schemas.openxmlformats.org/drawingml/2006/main">
              <a:ext uri="{FF2B5EF4-FFF2-40B4-BE49-F238E27FC236}">
                <a16:creationId xmlns:a16="http://schemas.microsoft.com/office/drawing/2014/main" id="{A4FC7876-5E43-428A-BB46-076CF3143E5F}"/>
              </a:ext>
            </a:extLst>
          </p:cNvPr>
          <p:cNvSpPr>
            <a:spLocks xmlns:a="http://schemas.openxmlformats.org/drawingml/2006/main" noGrp="1"/>
          </p:cNvSpPr>
          <p:nvPr/>
        </p:nvSpPr>
        <p:spPr>
          <a:xfrm xmlns:a="http://schemas.openxmlformats.org/drawingml/2006/main">
            <a:off x="2165033" y="5374958"/>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1" name="Local pose variant 1">
            <a:extLst xmlns:a="http://schemas.openxmlformats.org/drawingml/2006/main">
              <a:ext uri="{FF2B5EF4-FFF2-40B4-BE49-F238E27FC236}">
                <a16:creationId xmlns:a16="http://schemas.microsoft.com/office/drawing/2014/main" id="{181FCC5A-B89E-425F-8032-05998DDE03C2}"/>
              </a:ext>
            </a:extLst>
          </p:cNvPr>
          <p:cNvSpPr>
            <a:spLocks xmlns:a="http://schemas.openxmlformats.org/drawingml/2006/main" noGrp="1"/>
          </p:cNvSpPr>
          <p:nvPr/>
        </p:nvSpPr>
        <p:spPr>
          <a:xfrm xmlns:a="http://schemas.openxmlformats.org/drawingml/2006/main">
            <a:off x="2031683" y="5489258"/>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2" name="Local pose variant 1">
            <a:extLst xmlns:a="http://schemas.openxmlformats.org/drawingml/2006/main">
              <a:ext uri="{FF2B5EF4-FFF2-40B4-BE49-F238E27FC236}">
                <a16:creationId xmlns:a16="http://schemas.microsoft.com/office/drawing/2014/main" id="{89BEE7D2-7934-4C34-BD7F-60B0B00BABC2}"/>
              </a:ext>
            </a:extLst>
          </p:cNvPr>
          <p:cNvSpPr>
            <a:spLocks xmlns:a="http://schemas.openxmlformats.org/drawingml/2006/main" noGrp="1"/>
          </p:cNvSpPr>
          <p:nvPr/>
        </p:nvSpPr>
        <p:spPr>
          <a:xfrm xmlns:a="http://schemas.openxmlformats.org/drawingml/2006/main">
            <a:off x="2165033" y="5489258"/>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3" name="Local pose variant 1">
            <a:extLst xmlns:a="http://schemas.openxmlformats.org/drawingml/2006/main">
              <a:ext uri="{FF2B5EF4-FFF2-40B4-BE49-F238E27FC236}">
                <a16:creationId xmlns:a16="http://schemas.microsoft.com/office/drawing/2014/main" id="{0890152A-A445-4837-8C22-AC79B0F72013}"/>
              </a:ext>
            </a:extLst>
          </p:cNvPr>
          <p:cNvSpPr>
            <a:spLocks xmlns:a="http://schemas.openxmlformats.org/drawingml/2006/main" noGrp="1"/>
          </p:cNvSpPr>
          <p:nvPr/>
        </p:nvSpPr>
        <p:spPr>
          <a:xfrm xmlns:a="http://schemas.openxmlformats.org/drawingml/2006/main">
            <a:off x="2098358" y="5432108"/>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4" name="Layout target 1">
            <a:extLst xmlns:a="http://schemas.openxmlformats.org/drawingml/2006/main">
              <a:ext uri="{FF2B5EF4-FFF2-40B4-BE49-F238E27FC236}">
                <a16:creationId xmlns:a16="http://schemas.microsoft.com/office/drawing/2014/main" id="{F38BB185-29D3-45D9-8902-5BF2C4B6D657}"/>
              </a:ext>
            </a:extLst>
          </p:cNvPr>
          <p:cNvSpPr>
            <a:spLocks xmlns:a="http://schemas.openxmlformats.org/drawingml/2006/main" noGrp="1"/>
          </p:cNvSpPr>
          <p:nvPr/>
        </p:nvSpPr>
        <p:spPr>
          <a:xfrm xmlns:a="http://schemas.openxmlformats.org/drawingml/2006/main">
            <a:off x="1552575" y="5591175"/>
            <a:ext cx="190500" cy="95250"/>
          </a:xfrm>
          <a:prstGeom xmlns:a="http://schemas.openxmlformats.org/drawingml/2006/main" prst="ellipse">
            <a:avLst/>
          </a:prstGeom>
          <a:solidFill xmlns:a="http://schemas.openxmlformats.org/drawingml/2006/main">
            <a:srgbClr val="D9E8DE"/>
          </a:solidFill>
          <a:ln xmlns:a="http://schemas.openxmlformats.org/drawingml/2006/main" w="10478">
            <a:solidFill>
              <a:srgbClr val="4F796F"/>
            </a:solidFill>
            <a:prstDash val="solid"/>
          </a:ln>
        </p:spPr>
      </p:sp>
      <p:sp>
        <p:nvSpPr>
          <p:cNvPr id="75" name="Layout context object 1">
            <a:extLst xmlns:a="http://schemas.openxmlformats.org/drawingml/2006/main">
              <a:ext uri="{FF2B5EF4-FFF2-40B4-BE49-F238E27FC236}">
                <a16:creationId xmlns:a16="http://schemas.microsoft.com/office/drawing/2014/main" id="{9C7E721A-67DA-4BB9-9B0D-7B7380F186F2}"/>
              </a:ext>
            </a:extLst>
          </p:cNvPr>
          <p:cNvSpPr>
            <a:spLocks xmlns:a="http://schemas.openxmlformats.org/drawingml/2006/main" noGrp="1"/>
          </p:cNvSpPr>
          <p:nvPr/>
        </p:nvSpPr>
        <p:spPr>
          <a:xfrm xmlns:a="http://schemas.openxmlformats.org/drawingml/2006/main">
            <a:off x="1790700" y="5324475"/>
            <a:ext cx="76200" cy="76200"/>
          </a:xfrm>
          <a:prstGeom xmlns:a="http://schemas.openxmlformats.org/drawingml/2006/main" prst="roundRect">
            <a:avLst>
              <a:gd name="adj" fmla="val 18750"/>
            </a:avLst>
          </a:prstGeom>
          <a:solidFill xmlns:a="http://schemas.openxmlformats.org/drawingml/2006/main">
            <a:srgbClr val="CEBCA0"/>
          </a:solidFill>
          <a:ln xmlns:a="http://schemas.openxmlformats.org/drawingml/2006/main" w="0">
            <a:noFill/>
            <a:prstDash val="solid"/>
          </a:ln>
        </p:spPr>
      </p:sp>
      <p:sp>
        <p:nvSpPr>
          <p:cNvPr id="76" name="Layout label 1">
            <a:extLst xmlns:a="http://schemas.openxmlformats.org/drawingml/2006/main">
              <a:ext uri="{FF2B5EF4-FFF2-40B4-BE49-F238E27FC236}">
                <a16:creationId xmlns:a16="http://schemas.microsoft.com/office/drawing/2014/main" id="{528E64AA-B957-4A0D-9030-BB6C6E4D348D}"/>
              </a:ext>
            </a:extLst>
          </p:cNvPr>
          <p:cNvSpPr>
            <a:spLocks xmlns:a="http://schemas.openxmlformats.org/drawingml/2006/main" noGrp="1"/>
          </p:cNvSpPr>
          <p:nvPr/>
        </p:nvSpPr>
        <p:spPr>
          <a:xfrm xmlns:a="http://schemas.openxmlformats.org/drawingml/2006/main">
            <a:off x="1419225" y="581977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38" b="0">
                <a:solidFill>
                  <a:srgbClr val="657D89"/>
                </a:solidFill>
                <a:latin typeface="Arial"/>
                <a:ea typeface="Arial"/>
                <a:cs typeface="Arial"/>
              </a:defRPr>
            </a:defPPr>
            <a:lvl1pPr algn="ctr">
              <a:defRPr sz="938" b="0">
                <a:solidFill>
                  <a:srgbClr val="657D89"/>
                </a:solidFill>
                <a:latin typeface="Arial"/>
                <a:ea typeface="Arial"/>
                <a:cs typeface="Arial"/>
              </a:defRPr>
            </a:lvl1pPr>
            <a:lvl2pPr algn="ctr">
              <a:defRPr sz="938" b="0">
                <a:solidFill>
                  <a:srgbClr val="657D89"/>
                </a:solidFill>
                <a:latin typeface="Arial"/>
                <a:ea typeface="Arial"/>
                <a:cs typeface="Arial"/>
              </a:defRPr>
            </a:lvl2pPr>
            <a:lvl3pPr algn="ctr">
              <a:defRPr sz="938" b="0">
                <a:solidFill>
                  <a:srgbClr val="657D89"/>
                </a:solidFill>
                <a:latin typeface="Arial"/>
                <a:ea typeface="Arial"/>
                <a:cs typeface="Arial"/>
              </a:defRPr>
            </a:lvl3pPr>
            <a:lvl4pPr algn="ctr">
              <a:defRPr sz="938" b="0">
                <a:solidFill>
                  <a:srgbClr val="657D89"/>
                </a:solidFill>
                <a:latin typeface="Arial"/>
                <a:ea typeface="Arial"/>
                <a:cs typeface="Arial"/>
              </a:defRPr>
            </a:lvl4pPr>
            <a:lvl5pPr algn="ctr">
              <a:defRPr sz="938" b="0">
                <a:solidFill>
                  <a:srgbClr val="657D89"/>
                </a:solidFill>
                <a:latin typeface="Arial"/>
                <a:ea typeface="Arial"/>
                <a:cs typeface="Arial"/>
              </a:defRPr>
            </a:lvl5pPr>
            <a:lvl6pPr algn="ctr">
              <a:defRPr sz="938" b="0">
                <a:solidFill>
                  <a:srgbClr val="657D89"/>
                </a:solidFill>
                <a:latin typeface="Arial"/>
                <a:ea typeface="Arial"/>
                <a:cs typeface="Arial"/>
              </a:defRPr>
            </a:lvl6pPr>
            <a:lvl7pPr algn="ctr">
              <a:defRPr sz="938" b="0">
                <a:solidFill>
                  <a:srgbClr val="657D89"/>
                </a:solidFill>
                <a:latin typeface="Arial"/>
                <a:ea typeface="Arial"/>
                <a:cs typeface="Arial"/>
              </a:defRPr>
            </a:lvl7pPr>
            <a:lvl8pPr algn="ctr">
              <a:defRPr sz="938" b="0">
                <a:solidFill>
                  <a:srgbClr val="657D89"/>
                </a:solidFill>
                <a:latin typeface="Arial"/>
                <a:ea typeface="Arial"/>
                <a:cs typeface="Arial"/>
              </a:defRPr>
            </a:lvl8pPr>
            <a:lvl9pPr algn="ctr">
              <a:defRPr sz="938" b="0">
                <a:solidFill>
                  <a:srgbClr val="657D89"/>
                </a:solidFill>
                <a:latin typeface="Arial"/>
                <a:ea typeface="Arial"/>
                <a:cs typeface="Arial"/>
              </a:defRPr>
            </a:lvl9pPr>
          </a:lstStyle>
          <a:p xmlns:a="http://schemas.openxmlformats.org/drawingml/2006/main">
            <a:pPr algn="ctr">
              <a:defRPr sz="938" b="0">
                <a:solidFill>
                  <a:srgbClr val="657D89"/>
                </a:solidFill>
                <a:latin typeface="Arial"/>
                <a:ea typeface="Arial"/>
                <a:cs typeface="Arial"/>
              </a:defRPr>
            </a:pPr>
            <a:r>
              <a:rPr sz="938" b="0">
                <a:solidFill>
                  <a:srgbClr val="657D89"/>
                </a:solidFill>
                <a:latin typeface="Arial"/>
                <a:ea typeface="Arial"/>
                <a:cs typeface="Arial"/>
              </a:rPr>
              <a:t>Layout 2</a:t>
            </a:r>
          </a:p>
        </p:txBody>
      </p:sp>
      <p:sp>
        <p:nvSpPr>
          <p:cNvPr id="77" name="Initialization layout 2">
            <a:extLst xmlns:a="http://schemas.openxmlformats.org/drawingml/2006/main">
              <a:ext uri="{FF2B5EF4-FFF2-40B4-BE49-F238E27FC236}">
                <a16:creationId xmlns:a16="http://schemas.microsoft.com/office/drawing/2014/main" id="{19A7A513-E615-43A7-A19B-6DB1BFF6AD91}"/>
              </a:ext>
            </a:extLst>
          </p:cNvPr>
          <p:cNvSpPr>
            <a:spLocks xmlns:a="http://schemas.openxmlformats.org/drawingml/2006/main" noGrp="1"/>
          </p:cNvSpPr>
          <p:nvPr/>
        </p:nvSpPr>
        <p:spPr>
          <a:xfrm xmlns:a="http://schemas.openxmlformats.org/drawingml/2006/main">
            <a:off x="2514600" y="5219700"/>
            <a:ext cx="1000125" cy="561975"/>
          </a:xfrm>
          <a:prstGeom xmlns:a="http://schemas.openxmlformats.org/drawingml/2006/main" prst="roundRect">
            <a:avLst>
              <a:gd name="adj" fmla="val 6780"/>
            </a:avLst>
          </a:prstGeom>
          <a:solidFill xmlns:a="http://schemas.openxmlformats.org/drawingml/2006/main">
            <a:srgbClr val="F6F9FA"/>
          </a:solidFill>
          <a:ln xmlns:a="http://schemas.openxmlformats.org/drawingml/2006/main" w="9525">
            <a:solidFill>
              <a:srgbClr val="D7E3E9"/>
            </a:solidFill>
            <a:prstDash val="solid"/>
          </a:ln>
        </p:spPr>
      </p:sp>
      <p:sp>
        <p:nvSpPr>
          <p:cNvPr id="78" name="Local pose variant 2">
            <a:extLst xmlns:a="http://schemas.openxmlformats.org/drawingml/2006/main">
              <a:ext uri="{FF2B5EF4-FFF2-40B4-BE49-F238E27FC236}">
                <a16:creationId xmlns:a16="http://schemas.microsoft.com/office/drawing/2014/main" id="{A747B32C-865B-4BBA-A94A-8D161DD165DC}"/>
              </a:ext>
            </a:extLst>
          </p:cNvPr>
          <p:cNvSpPr>
            <a:spLocks xmlns:a="http://schemas.openxmlformats.org/drawingml/2006/main" noGrp="1"/>
          </p:cNvSpPr>
          <p:nvPr/>
        </p:nvSpPr>
        <p:spPr>
          <a:xfrm xmlns:a="http://schemas.openxmlformats.org/drawingml/2006/main">
            <a:off x="2841308" y="53463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79" name="Local pose variant 2">
            <a:extLst xmlns:a="http://schemas.openxmlformats.org/drawingml/2006/main">
              <a:ext uri="{FF2B5EF4-FFF2-40B4-BE49-F238E27FC236}">
                <a16:creationId xmlns:a16="http://schemas.microsoft.com/office/drawing/2014/main" id="{3CC51F94-C07D-49C6-8913-07A9E0EB4BF5}"/>
              </a:ext>
            </a:extLst>
          </p:cNvPr>
          <p:cNvSpPr>
            <a:spLocks xmlns:a="http://schemas.openxmlformats.org/drawingml/2006/main" noGrp="1"/>
          </p:cNvSpPr>
          <p:nvPr/>
        </p:nvSpPr>
        <p:spPr>
          <a:xfrm xmlns:a="http://schemas.openxmlformats.org/drawingml/2006/main">
            <a:off x="2974658" y="53463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80" name="Local pose variant 2">
            <a:extLst xmlns:a="http://schemas.openxmlformats.org/drawingml/2006/main">
              <a:ext uri="{FF2B5EF4-FFF2-40B4-BE49-F238E27FC236}">
                <a16:creationId xmlns:a16="http://schemas.microsoft.com/office/drawing/2014/main" id="{2E534EE7-560A-44AC-992E-921C9DDB6FDF}"/>
              </a:ext>
            </a:extLst>
          </p:cNvPr>
          <p:cNvSpPr>
            <a:spLocks xmlns:a="http://schemas.openxmlformats.org/drawingml/2006/main" noGrp="1"/>
          </p:cNvSpPr>
          <p:nvPr/>
        </p:nvSpPr>
        <p:spPr>
          <a:xfrm xmlns:a="http://schemas.openxmlformats.org/drawingml/2006/main">
            <a:off x="2841308" y="54606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81" name="Local pose variant 2">
            <a:extLst xmlns:a="http://schemas.openxmlformats.org/drawingml/2006/main">
              <a:ext uri="{FF2B5EF4-FFF2-40B4-BE49-F238E27FC236}">
                <a16:creationId xmlns:a16="http://schemas.microsoft.com/office/drawing/2014/main" id="{E30EAD87-052E-444A-9810-BDA5849250C5}"/>
              </a:ext>
            </a:extLst>
          </p:cNvPr>
          <p:cNvSpPr>
            <a:spLocks xmlns:a="http://schemas.openxmlformats.org/drawingml/2006/main" noGrp="1"/>
          </p:cNvSpPr>
          <p:nvPr/>
        </p:nvSpPr>
        <p:spPr>
          <a:xfrm xmlns:a="http://schemas.openxmlformats.org/drawingml/2006/main">
            <a:off x="2974658" y="546068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82" name="Local pose variant 2">
            <a:extLst xmlns:a="http://schemas.openxmlformats.org/drawingml/2006/main">
              <a:ext uri="{FF2B5EF4-FFF2-40B4-BE49-F238E27FC236}">
                <a16:creationId xmlns:a16="http://schemas.microsoft.com/office/drawing/2014/main" id="{21C720AF-86D2-44CA-913F-5D9D71AA74DA}"/>
              </a:ext>
            </a:extLst>
          </p:cNvPr>
          <p:cNvSpPr>
            <a:spLocks xmlns:a="http://schemas.openxmlformats.org/drawingml/2006/main" noGrp="1"/>
          </p:cNvSpPr>
          <p:nvPr/>
        </p:nvSpPr>
        <p:spPr>
          <a:xfrm xmlns:a="http://schemas.openxmlformats.org/drawingml/2006/main">
            <a:off x="2907983" y="5403533"/>
            <a:ext cx="32385" cy="32385"/>
          </a:xfrm>
          <a:prstGeom xmlns:a="http://schemas.openxmlformats.org/drawingml/2006/main" prst="ellipse">
            <a:avLst/>
          </a:prstGeom>
          <a:noFill xmlns:a="http://schemas.openxmlformats.org/drawingml/2006/main"/>
          <a:ln xmlns:a="http://schemas.openxmlformats.org/drawingml/2006/main" w="9525">
            <a:solidFill>
              <a:srgbClr val="486C84"/>
            </a:solidFill>
            <a:prstDash val="solid"/>
          </a:ln>
        </p:spPr>
      </p:sp>
      <p:sp>
        <p:nvSpPr>
          <p:cNvPr id="83" name="Layout target 2">
            <a:extLst xmlns:a="http://schemas.openxmlformats.org/drawingml/2006/main">
              <a:ext uri="{FF2B5EF4-FFF2-40B4-BE49-F238E27FC236}">
                <a16:creationId xmlns:a16="http://schemas.microsoft.com/office/drawing/2014/main" id="{D42CF6D0-DB5D-42C7-BF4B-D12AB4CEA0AC}"/>
              </a:ext>
            </a:extLst>
          </p:cNvPr>
          <p:cNvSpPr>
            <a:spLocks xmlns:a="http://schemas.openxmlformats.org/drawingml/2006/main" noGrp="1"/>
          </p:cNvSpPr>
          <p:nvPr/>
        </p:nvSpPr>
        <p:spPr>
          <a:xfrm xmlns:a="http://schemas.openxmlformats.org/drawingml/2006/main">
            <a:off x="3152775" y="5600700"/>
            <a:ext cx="190500" cy="95250"/>
          </a:xfrm>
          <a:prstGeom xmlns:a="http://schemas.openxmlformats.org/drawingml/2006/main" prst="ellipse">
            <a:avLst/>
          </a:prstGeom>
          <a:solidFill xmlns:a="http://schemas.openxmlformats.org/drawingml/2006/main">
            <a:srgbClr val="D9E8DE"/>
          </a:solidFill>
          <a:ln xmlns:a="http://schemas.openxmlformats.org/drawingml/2006/main" w="10478">
            <a:solidFill>
              <a:srgbClr val="4F796F"/>
            </a:solidFill>
            <a:prstDash val="solid"/>
          </a:ln>
        </p:spPr>
      </p:sp>
      <p:sp>
        <p:nvSpPr>
          <p:cNvPr id="84" name="Layout context object 2">
            <a:extLst xmlns:a="http://schemas.openxmlformats.org/drawingml/2006/main">
              <a:ext uri="{FF2B5EF4-FFF2-40B4-BE49-F238E27FC236}">
                <a16:creationId xmlns:a16="http://schemas.microsoft.com/office/drawing/2014/main" id="{7128C2D1-1F42-458B-862C-BBC65AB39733}"/>
              </a:ext>
            </a:extLst>
          </p:cNvPr>
          <p:cNvSpPr>
            <a:spLocks xmlns:a="http://schemas.openxmlformats.org/drawingml/2006/main" noGrp="1"/>
          </p:cNvSpPr>
          <p:nvPr/>
        </p:nvSpPr>
        <p:spPr>
          <a:xfrm xmlns:a="http://schemas.openxmlformats.org/drawingml/2006/main">
            <a:off x="2667000" y="5638800"/>
            <a:ext cx="76200" cy="76200"/>
          </a:xfrm>
          <a:prstGeom xmlns:a="http://schemas.openxmlformats.org/drawingml/2006/main" prst="roundRect">
            <a:avLst>
              <a:gd name="adj" fmla="val 18750"/>
            </a:avLst>
          </a:prstGeom>
          <a:solidFill xmlns:a="http://schemas.openxmlformats.org/drawingml/2006/main">
            <a:srgbClr val="CEBCA0"/>
          </a:solidFill>
          <a:ln xmlns:a="http://schemas.openxmlformats.org/drawingml/2006/main" w="0">
            <a:noFill/>
            <a:prstDash val="solid"/>
          </a:ln>
        </p:spPr>
      </p:sp>
      <p:sp>
        <p:nvSpPr>
          <p:cNvPr id="85" name="Layout label 2">
            <a:extLst xmlns:a="http://schemas.openxmlformats.org/drawingml/2006/main">
              <a:ext uri="{FF2B5EF4-FFF2-40B4-BE49-F238E27FC236}">
                <a16:creationId xmlns:a16="http://schemas.microsoft.com/office/drawing/2014/main" id="{04527E14-FCC1-4B34-9612-FE17958FA0A8}"/>
              </a:ext>
            </a:extLst>
          </p:cNvPr>
          <p:cNvSpPr>
            <a:spLocks xmlns:a="http://schemas.openxmlformats.org/drawingml/2006/main" noGrp="1"/>
          </p:cNvSpPr>
          <p:nvPr/>
        </p:nvSpPr>
        <p:spPr>
          <a:xfrm xmlns:a="http://schemas.openxmlformats.org/drawingml/2006/main">
            <a:off x="2514600" y="581977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38" b="0">
                <a:solidFill>
                  <a:srgbClr val="657D89"/>
                </a:solidFill>
                <a:latin typeface="Arial"/>
                <a:ea typeface="Arial"/>
                <a:cs typeface="Arial"/>
              </a:defRPr>
            </a:defPPr>
            <a:lvl1pPr algn="ctr">
              <a:defRPr sz="938" b="0">
                <a:solidFill>
                  <a:srgbClr val="657D89"/>
                </a:solidFill>
                <a:latin typeface="Arial"/>
                <a:ea typeface="Arial"/>
                <a:cs typeface="Arial"/>
              </a:defRPr>
            </a:lvl1pPr>
            <a:lvl2pPr algn="ctr">
              <a:defRPr sz="938" b="0">
                <a:solidFill>
                  <a:srgbClr val="657D89"/>
                </a:solidFill>
                <a:latin typeface="Arial"/>
                <a:ea typeface="Arial"/>
                <a:cs typeface="Arial"/>
              </a:defRPr>
            </a:lvl2pPr>
            <a:lvl3pPr algn="ctr">
              <a:defRPr sz="938" b="0">
                <a:solidFill>
                  <a:srgbClr val="657D89"/>
                </a:solidFill>
                <a:latin typeface="Arial"/>
                <a:ea typeface="Arial"/>
                <a:cs typeface="Arial"/>
              </a:defRPr>
            </a:lvl3pPr>
            <a:lvl4pPr algn="ctr">
              <a:defRPr sz="938" b="0">
                <a:solidFill>
                  <a:srgbClr val="657D89"/>
                </a:solidFill>
                <a:latin typeface="Arial"/>
                <a:ea typeface="Arial"/>
                <a:cs typeface="Arial"/>
              </a:defRPr>
            </a:lvl4pPr>
            <a:lvl5pPr algn="ctr">
              <a:defRPr sz="938" b="0">
                <a:solidFill>
                  <a:srgbClr val="657D89"/>
                </a:solidFill>
                <a:latin typeface="Arial"/>
                <a:ea typeface="Arial"/>
                <a:cs typeface="Arial"/>
              </a:defRPr>
            </a:lvl5pPr>
            <a:lvl6pPr algn="ctr">
              <a:defRPr sz="938" b="0">
                <a:solidFill>
                  <a:srgbClr val="657D89"/>
                </a:solidFill>
                <a:latin typeface="Arial"/>
                <a:ea typeface="Arial"/>
                <a:cs typeface="Arial"/>
              </a:defRPr>
            </a:lvl6pPr>
            <a:lvl7pPr algn="ctr">
              <a:defRPr sz="938" b="0">
                <a:solidFill>
                  <a:srgbClr val="657D89"/>
                </a:solidFill>
                <a:latin typeface="Arial"/>
                <a:ea typeface="Arial"/>
                <a:cs typeface="Arial"/>
              </a:defRPr>
            </a:lvl7pPr>
            <a:lvl8pPr algn="ctr">
              <a:defRPr sz="938" b="0">
                <a:solidFill>
                  <a:srgbClr val="657D89"/>
                </a:solidFill>
                <a:latin typeface="Arial"/>
                <a:ea typeface="Arial"/>
                <a:cs typeface="Arial"/>
              </a:defRPr>
            </a:lvl8pPr>
            <a:lvl9pPr algn="ctr">
              <a:defRPr sz="938" b="0">
                <a:solidFill>
                  <a:srgbClr val="657D89"/>
                </a:solidFill>
                <a:latin typeface="Arial"/>
                <a:ea typeface="Arial"/>
                <a:cs typeface="Arial"/>
              </a:defRPr>
            </a:lvl9pPr>
          </a:lstStyle>
          <a:p xmlns:a="http://schemas.openxmlformats.org/drawingml/2006/main">
            <a:pPr algn="ctr">
              <a:defRPr sz="938" b="0">
                <a:solidFill>
                  <a:srgbClr val="657D89"/>
                </a:solidFill>
                <a:latin typeface="Arial"/>
                <a:ea typeface="Arial"/>
                <a:cs typeface="Arial"/>
              </a:defRPr>
            </a:pPr>
            <a:r>
              <a:rPr sz="938" b="0">
                <a:solidFill>
                  <a:srgbClr val="657D89"/>
                </a:solidFill>
                <a:latin typeface="Arial"/>
                <a:ea typeface="Arial"/>
                <a:cs typeface="Arial"/>
              </a:rPr>
              <a:t>… Layout 10</a:t>
            </a:r>
          </a:p>
        </p:txBody>
      </p:sp>
      <p:sp>
        <p:nvSpPr>
          <p:cNvPr id="86" name="Initializations per task">
            <a:extLst xmlns:a="http://schemas.openxmlformats.org/drawingml/2006/main">
              <a:ext uri="{FF2B5EF4-FFF2-40B4-BE49-F238E27FC236}">
                <a16:creationId xmlns:a16="http://schemas.microsoft.com/office/drawing/2014/main" id="{32E88A93-8337-40E4-A047-84BFC95B258B}"/>
              </a:ext>
            </a:extLst>
          </p:cNvPr>
          <p:cNvSpPr>
            <a:spLocks xmlns:a="http://schemas.openxmlformats.org/drawingml/2006/main" noGrp="1"/>
          </p:cNvSpPr>
          <p:nvPr/>
        </p:nvSpPr>
        <p:spPr>
          <a:xfrm xmlns:a="http://schemas.openxmlformats.org/drawingml/2006/main">
            <a:off x="323850" y="6067425"/>
            <a:ext cx="3209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486C84"/>
                </a:solidFill>
                <a:latin typeface="Arial"/>
                <a:ea typeface="Arial"/>
                <a:cs typeface="Arial"/>
              </a:defRPr>
            </a:defPPr>
            <a:lvl1pPr algn="l">
              <a:defRPr sz="1575" b="1">
                <a:solidFill>
                  <a:srgbClr val="486C84"/>
                </a:solidFill>
                <a:latin typeface="Arial"/>
                <a:ea typeface="Arial"/>
                <a:cs typeface="Arial"/>
              </a:defRPr>
            </a:lvl1pPr>
            <a:lvl2pPr algn="l">
              <a:defRPr sz="1575" b="1">
                <a:solidFill>
                  <a:srgbClr val="486C84"/>
                </a:solidFill>
                <a:latin typeface="Arial"/>
                <a:ea typeface="Arial"/>
                <a:cs typeface="Arial"/>
              </a:defRPr>
            </a:lvl2pPr>
            <a:lvl3pPr algn="l">
              <a:defRPr sz="1575" b="1">
                <a:solidFill>
                  <a:srgbClr val="486C84"/>
                </a:solidFill>
                <a:latin typeface="Arial"/>
                <a:ea typeface="Arial"/>
                <a:cs typeface="Arial"/>
              </a:defRPr>
            </a:lvl3pPr>
            <a:lvl4pPr algn="l">
              <a:defRPr sz="1575" b="1">
                <a:solidFill>
                  <a:srgbClr val="486C84"/>
                </a:solidFill>
                <a:latin typeface="Arial"/>
                <a:ea typeface="Arial"/>
                <a:cs typeface="Arial"/>
              </a:defRPr>
            </a:lvl4pPr>
            <a:lvl5pPr algn="l">
              <a:defRPr sz="1575" b="1">
                <a:solidFill>
                  <a:srgbClr val="486C84"/>
                </a:solidFill>
                <a:latin typeface="Arial"/>
                <a:ea typeface="Arial"/>
                <a:cs typeface="Arial"/>
              </a:defRPr>
            </a:lvl5pPr>
            <a:lvl6pPr algn="l">
              <a:defRPr sz="1575" b="1">
                <a:solidFill>
                  <a:srgbClr val="486C84"/>
                </a:solidFill>
                <a:latin typeface="Arial"/>
                <a:ea typeface="Arial"/>
                <a:cs typeface="Arial"/>
              </a:defRPr>
            </a:lvl6pPr>
            <a:lvl7pPr algn="l">
              <a:defRPr sz="1575" b="1">
                <a:solidFill>
                  <a:srgbClr val="486C84"/>
                </a:solidFill>
                <a:latin typeface="Arial"/>
                <a:ea typeface="Arial"/>
                <a:cs typeface="Arial"/>
              </a:defRPr>
            </a:lvl7pPr>
            <a:lvl8pPr algn="l">
              <a:defRPr sz="1575" b="1">
                <a:solidFill>
                  <a:srgbClr val="486C84"/>
                </a:solidFill>
                <a:latin typeface="Arial"/>
                <a:ea typeface="Arial"/>
                <a:cs typeface="Arial"/>
              </a:defRPr>
            </a:lvl8pPr>
            <a:lvl9pPr algn="l">
              <a:defRPr sz="1575" b="1">
                <a:solidFill>
                  <a:srgbClr val="486C84"/>
                </a:solidFill>
                <a:latin typeface="Arial"/>
                <a:ea typeface="Arial"/>
                <a:cs typeface="Arial"/>
              </a:defRPr>
            </a:lvl9pPr>
          </a:lstStyle>
          <a:p xmlns:a="http://schemas.openxmlformats.org/drawingml/2006/main">
            <a:pPr algn="l">
              <a:defRPr sz="1575" b="1">
                <a:solidFill>
                  <a:srgbClr val="486C84"/>
                </a:solidFill>
                <a:latin typeface="Arial"/>
                <a:ea typeface="Arial"/>
                <a:cs typeface="Arial"/>
              </a:defRPr>
            </a:pPr>
            <a:r>
              <a:rPr sz="1575" b="1">
                <a:solidFill>
                  <a:srgbClr val="486C84"/>
                </a:solidFill>
                <a:latin typeface="Arial"/>
                <a:ea typeface="Arial"/>
                <a:cs typeface="Arial"/>
              </a:rPr>
              <a:t>50 initializations / task</a:t>
            </a:r>
          </a:p>
        </p:txBody>
      </p:sp>
      <p:sp>
        <p:nvSpPr>
          <p:cNvPr id="87" name="Matched Control initialization">
            <a:extLst xmlns:a="http://schemas.openxmlformats.org/drawingml/2006/main">
              <a:ext uri="{FF2B5EF4-FFF2-40B4-BE49-F238E27FC236}">
                <a16:creationId xmlns:a16="http://schemas.microsoft.com/office/drawing/2014/main" id="{74F8C09F-1B6B-4DDA-94EC-4F8B5168D817}"/>
              </a:ext>
            </a:extLst>
          </p:cNvPr>
          <p:cNvSpPr>
            <a:spLocks xmlns:a="http://schemas.openxmlformats.org/drawingml/2006/main" noGrp="1"/>
          </p:cNvSpPr>
          <p:nvPr/>
        </p:nvSpPr>
        <p:spPr>
          <a:xfrm xmlns:a="http://schemas.openxmlformats.org/drawingml/2006/main">
            <a:off x="323850" y="6324600"/>
            <a:ext cx="32099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915" b="0">
                <a:solidFill>
                  <a:srgbClr val="657D89"/>
                </a:solidFill>
                <a:latin typeface="Arial"/>
                <a:ea typeface="Arial"/>
                <a:cs typeface="Arial"/>
              </a:defRPr>
            </a:defPPr>
            <a:lvl1pPr algn="l">
              <a:defRPr sz="915" b="0">
                <a:solidFill>
                  <a:srgbClr val="657D89"/>
                </a:solidFill>
                <a:latin typeface="Arial"/>
                <a:ea typeface="Arial"/>
                <a:cs typeface="Arial"/>
              </a:defRPr>
            </a:lvl1pPr>
            <a:lvl2pPr algn="l">
              <a:defRPr sz="915" b="0">
                <a:solidFill>
                  <a:srgbClr val="657D89"/>
                </a:solidFill>
                <a:latin typeface="Arial"/>
                <a:ea typeface="Arial"/>
                <a:cs typeface="Arial"/>
              </a:defRPr>
            </a:lvl2pPr>
            <a:lvl3pPr algn="l">
              <a:defRPr sz="915" b="0">
                <a:solidFill>
                  <a:srgbClr val="657D89"/>
                </a:solidFill>
                <a:latin typeface="Arial"/>
                <a:ea typeface="Arial"/>
                <a:cs typeface="Arial"/>
              </a:defRPr>
            </a:lvl3pPr>
            <a:lvl4pPr algn="l">
              <a:defRPr sz="915" b="0">
                <a:solidFill>
                  <a:srgbClr val="657D89"/>
                </a:solidFill>
                <a:latin typeface="Arial"/>
                <a:ea typeface="Arial"/>
                <a:cs typeface="Arial"/>
              </a:defRPr>
            </a:lvl4pPr>
            <a:lvl5pPr algn="l">
              <a:defRPr sz="915" b="0">
                <a:solidFill>
                  <a:srgbClr val="657D89"/>
                </a:solidFill>
                <a:latin typeface="Arial"/>
                <a:ea typeface="Arial"/>
                <a:cs typeface="Arial"/>
              </a:defRPr>
            </a:lvl5pPr>
            <a:lvl6pPr algn="l">
              <a:defRPr sz="915" b="0">
                <a:solidFill>
                  <a:srgbClr val="657D89"/>
                </a:solidFill>
                <a:latin typeface="Arial"/>
                <a:ea typeface="Arial"/>
                <a:cs typeface="Arial"/>
              </a:defRPr>
            </a:lvl6pPr>
            <a:lvl7pPr algn="l">
              <a:defRPr sz="915" b="0">
                <a:solidFill>
                  <a:srgbClr val="657D89"/>
                </a:solidFill>
                <a:latin typeface="Arial"/>
                <a:ea typeface="Arial"/>
                <a:cs typeface="Arial"/>
              </a:defRPr>
            </a:lvl7pPr>
            <a:lvl8pPr algn="l">
              <a:defRPr sz="915" b="0">
                <a:solidFill>
                  <a:srgbClr val="657D89"/>
                </a:solidFill>
                <a:latin typeface="Arial"/>
                <a:ea typeface="Arial"/>
                <a:cs typeface="Arial"/>
              </a:defRPr>
            </a:lvl8pPr>
            <a:lvl9pPr algn="l">
              <a:defRPr sz="915" b="0">
                <a:solidFill>
                  <a:srgbClr val="657D89"/>
                </a:solidFill>
                <a:latin typeface="Arial"/>
                <a:ea typeface="Arial"/>
                <a:cs typeface="Arial"/>
              </a:defRPr>
            </a:lvl9pPr>
          </a:lstStyle>
          <a:p xmlns:a="http://schemas.openxmlformats.org/drawingml/2006/main">
            <a:pPr algn="l">
              <a:defRPr sz="915" b="0">
                <a:solidFill>
                  <a:srgbClr val="657D89"/>
                </a:solidFill>
                <a:latin typeface="Arial"/>
                <a:ea typeface="Arial"/>
                <a:cs typeface="Arial"/>
              </a:defRPr>
            </a:pPr>
            <a:r>
              <a:rPr sz="915" b="0">
                <a:solidFill>
                  <a:srgbClr val="657D89"/>
                </a:solidFill>
                <a:latin typeface="Arial"/>
                <a:ea typeface="Arial"/>
                <a:cs typeface="Arial"/>
              </a:rPr>
              <a:t>Control: the same intermediate start per instance</a:t>
            </a:r>
          </a:p>
        </p:txBody>
      </p:sp>
      <p:sp>
        <p:nvSpPr>
          <p:cNvPr id="88" name="Trajectory contract frame">
            <a:extLst xmlns:a="http://schemas.openxmlformats.org/drawingml/2006/main">
              <a:ext uri="{FF2B5EF4-FFF2-40B4-BE49-F238E27FC236}">
                <a16:creationId xmlns:a16="http://schemas.microsoft.com/office/drawing/2014/main" id="{52BB6B94-2759-4BF4-B1B9-9A87896BC29F}"/>
              </a:ext>
            </a:extLst>
          </p:cNvPr>
          <p:cNvSpPr>
            <a:spLocks xmlns:a="http://schemas.openxmlformats.org/drawingml/2006/main" noGrp="1"/>
          </p:cNvSpPr>
          <p:nvPr/>
        </p:nvSpPr>
        <p:spPr>
          <a:xfrm xmlns:a="http://schemas.openxmlformats.org/drawingml/2006/main">
            <a:off x="3857625" y="4476750"/>
            <a:ext cx="5762625" cy="20574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1430">
            <a:solidFill>
              <a:srgbClr val="A9BFCB"/>
            </a:solidFill>
            <a:prstDash val="solid"/>
          </a:ln>
        </p:spPr>
      </p:sp>
      <p:sp>
        <p:nvSpPr>
          <p:cNvPr id="89" name="Trajectory contract title">
            <a:extLst xmlns:a="http://schemas.openxmlformats.org/drawingml/2006/main">
              <a:ext uri="{FF2B5EF4-FFF2-40B4-BE49-F238E27FC236}">
                <a16:creationId xmlns:a16="http://schemas.microsoft.com/office/drawing/2014/main" id="{7E8AF15B-8D6E-407C-B659-323AC6D09758}"/>
              </a:ext>
            </a:extLst>
          </p:cNvPr>
          <p:cNvSpPr>
            <a:spLocks xmlns:a="http://schemas.openxmlformats.org/drawingml/2006/main" noGrp="1"/>
          </p:cNvSpPr>
          <p:nvPr/>
        </p:nvSpPr>
        <p:spPr>
          <a:xfrm xmlns:a="http://schemas.openxmlformats.org/drawingml/2006/main">
            <a:off x="3990975" y="4572000"/>
            <a:ext cx="54959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1">
                <a:solidFill>
                  <a:srgbClr val="486C84"/>
                </a:solidFill>
                <a:latin typeface="Arial"/>
                <a:ea typeface="Arial"/>
                <a:cs typeface="Arial"/>
              </a:defRPr>
            </a:defPPr>
            <a:lvl1pPr algn="l">
              <a:defRPr sz="1650" b="1">
                <a:solidFill>
                  <a:srgbClr val="486C84"/>
                </a:solidFill>
                <a:latin typeface="Arial"/>
                <a:ea typeface="Arial"/>
                <a:cs typeface="Arial"/>
              </a:defRPr>
            </a:lvl1pPr>
            <a:lvl2pPr algn="l">
              <a:defRPr sz="1650" b="1">
                <a:solidFill>
                  <a:srgbClr val="486C84"/>
                </a:solidFill>
                <a:latin typeface="Arial"/>
                <a:ea typeface="Arial"/>
                <a:cs typeface="Arial"/>
              </a:defRPr>
            </a:lvl2pPr>
            <a:lvl3pPr algn="l">
              <a:defRPr sz="1650" b="1">
                <a:solidFill>
                  <a:srgbClr val="486C84"/>
                </a:solidFill>
                <a:latin typeface="Arial"/>
                <a:ea typeface="Arial"/>
                <a:cs typeface="Arial"/>
              </a:defRPr>
            </a:lvl3pPr>
            <a:lvl4pPr algn="l">
              <a:defRPr sz="1650" b="1">
                <a:solidFill>
                  <a:srgbClr val="486C84"/>
                </a:solidFill>
                <a:latin typeface="Arial"/>
                <a:ea typeface="Arial"/>
                <a:cs typeface="Arial"/>
              </a:defRPr>
            </a:lvl4pPr>
            <a:lvl5pPr algn="l">
              <a:defRPr sz="1650" b="1">
                <a:solidFill>
                  <a:srgbClr val="486C84"/>
                </a:solidFill>
                <a:latin typeface="Arial"/>
                <a:ea typeface="Arial"/>
                <a:cs typeface="Arial"/>
              </a:defRPr>
            </a:lvl5pPr>
            <a:lvl6pPr algn="l">
              <a:defRPr sz="1650" b="1">
                <a:solidFill>
                  <a:srgbClr val="486C84"/>
                </a:solidFill>
                <a:latin typeface="Arial"/>
                <a:ea typeface="Arial"/>
                <a:cs typeface="Arial"/>
              </a:defRPr>
            </a:lvl6pPr>
            <a:lvl7pPr algn="l">
              <a:defRPr sz="1650" b="1">
                <a:solidFill>
                  <a:srgbClr val="486C84"/>
                </a:solidFill>
                <a:latin typeface="Arial"/>
                <a:ea typeface="Arial"/>
                <a:cs typeface="Arial"/>
              </a:defRPr>
            </a:lvl7pPr>
            <a:lvl8pPr algn="l">
              <a:defRPr sz="1650" b="1">
                <a:solidFill>
                  <a:srgbClr val="486C84"/>
                </a:solidFill>
                <a:latin typeface="Arial"/>
                <a:ea typeface="Arial"/>
                <a:cs typeface="Arial"/>
              </a:defRPr>
            </a:lvl8pPr>
            <a:lvl9pPr algn="l">
              <a:defRPr sz="1650" b="1">
                <a:solidFill>
                  <a:srgbClr val="486C84"/>
                </a:solidFill>
                <a:latin typeface="Arial"/>
                <a:ea typeface="Arial"/>
                <a:cs typeface="Arial"/>
              </a:defRPr>
            </a:lvl9pPr>
          </a:lstStyle>
          <a:p xmlns:a="http://schemas.openxmlformats.org/drawingml/2006/main">
            <a:pPr algn="l">
              <a:defRPr sz="1650" b="1">
                <a:solidFill>
                  <a:srgbClr val="486C84"/>
                </a:solidFill>
                <a:latin typeface="Arial"/>
                <a:ea typeface="Arial"/>
                <a:cs typeface="Arial"/>
              </a:defRPr>
            </a:pPr>
            <a:r>
              <a:rPr sz="1650" b="1">
                <a:solidFill>
                  <a:srgbClr val="486C84"/>
                </a:solidFill>
                <a:latin typeface="Arial"/>
                <a:ea typeface="Arial"/>
                <a:cs typeface="Arial"/>
              </a:rPr>
              <a:t>Trajectory-level task contract</a:t>
            </a:r>
          </a:p>
        </p:txBody>
      </p:sp>
      <p:sp>
        <p:nvSpPr>
          <p:cNvPr id="90" name="Correct target G criterion">
            <a:extLst xmlns:a="http://schemas.openxmlformats.org/drawingml/2006/main">
              <a:ext uri="{FF2B5EF4-FFF2-40B4-BE49-F238E27FC236}">
                <a16:creationId xmlns:a16="http://schemas.microsoft.com/office/drawing/2014/main" id="{02E2ACA7-0A20-4AB0-8AA9-7A10FE612D9B}"/>
              </a:ext>
            </a:extLst>
          </p:cNvPr>
          <p:cNvSpPr>
            <a:spLocks xmlns:a="http://schemas.openxmlformats.org/drawingml/2006/main" noGrp="1"/>
          </p:cNvSpPr>
          <p:nvPr/>
        </p:nvSpPr>
        <p:spPr>
          <a:xfrm xmlns:a="http://schemas.openxmlformats.org/drawingml/2006/main">
            <a:off x="3990975" y="4962525"/>
            <a:ext cx="1666875" cy="381000"/>
          </a:xfrm>
          <a:prstGeom xmlns:a="http://schemas.openxmlformats.org/drawingml/2006/main" prst="roundRect">
            <a:avLst>
              <a:gd name="adj" fmla="val 12500"/>
            </a:avLst>
          </a:prstGeom>
          <a:solidFill xmlns:a="http://schemas.openxmlformats.org/drawingml/2006/main">
            <a:srgbClr val="EEF4F8"/>
          </a:solidFill>
          <a:ln xmlns:a="http://schemas.openxmlformats.org/drawingml/2006/main" w="0">
            <a:noFill/>
            <a:prstDash val="solid"/>
          </a:ln>
        </p:spPr>
      </p:sp>
      <p:sp>
        <p:nvSpPr>
          <p:cNvPr id="91" name="Correct target G">
            <a:extLst xmlns:a="http://schemas.openxmlformats.org/drawingml/2006/main">
              <a:ext uri="{FF2B5EF4-FFF2-40B4-BE49-F238E27FC236}">
                <a16:creationId xmlns:a16="http://schemas.microsoft.com/office/drawing/2014/main" id="{9D476805-E722-48D9-A208-D8C9EA774B26}"/>
              </a:ext>
            </a:extLst>
          </p:cNvPr>
          <p:cNvSpPr>
            <a:spLocks xmlns:a="http://schemas.openxmlformats.org/drawingml/2006/main" noGrp="1"/>
          </p:cNvSpPr>
          <p:nvPr/>
        </p:nvSpPr>
        <p:spPr>
          <a:xfrm xmlns:a="http://schemas.openxmlformats.org/drawingml/2006/main">
            <a:off x="4029075" y="50101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38" b="1">
                <a:solidFill>
                  <a:srgbClr val="486C84"/>
                </a:solidFill>
                <a:latin typeface="Arial"/>
                <a:ea typeface="Arial"/>
                <a:cs typeface="Arial"/>
              </a:defRPr>
            </a:defPPr>
            <a:lvl1pPr algn="ctr">
              <a:defRPr sz="1238" b="1">
                <a:solidFill>
                  <a:srgbClr val="486C84"/>
                </a:solidFill>
                <a:latin typeface="Arial"/>
                <a:ea typeface="Arial"/>
                <a:cs typeface="Arial"/>
              </a:defRPr>
            </a:lvl1pPr>
            <a:lvl2pPr algn="ctr">
              <a:defRPr sz="1238" b="1">
                <a:solidFill>
                  <a:srgbClr val="486C84"/>
                </a:solidFill>
                <a:latin typeface="Arial"/>
                <a:ea typeface="Arial"/>
                <a:cs typeface="Arial"/>
              </a:defRPr>
            </a:lvl2pPr>
            <a:lvl3pPr algn="ctr">
              <a:defRPr sz="1238" b="1">
                <a:solidFill>
                  <a:srgbClr val="486C84"/>
                </a:solidFill>
                <a:latin typeface="Arial"/>
                <a:ea typeface="Arial"/>
                <a:cs typeface="Arial"/>
              </a:defRPr>
            </a:lvl3pPr>
            <a:lvl4pPr algn="ctr">
              <a:defRPr sz="1238" b="1">
                <a:solidFill>
                  <a:srgbClr val="486C84"/>
                </a:solidFill>
                <a:latin typeface="Arial"/>
                <a:ea typeface="Arial"/>
                <a:cs typeface="Arial"/>
              </a:defRPr>
            </a:lvl4pPr>
            <a:lvl5pPr algn="ctr">
              <a:defRPr sz="1238" b="1">
                <a:solidFill>
                  <a:srgbClr val="486C84"/>
                </a:solidFill>
                <a:latin typeface="Arial"/>
                <a:ea typeface="Arial"/>
                <a:cs typeface="Arial"/>
              </a:defRPr>
            </a:lvl5pPr>
            <a:lvl6pPr algn="ctr">
              <a:defRPr sz="1238" b="1">
                <a:solidFill>
                  <a:srgbClr val="486C84"/>
                </a:solidFill>
                <a:latin typeface="Arial"/>
                <a:ea typeface="Arial"/>
                <a:cs typeface="Arial"/>
              </a:defRPr>
            </a:lvl6pPr>
            <a:lvl7pPr algn="ctr">
              <a:defRPr sz="1238" b="1">
                <a:solidFill>
                  <a:srgbClr val="486C84"/>
                </a:solidFill>
                <a:latin typeface="Arial"/>
                <a:ea typeface="Arial"/>
                <a:cs typeface="Arial"/>
              </a:defRPr>
            </a:lvl7pPr>
            <a:lvl8pPr algn="ctr">
              <a:defRPr sz="1238" b="1">
                <a:solidFill>
                  <a:srgbClr val="486C84"/>
                </a:solidFill>
                <a:latin typeface="Arial"/>
                <a:ea typeface="Arial"/>
                <a:cs typeface="Arial"/>
              </a:defRPr>
            </a:lvl8pPr>
            <a:lvl9pPr algn="ctr">
              <a:defRPr sz="1238" b="1">
                <a:solidFill>
                  <a:srgbClr val="486C84"/>
                </a:solidFill>
                <a:latin typeface="Arial"/>
                <a:ea typeface="Arial"/>
                <a:cs typeface="Arial"/>
              </a:defRPr>
            </a:lvl9pPr>
          </a:lstStyle>
          <a:p xmlns:a="http://schemas.openxmlformats.org/drawingml/2006/main">
            <a:pPr algn="ctr">
              <a:defRPr sz="1238" b="1">
                <a:solidFill>
                  <a:srgbClr val="486C84"/>
                </a:solidFill>
                <a:latin typeface="Arial"/>
                <a:ea typeface="Arial"/>
                <a:cs typeface="Arial"/>
              </a:defRPr>
            </a:pPr>
            <a:r>
              <a:rPr sz="1238" b="1">
                <a:solidFill>
                  <a:srgbClr val="486C84"/>
                </a:solidFill>
                <a:latin typeface="Arial"/>
                <a:ea typeface="Arial"/>
                <a:cs typeface="Arial"/>
              </a:rPr>
              <a:t>Correct target G</a:t>
            </a:r>
          </a:p>
        </p:txBody>
      </p:sp>
      <p:sp>
        <p:nvSpPr>
          <p:cNvPr id="92" name="Correct target G detail">
            <a:extLst xmlns:a="http://schemas.openxmlformats.org/drawingml/2006/main">
              <a:ext uri="{FF2B5EF4-FFF2-40B4-BE49-F238E27FC236}">
                <a16:creationId xmlns:a16="http://schemas.microsoft.com/office/drawing/2014/main" id="{24810B35-3CE5-4B6F-8F98-D0410737DF2F}"/>
              </a:ext>
            </a:extLst>
          </p:cNvPr>
          <p:cNvSpPr>
            <a:spLocks xmlns:a="http://schemas.openxmlformats.org/drawingml/2006/main" noGrp="1"/>
          </p:cNvSpPr>
          <p:nvPr/>
        </p:nvSpPr>
        <p:spPr>
          <a:xfrm xmlns:a="http://schemas.openxmlformats.org/drawingml/2006/main">
            <a:off x="3990975" y="54006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15" b="0">
                <a:solidFill>
                  <a:srgbClr val="657D89"/>
                </a:solidFill>
                <a:latin typeface="Arial"/>
                <a:ea typeface="Arial"/>
                <a:cs typeface="Arial"/>
              </a:defRPr>
            </a:defPPr>
            <a:lvl1pPr algn="ctr">
              <a:defRPr sz="915" b="0">
                <a:solidFill>
                  <a:srgbClr val="657D89"/>
                </a:solidFill>
                <a:latin typeface="Arial"/>
                <a:ea typeface="Arial"/>
                <a:cs typeface="Arial"/>
              </a:defRPr>
            </a:lvl1pPr>
            <a:lvl2pPr algn="ctr">
              <a:defRPr sz="915" b="0">
                <a:solidFill>
                  <a:srgbClr val="657D89"/>
                </a:solidFill>
                <a:latin typeface="Arial"/>
                <a:ea typeface="Arial"/>
                <a:cs typeface="Arial"/>
              </a:defRPr>
            </a:lvl2pPr>
            <a:lvl3pPr algn="ctr">
              <a:defRPr sz="915" b="0">
                <a:solidFill>
                  <a:srgbClr val="657D89"/>
                </a:solidFill>
                <a:latin typeface="Arial"/>
                <a:ea typeface="Arial"/>
                <a:cs typeface="Arial"/>
              </a:defRPr>
            </a:lvl3pPr>
            <a:lvl4pPr algn="ctr">
              <a:defRPr sz="915" b="0">
                <a:solidFill>
                  <a:srgbClr val="657D89"/>
                </a:solidFill>
                <a:latin typeface="Arial"/>
                <a:ea typeface="Arial"/>
                <a:cs typeface="Arial"/>
              </a:defRPr>
            </a:lvl4pPr>
            <a:lvl5pPr algn="ctr">
              <a:defRPr sz="915" b="0">
                <a:solidFill>
                  <a:srgbClr val="657D89"/>
                </a:solidFill>
                <a:latin typeface="Arial"/>
                <a:ea typeface="Arial"/>
                <a:cs typeface="Arial"/>
              </a:defRPr>
            </a:lvl5pPr>
            <a:lvl6pPr algn="ctr">
              <a:defRPr sz="915" b="0">
                <a:solidFill>
                  <a:srgbClr val="657D89"/>
                </a:solidFill>
                <a:latin typeface="Arial"/>
                <a:ea typeface="Arial"/>
                <a:cs typeface="Arial"/>
              </a:defRPr>
            </a:lvl6pPr>
            <a:lvl7pPr algn="ctr">
              <a:defRPr sz="915" b="0">
                <a:solidFill>
                  <a:srgbClr val="657D89"/>
                </a:solidFill>
                <a:latin typeface="Arial"/>
                <a:ea typeface="Arial"/>
                <a:cs typeface="Arial"/>
              </a:defRPr>
            </a:lvl7pPr>
            <a:lvl8pPr algn="ctr">
              <a:defRPr sz="915" b="0">
                <a:solidFill>
                  <a:srgbClr val="657D89"/>
                </a:solidFill>
                <a:latin typeface="Arial"/>
                <a:ea typeface="Arial"/>
                <a:cs typeface="Arial"/>
              </a:defRPr>
            </a:lvl8pPr>
            <a:lvl9pPr algn="ctr">
              <a:defRPr sz="915" b="0">
                <a:solidFill>
                  <a:srgbClr val="657D89"/>
                </a:solidFill>
                <a:latin typeface="Arial"/>
                <a:ea typeface="Arial"/>
                <a:cs typeface="Arial"/>
              </a:defRPr>
            </a:lvl9pPr>
          </a:lstStyle>
          <a:p xmlns:a="http://schemas.openxmlformats.org/drawingml/2006/main">
            <a:pPr algn="ctr">
              <a:defRPr sz="915" b="0">
                <a:solidFill>
                  <a:srgbClr val="657D89"/>
                </a:solidFill>
                <a:latin typeface="Arial"/>
                <a:ea typeface="Arial"/>
                <a:cs typeface="Arial"/>
              </a:defRPr>
            </a:pPr>
            <a:r>
              <a:rPr sz="915" b="0">
                <a:solidFill>
                  <a:srgbClr val="657D89"/>
                </a:solidFill>
                <a:latin typeface="Arial"/>
                <a:ea typeface="Arial"/>
                <a:cs typeface="Arial"/>
              </a:rPr>
              <a:t>Objects and relations</a:t>
            </a:r>
          </a:p>
        </p:txBody>
      </p:sp>
      <p:sp>
        <p:nvSpPr>
          <p:cNvPr id="93" name="Valid process H criterion">
            <a:extLst xmlns:a="http://schemas.openxmlformats.org/drawingml/2006/main">
              <a:ext uri="{FF2B5EF4-FFF2-40B4-BE49-F238E27FC236}">
                <a16:creationId xmlns:a16="http://schemas.microsoft.com/office/drawing/2014/main" id="{27B7A3C1-7265-490E-93E0-3AFB64FA50CA}"/>
              </a:ext>
            </a:extLst>
          </p:cNvPr>
          <p:cNvSpPr>
            <a:spLocks xmlns:a="http://schemas.openxmlformats.org/drawingml/2006/main" noGrp="1"/>
          </p:cNvSpPr>
          <p:nvPr/>
        </p:nvSpPr>
        <p:spPr>
          <a:xfrm xmlns:a="http://schemas.openxmlformats.org/drawingml/2006/main">
            <a:off x="5905500" y="4962525"/>
            <a:ext cx="1666875" cy="381000"/>
          </a:xfrm>
          <a:prstGeom xmlns:a="http://schemas.openxmlformats.org/drawingml/2006/main" prst="roundRect">
            <a:avLst>
              <a:gd name="adj" fmla="val 12500"/>
            </a:avLst>
          </a:prstGeom>
          <a:solidFill xmlns:a="http://schemas.openxmlformats.org/drawingml/2006/main">
            <a:srgbClr val="EDF5F1"/>
          </a:solidFill>
          <a:ln xmlns:a="http://schemas.openxmlformats.org/drawingml/2006/main" w="0">
            <a:noFill/>
            <a:prstDash val="solid"/>
          </a:ln>
        </p:spPr>
      </p:sp>
      <p:sp>
        <p:nvSpPr>
          <p:cNvPr id="94" name="Valid process H">
            <a:extLst xmlns:a="http://schemas.openxmlformats.org/drawingml/2006/main">
              <a:ext uri="{FF2B5EF4-FFF2-40B4-BE49-F238E27FC236}">
                <a16:creationId xmlns:a16="http://schemas.microsoft.com/office/drawing/2014/main" id="{2BED3919-1BF9-4042-8590-E9F641666641}"/>
              </a:ext>
            </a:extLst>
          </p:cNvPr>
          <p:cNvSpPr>
            <a:spLocks xmlns:a="http://schemas.openxmlformats.org/drawingml/2006/main" noGrp="1"/>
          </p:cNvSpPr>
          <p:nvPr/>
        </p:nvSpPr>
        <p:spPr>
          <a:xfrm xmlns:a="http://schemas.openxmlformats.org/drawingml/2006/main">
            <a:off x="5943600" y="50101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38" b="1">
                <a:solidFill>
                  <a:srgbClr val="4F796F"/>
                </a:solidFill>
                <a:latin typeface="Arial"/>
                <a:ea typeface="Arial"/>
                <a:cs typeface="Arial"/>
              </a:defRPr>
            </a:defPPr>
            <a:lvl1pPr algn="ctr">
              <a:defRPr sz="1238" b="1">
                <a:solidFill>
                  <a:srgbClr val="4F796F"/>
                </a:solidFill>
                <a:latin typeface="Arial"/>
                <a:ea typeface="Arial"/>
                <a:cs typeface="Arial"/>
              </a:defRPr>
            </a:lvl1pPr>
            <a:lvl2pPr algn="ctr">
              <a:defRPr sz="1238" b="1">
                <a:solidFill>
                  <a:srgbClr val="4F796F"/>
                </a:solidFill>
                <a:latin typeface="Arial"/>
                <a:ea typeface="Arial"/>
                <a:cs typeface="Arial"/>
              </a:defRPr>
            </a:lvl2pPr>
            <a:lvl3pPr algn="ctr">
              <a:defRPr sz="1238" b="1">
                <a:solidFill>
                  <a:srgbClr val="4F796F"/>
                </a:solidFill>
                <a:latin typeface="Arial"/>
                <a:ea typeface="Arial"/>
                <a:cs typeface="Arial"/>
              </a:defRPr>
            </a:lvl3pPr>
            <a:lvl4pPr algn="ctr">
              <a:defRPr sz="1238" b="1">
                <a:solidFill>
                  <a:srgbClr val="4F796F"/>
                </a:solidFill>
                <a:latin typeface="Arial"/>
                <a:ea typeface="Arial"/>
                <a:cs typeface="Arial"/>
              </a:defRPr>
            </a:lvl4pPr>
            <a:lvl5pPr algn="ctr">
              <a:defRPr sz="1238" b="1">
                <a:solidFill>
                  <a:srgbClr val="4F796F"/>
                </a:solidFill>
                <a:latin typeface="Arial"/>
                <a:ea typeface="Arial"/>
                <a:cs typeface="Arial"/>
              </a:defRPr>
            </a:lvl5pPr>
            <a:lvl6pPr algn="ctr">
              <a:defRPr sz="1238" b="1">
                <a:solidFill>
                  <a:srgbClr val="4F796F"/>
                </a:solidFill>
                <a:latin typeface="Arial"/>
                <a:ea typeface="Arial"/>
                <a:cs typeface="Arial"/>
              </a:defRPr>
            </a:lvl6pPr>
            <a:lvl7pPr algn="ctr">
              <a:defRPr sz="1238" b="1">
                <a:solidFill>
                  <a:srgbClr val="4F796F"/>
                </a:solidFill>
                <a:latin typeface="Arial"/>
                <a:ea typeface="Arial"/>
                <a:cs typeface="Arial"/>
              </a:defRPr>
            </a:lvl7pPr>
            <a:lvl8pPr algn="ctr">
              <a:defRPr sz="1238" b="1">
                <a:solidFill>
                  <a:srgbClr val="4F796F"/>
                </a:solidFill>
                <a:latin typeface="Arial"/>
                <a:ea typeface="Arial"/>
                <a:cs typeface="Arial"/>
              </a:defRPr>
            </a:lvl8pPr>
            <a:lvl9pPr algn="ctr">
              <a:defRPr sz="1238" b="1">
                <a:solidFill>
                  <a:srgbClr val="4F796F"/>
                </a:solidFill>
                <a:latin typeface="Arial"/>
                <a:ea typeface="Arial"/>
                <a:cs typeface="Arial"/>
              </a:defRPr>
            </a:lvl9pPr>
          </a:lstStyle>
          <a:p xmlns:a="http://schemas.openxmlformats.org/drawingml/2006/main">
            <a:pPr algn="ctr">
              <a:defRPr sz="1238" b="1">
                <a:solidFill>
                  <a:srgbClr val="4F796F"/>
                </a:solidFill>
                <a:latin typeface="Arial"/>
                <a:ea typeface="Arial"/>
                <a:cs typeface="Arial"/>
              </a:defRPr>
            </a:pPr>
            <a:r>
              <a:rPr sz="1238" b="1">
                <a:solidFill>
                  <a:srgbClr val="4F796F"/>
                </a:solidFill>
                <a:latin typeface="Arial"/>
                <a:ea typeface="Arial"/>
                <a:cs typeface="Arial"/>
              </a:rPr>
              <a:t>Valid process H</a:t>
            </a:r>
          </a:p>
        </p:txBody>
      </p:sp>
      <p:sp>
        <p:nvSpPr>
          <p:cNvPr id="95" name="Valid process H detail">
            <a:extLst xmlns:a="http://schemas.openxmlformats.org/drawingml/2006/main">
              <a:ext uri="{FF2B5EF4-FFF2-40B4-BE49-F238E27FC236}">
                <a16:creationId xmlns:a16="http://schemas.microsoft.com/office/drawing/2014/main" id="{89035A7E-B37D-4A3A-B3CB-242BE79C8F4F}"/>
              </a:ext>
            </a:extLst>
          </p:cNvPr>
          <p:cNvSpPr>
            <a:spLocks xmlns:a="http://schemas.openxmlformats.org/drawingml/2006/main" noGrp="1"/>
          </p:cNvSpPr>
          <p:nvPr/>
        </p:nvSpPr>
        <p:spPr>
          <a:xfrm xmlns:a="http://schemas.openxmlformats.org/drawingml/2006/main">
            <a:off x="5905500" y="54006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15" b="0">
                <a:solidFill>
                  <a:srgbClr val="657D89"/>
                </a:solidFill>
                <a:latin typeface="Arial"/>
                <a:ea typeface="Arial"/>
                <a:cs typeface="Arial"/>
              </a:defRPr>
            </a:defPPr>
            <a:lvl1pPr algn="ctr">
              <a:defRPr sz="915" b="0">
                <a:solidFill>
                  <a:srgbClr val="657D89"/>
                </a:solidFill>
                <a:latin typeface="Arial"/>
                <a:ea typeface="Arial"/>
                <a:cs typeface="Arial"/>
              </a:defRPr>
            </a:lvl1pPr>
            <a:lvl2pPr algn="ctr">
              <a:defRPr sz="915" b="0">
                <a:solidFill>
                  <a:srgbClr val="657D89"/>
                </a:solidFill>
                <a:latin typeface="Arial"/>
                <a:ea typeface="Arial"/>
                <a:cs typeface="Arial"/>
              </a:defRPr>
            </a:lvl2pPr>
            <a:lvl3pPr algn="ctr">
              <a:defRPr sz="915" b="0">
                <a:solidFill>
                  <a:srgbClr val="657D89"/>
                </a:solidFill>
                <a:latin typeface="Arial"/>
                <a:ea typeface="Arial"/>
                <a:cs typeface="Arial"/>
              </a:defRPr>
            </a:lvl3pPr>
            <a:lvl4pPr algn="ctr">
              <a:defRPr sz="915" b="0">
                <a:solidFill>
                  <a:srgbClr val="657D89"/>
                </a:solidFill>
                <a:latin typeface="Arial"/>
                <a:ea typeface="Arial"/>
                <a:cs typeface="Arial"/>
              </a:defRPr>
            </a:lvl4pPr>
            <a:lvl5pPr algn="ctr">
              <a:defRPr sz="915" b="0">
                <a:solidFill>
                  <a:srgbClr val="657D89"/>
                </a:solidFill>
                <a:latin typeface="Arial"/>
                <a:ea typeface="Arial"/>
                <a:cs typeface="Arial"/>
              </a:defRPr>
            </a:lvl5pPr>
            <a:lvl6pPr algn="ctr">
              <a:defRPr sz="915" b="0">
                <a:solidFill>
                  <a:srgbClr val="657D89"/>
                </a:solidFill>
                <a:latin typeface="Arial"/>
                <a:ea typeface="Arial"/>
                <a:cs typeface="Arial"/>
              </a:defRPr>
            </a:lvl6pPr>
            <a:lvl7pPr algn="ctr">
              <a:defRPr sz="915" b="0">
                <a:solidFill>
                  <a:srgbClr val="657D89"/>
                </a:solidFill>
                <a:latin typeface="Arial"/>
                <a:ea typeface="Arial"/>
                <a:cs typeface="Arial"/>
              </a:defRPr>
            </a:lvl7pPr>
            <a:lvl8pPr algn="ctr">
              <a:defRPr sz="915" b="0">
                <a:solidFill>
                  <a:srgbClr val="657D89"/>
                </a:solidFill>
                <a:latin typeface="Arial"/>
                <a:ea typeface="Arial"/>
                <a:cs typeface="Arial"/>
              </a:defRPr>
            </a:lvl8pPr>
            <a:lvl9pPr algn="ctr">
              <a:defRPr sz="915" b="0">
                <a:solidFill>
                  <a:srgbClr val="657D89"/>
                </a:solidFill>
                <a:latin typeface="Arial"/>
                <a:ea typeface="Arial"/>
                <a:cs typeface="Arial"/>
              </a:defRPr>
            </a:lvl9pPr>
          </a:lstStyle>
          <a:p xmlns:a="http://schemas.openxmlformats.org/drawingml/2006/main">
            <a:pPr algn="ctr">
              <a:defRPr sz="915" b="0">
                <a:solidFill>
                  <a:srgbClr val="657D89"/>
                </a:solidFill>
                <a:latin typeface="Arial"/>
                <a:ea typeface="Arial"/>
                <a:cs typeface="Arial"/>
              </a:defRPr>
            </a:pPr>
            <a:r>
              <a:rPr sz="915" b="0">
                <a:solidFill>
                  <a:srgbClr val="657D89"/>
                </a:solidFill>
                <a:latin typeface="Arial"/>
                <a:ea typeface="Arial"/>
                <a:cs typeface="Arial"/>
              </a:rPr>
              <a:t>Restrictions and order</a:t>
            </a:r>
          </a:p>
        </p:txBody>
      </p:sp>
      <p:sp>
        <p:nvSpPr>
          <p:cNvPr id="96" name="Stable result R criterion">
            <a:extLst xmlns:a="http://schemas.openxmlformats.org/drawingml/2006/main">
              <a:ext uri="{FF2B5EF4-FFF2-40B4-BE49-F238E27FC236}">
                <a16:creationId xmlns:a16="http://schemas.microsoft.com/office/drawing/2014/main" id="{41355987-8582-46D7-8EA7-97874F89BE8F}"/>
              </a:ext>
            </a:extLst>
          </p:cNvPr>
          <p:cNvSpPr>
            <a:spLocks xmlns:a="http://schemas.openxmlformats.org/drawingml/2006/main" noGrp="1"/>
          </p:cNvSpPr>
          <p:nvPr/>
        </p:nvSpPr>
        <p:spPr>
          <a:xfrm xmlns:a="http://schemas.openxmlformats.org/drawingml/2006/main">
            <a:off x="7820025" y="4962525"/>
            <a:ext cx="1666875" cy="381000"/>
          </a:xfrm>
          <a:prstGeom xmlns:a="http://schemas.openxmlformats.org/drawingml/2006/main" prst="roundRect">
            <a:avLst>
              <a:gd name="adj" fmla="val 12500"/>
            </a:avLst>
          </a:prstGeom>
          <a:solidFill xmlns:a="http://schemas.openxmlformats.org/drawingml/2006/main">
            <a:srgbClr val="F7F2EB"/>
          </a:solidFill>
          <a:ln xmlns:a="http://schemas.openxmlformats.org/drawingml/2006/main" w="0">
            <a:noFill/>
            <a:prstDash val="solid"/>
          </a:ln>
        </p:spPr>
      </p:sp>
      <p:sp>
        <p:nvSpPr>
          <p:cNvPr id="97" name="Stable result R">
            <a:extLst xmlns:a="http://schemas.openxmlformats.org/drawingml/2006/main">
              <a:ext uri="{FF2B5EF4-FFF2-40B4-BE49-F238E27FC236}">
                <a16:creationId xmlns:a16="http://schemas.microsoft.com/office/drawing/2014/main" id="{9F0C98F1-5A0A-4A41-BBDC-4242BCBC1843}"/>
              </a:ext>
            </a:extLst>
          </p:cNvPr>
          <p:cNvSpPr>
            <a:spLocks xmlns:a="http://schemas.openxmlformats.org/drawingml/2006/main" noGrp="1"/>
          </p:cNvSpPr>
          <p:nvPr/>
        </p:nvSpPr>
        <p:spPr>
          <a:xfrm xmlns:a="http://schemas.openxmlformats.org/drawingml/2006/main">
            <a:off x="7858125" y="5010150"/>
            <a:ext cx="1590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38" b="1">
                <a:solidFill>
                  <a:srgbClr val="8A7058"/>
                </a:solidFill>
                <a:latin typeface="Arial"/>
                <a:ea typeface="Arial"/>
                <a:cs typeface="Arial"/>
              </a:defRPr>
            </a:defPPr>
            <a:lvl1pPr algn="ctr">
              <a:defRPr sz="1238" b="1">
                <a:solidFill>
                  <a:srgbClr val="8A7058"/>
                </a:solidFill>
                <a:latin typeface="Arial"/>
                <a:ea typeface="Arial"/>
                <a:cs typeface="Arial"/>
              </a:defRPr>
            </a:lvl1pPr>
            <a:lvl2pPr algn="ctr">
              <a:defRPr sz="1238" b="1">
                <a:solidFill>
                  <a:srgbClr val="8A7058"/>
                </a:solidFill>
                <a:latin typeface="Arial"/>
                <a:ea typeface="Arial"/>
                <a:cs typeface="Arial"/>
              </a:defRPr>
            </a:lvl2pPr>
            <a:lvl3pPr algn="ctr">
              <a:defRPr sz="1238" b="1">
                <a:solidFill>
                  <a:srgbClr val="8A7058"/>
                </a:solidFill>
                <a:latin typeface="Arial"/>
                <a:ea typeface="Arial"/>
                <a:cs typeface="Arial"/>
              </a:defRPr>
            </a:lvl3pPr>
            <a:lvl4pPr algn="ctr">
              <a:defRPr sz="1238" b="1">
                <a:solidFill>
                  <a:srgbClr val="8A7058"/>
                </a:solidFill>
                <a:latin typeface="Arial"/>
                <a:ea typeface="Arial"/>
                <a:cs typeface="Arial"/>
              </a:defRPr>
            </a:lvl4pPr>
            <a:lvl5pPr algn="ctr">
              <a:defRPr sz="1238" b="1">
                <a:solidFill>
                  <a:srgbClr val="8A7058"/>
                </a:solidFill>
                <a:latin typeface="Arial"/>
                <a:ea typeface="Arial"/>
                <a:cs typeface="Arial"/>
              </a:defRPr>
            </a:lvl5pPr>
            <a:lvl6pPr algn="ctr">
              <a:defRPr sz="1238" b="1">
                <a:solidFill>
                  <a:srgbClr val="8A7058"/>
                </a:solidFill>
                <a:latin typeface="Arial"/>
                <a:ea typeface="Arial"/>
                <a:cs typeface="Arial"/>
              </a:defRPr>
            </a:lvl6pPr>
            <a:lvl7pPr algn="ctr">
              <a:defRPr sz="1238" b="1">
                <a:solidFill>
                  <a:srgbClr val="8A7058"/>
                </a:solidFill>
                <a:latin typeface="Arial"/>
                <a:ea typeface="Arial"/>
                <a:cs typeface="Arial"/>
              </a:defRPr>
            </a:lvl7pPr>
            <a:lvl8pPr algn="ctr">
              <a:defRPr sz="1238" b="1">
                <a:solidFill>
                  <a:srgbClr val="8A7058"/>
                </a:solidFill>
                <a:latin typeface="Arial"/>
                <a:ea typeface="Arial"/>
                <a:cs typeface="Arial"/>
              </a:defRPr>
            </a:lvl8pPr>
            <a:lvl9pPr algn="ctr">
              <a:defRPr sz="1238" b="1">
                <a:solidFill>
                  <a:srgbClr val="8A7058"/>
                </a:solidFill>
                <a:latin typeface="Arial"/>
                <a:ea typeface="Arial"/>
                <a:cs typeface="Arial"/>
              </a:defRPr>
            </a:lvl9pPr>
          </a:lstStyle>
          <a:p xmlns:a="http://schemas.openxmlformats.org/drawingml/2006/main">
            <a:pPr algn="ctr">
              <a:defRPr sz="1238" b="1">
                <a:solidFill>
                  <a:srgbClr val="8A7058"/>
                </a:solidFill>
                <a:latin typeface="Arial"/>
                <a:ea typeface="Arial"/>
                <a:cs typeface="Arial"/>
              </a:defRPr>
            </a:pPr>
            <a:r>
              <a:rPr sz="1238" b="1">
                <a:solidFill>
                  <a:srgbClr val="8A7058"/>
                </a:solidFill>
                <a:latin typeface="Arial"/>
                <a:ea typeface="Arial"/>
                <a:cs typeface="Arial"/>
              </a:rPr>
              <a:t>Stable result R</a:t>
            </a:r>
          </a:p>
        </p:txBody>
      </p:sp>
      <p:sp>
        <p:nvSpPr>
          <p:cNvPr id="98" name="Stable result R detail">
            <a:extLst xmlns:a="http://schemas.openxmlformats.org/drawingml/2006/main">
              <a:ext uri="{FF2B5EF4-FFF2-40B4-BE49-F238E27FC236}">
                <a16:creationId xmlns:a16="http://schemas.microsoft.com/office/drawing/2014/main" id="{DAFB6945-207A-42AE-A5F0-6964D0BC97BE}"/>
              </a:ext>
            </a:extLst>
          </p:cNvPr>
          <p:cNvSpPr>
            <a:spLocks xmlns:a="http://schemas.openxmlformats.org/drawingml/2006/main" noGrp="1"/>
          </p:cNvSpPr>
          <p:nvPr/>
        </p:nvSpPr>
        <p:spPr>
          <a:xfrm xmlns:a="http://schemas.openxmlformats.org/drawingml/2006/main">
            <a:off x="7820025" y="54006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15" b="0">
                <a:solidFill>
                  <a:srgbClr val="657D89"/>
                </a:solidFill>
                <a:latin typeface="Arial"/>
                <a:ea typeface="Arial"/>
                <a:cs typeface="Arial"/>
              </a:defRPr>
            </a:defPPr>
            <a:lvl1pPr algn="ctr">
              <a:defRPr sz="915" b="0">
                <a:solidFill>
                  <a:srgbClr val="657D89"/>
                </a:solidFill>
                <a:latin typeface="Arial"/>
                <a:ea typeface="Arial"/>
                <a:cs typeface="Arial"/>
              </a:defRPr>
            </a:lvl1pPr>
            <a:lvl2pPr algn="ctr">
              <a:defRPr sz="915" b="0">
                <a:solidFill>
                  <a:srgbClr val="657D89"/>
                </a:solidFill>
                <a:latin typeface="Arial"/>
                <a:ea typeface="Arial"/>
                <a:cs typeface="Arial"/>
              </a:defRPr>
            </a:lvl2pPr>
            <a:lvl3pPr algn="ctr">
              <a:defRPr sz="915" b="0">
                <a:solidFill>
                  <a:srgbClr val="657D89"/>
                </a:solidFill>
                <a:latin typeface="Arial"/>
                <a:ea typeface="Arial"/>
                <a:cs typeface="Arial"/>
              </a:defRPr>
            </a:lvl3pPr>
            <a:lvl4pPr algn="ctr">
              <a:defRPr sz="915" b="0">
                <a:solidFill>
                  <a:srgbClr val="657D89"/>
                </a:solidFill>
                <a:latin typeface="Arial"/>
                <a:ea typeface="Arial"/>
                <a:cs typeface="Arial"/>
              </a:defRPr>
            </a:lvl4pPr>
            <a:lvl5pPr algn="ctr">
              <a:defRPr sz="915" b="0">
                <a:solidFill>
                  <a:srgbClr val="657D89"/>
                </a:solidFill>
                <a:latin typeface="Arial"/>
                <a:ea typeface="Arial"/>
                <a:cs typeface="Arial"/>
              </a:defRPr>
            </a:lvl5pPr>
            <a:lvl6pPr algn="ctr">
              <a:defRPr sz="915" b="0">
                <a:solidFill>
                  <a:srgbClr val="657D89"/>
                </a:solidFill>
                <a:latin typeface="Arial"/>
                <a:ea typeface="Arial"/>
                <a:cs typeface="Arial"/>
              </a:defRPr>
            </a:lvl6pPr>
            <a:lvl7pPr algn="ctr">
              <a:defRPr sz="915" b="0">
                <a:solidFill>
                  <a:srgbClr val="657D89"/>
                </a:solidFill>
                <a:latin typeface="Arial"/>
                <a:ea typeface="Arial"/>
                <a:cs typeface="Arial"/>
              </a:defRPr>
            </a:lvl7pPr>
            <a:lvl8pPr algn="ctr">
              <a:defRPr sz="915" b="0">
                <a:solidFill>
                  <a:srgbClr val="657D89"/>
                </a:solidFill>
                <a:latin typeface="Arial"/>
                <a:ea typeface="Arial"/>
                <a:cs typeface="Arial"/>
              </a:defRPr>
            </a:lvl8pPr>
            <a:lvl9pPr algn="ctr">
              <a:defRPr sz="915" b="0">
                <a:solidFill>
                  <a:srgbClr val="657D89"/>
                </a:solidFill>
                <a:latin typeface="Arial"/>
                <a:ea typeface="Arial"/>
                <a:cs typeface="Arial"/>
              </a:defRPr>
            </a:lvl9pPr>
          </a:lstStyle>
          <a:p xmlns:a="http://schemas.openxmlformats.org/drawingml/2006/main">
            <a:pPr algn="ctr">
              <a:defRPr sz="915" b="0">
                <a:solidFill>
                  <a:srgbClr val="657D89"/>
                </a:solidFill>
                <a:latin typeface="Arial"/>
                <a:ea typeface="Arial"/>
                <a:cs typeface="Arial"/>
              </a:defRPr>
            </a:pPr>
            <a:r>
              <a:rPr sz="915" b="0">
                <a:solidFill>
                  <a:srgbClr val="657D89"/>
                </a:solidFill>
                <a:latin typeface="Arial"/>
                <a:ea typeface="Arial"/>
                <a:cs typeface="Arial"/>
              </a:rPr>
              <a:t>Release / hold / stability</a:t>
            </a:r>
          </a:p>
        </p:txBody>
      </p:sp>
      <p:sp>
        <p:nvSpPr>
          <p:cNvPr id="99" name="Contract conjunction 603">
            <a:extLst xmlns:a="http://schemas.openxmlformats.org/drawingml/2006/main">
              <a:ext uri="{FF2B5EF4-FFF2-40B4-BE49-F238E27FC236}">
                <a16:creationId xmlns:a16="http://schemas.microsoft.com/office/drawing/2014/main" id="{2DD1E45B-EF8A-4717-BB41-34F84DC6B65A}"/>
              </a:ext>
            </a:extLst>
          </p:cNvPr>
          <p:cNvSpPr>
            <a:spLocks xmlns:a="http://schemas.openxmlformats.org/drawingml/2006/main" noGrp="1"/>
          </p:cNvSpPr>
          <p:nvPr/>
        </p:nvSpPr>
        <p:spPr>
          <a:xfrm xmlns:a="http://schemas.openxmlformats.org/drawingml/2006/main">
            <a:off x="5743575" y="5105400"/>
            <a:ext cx="95250" cy="104775"/>
          </a:xfrm>
          <a:custGeom xmlns:a="http://schemas.openxmlformats.org/drawingml/2006/main">
            <a:pathLst>
              <a:path w="95250" h="104775">
                <a:moveTo>
                  <a:pt x="0" y="104775"/>
                </a:moveTo>
                <a:lnTo>
                  <a:pt x="47625" y="0"/>
                </a:lnTo>
                <a:lnTo>
                  <a:pt x="95250" y="104775"/>
                </a:lnTo>
              </a:path>
            </a:pathLst>
          </a:custGeom>
          <a:noFill xmlns:a="http://schemas.openxmlformats.org/drawingml/2006/main"/>
          <a:ln xmlns:a="http://schemas.openxmlformats.org/drawingml/2006/main" w="17145">
            <a:solidFill>
              <a:srgbClr val="2B414E"/>
            </a:solidFill>
            <a:prstDash val="solid"/>
          </a:ln>
        </p:spPr>
      </p:sp>
      <p:sp>
        <p:nvSpPr>
          <p:cNvPr id="100" name="Contract conjunction 804">
            <a:extLst xmlns:a="http://schemas.openxmlformats.org/drawingml/2006/main">
              <a:ext uri="{FF2B5EF4-FFF2-40B4-BE49-F238E27FC236}">
                <a16:creationId xmlns:a16="http://schemas.microsoft.com/office/drawing/2014/main" id="{7EF58D82-A9D2-45BE-A94F-1C408626ACA6}"/>
              </a:ext>
            </a:extLst>
          </p:cNvPr>
          <p:cNvSpPr>
            <a:spLocks xmlns:a="http://schemas.openxmlformats.org/drawingml/2006/main" noGrp="1"/>
          </p:cNvSpPr>
          <p:nvPr/>
        </p:nvSpPr>
        <p:spPr>
          <a:xfrm xmlns:a="http://schemas.openxmlformats.org/drawingml/2006/main">
            <a:off x="7658100" y="5105400"/>
            <a:ext cx="95250" cy="104775"/>
          </a:xfrm>
          <a:custGeom xmlns:a="http://schemas.openxmlformats.org/drawingml/2006/main">
            <a:pathLst>
              <a:path w="95250" h="104775">
                <a:moveTo>
                  <a:pt x="0" y="104775"/>
                </a:moveTo>
                <a:lnTo>
                  <a:pt x="47625" y="0"/>
                </a:lnTo>
                <a:lnTo>
                  <a:pt x="95250" y="104775"/>
                </a:lnTo>
              </a:path>
            </a:pathLst>
          </a:custGeom>
          <a:noFill xmlns:a="http://schemas.openxmlformats.org/drawingml/2006/main"/>
          <a:ln xmlns:a="http://schemas.openxmlformats.org/drawingml/2006/main" w="17145">
            <a:solidFill>
              <a:srgbClr val="2B414E"/>
            </a:solidFill>
            <a:prstDash val="solid"/>
          </a:ln>
        </p:spPr>
      </p:sp>
      <p:sp>
        <p:nvSpPr>
          <p:cNvPr id="101" name="Direct policy evaluation">
            <a:extLst xmlns:a="http://schemas.openxmlformats.org/drawingml/2006/main">
              <a:ext uri="{FF2B5EF4-FFF2-40B4-BE49-F238E27FC236}">
                <a16:creationId xmlns:a16="http://schemas.microsoft.com/office/drawing/2014/main" id="{E6C66528-C57C-4758-81FF-AA7AF9721539}"/>
              </a:ext>
            </a:extLst>
          </p:cNvPr>
          <p:cNvSpPr>
            <a:spLocks xmlns:a="http://schemas.openxmlformats.org/drawingml/2006/main" noGrp="1"/>
          </p:cNvSpPr>
          <p:nvPr/>
        </p:nvSpPr>
        <p:spPr>
          <a:xfrm xmlns:a="http://schemas.openxmlformats.org/drawingml/2006/main">
            <a:off x="3990975" y="5743575"/>
            <a:ext cx="5495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20" b="0">
                <a:solidFill>
                  <a:srgbClr val="2B414E"/>
                </a:solidFill>
                <a:latin typeface="Arial"/>
                <a:ea typeface="Arial"/>
                <a:cs typeface="Arial"/>
              </a:defRPr>
            </a:defPPr>
            <a:lvl1pPr algn="l">
              <a:defRPr sz="1020" b="0">
                <a:solidFill>
                  <a:srgbClr val="2B414E"/>
                </a:solidFill>
                <a:latin typeface="Arial"/>
                <a:ea typeface="Arial"/>
                <a:cs typeface="Arial"/>
              </a:defRPr>
            </a:lvl1pPr>
            <a:lvl2pPr algn="l">
              <a:defRPr sz="1020" b="0">
                <a:solidFill>
                  <a:srgbClr val="2B414E"/>
                </a:solidFill>
                <a:latin typeface="Arial"/>
                <a:ea typeface="Arial"/>
                <a:cs typeface="Arial"/>
              </a:defRPr>
            </a:lvl2pPr>
            <a:lvl3pPr algn="l">
              <a:defRPr sz="1020" b="0">
                <a:solidFill>
                  <a:srgbClr val="2B414E"/>
                </a:solidFill>
                <a:latin typeface="Arial"/>
                <a:ea typeface="Arial"/>
                <a:cs typeface="Arial"/>
              </a:defRPr>
            </a:lvl3pPr>
            <a:lvl4pPr algn="l">
              <a:defRPr sz="1020" b="0">
                <a:solidFill>
                  <a:srgbClr val="2B414E"/>
                </a:solidFill>
                <a:latin typeface="Arial"/>
                <a:ea typeface="Arial"/>
                <a:cs typeface="Arial"/>
              </a:defRPr>
            </a:lvl4pPr>
            <a:lvl5pPr algn="l">
              <a:defRPr sz="1020" b="0">
                <a:solidFill>
                  <a:srgbClr val="2B414E"/>
                </a:solidFill>
                <a:latin typeface="Arial"/>
                <a:ea typeface="Arial"/>
                <a:cs typeface="Arial"/>
              </a:defRPr>
            </a:lvl5pPr>
            <a:lvl6pPr algn="l">
              <a:defRPr sz="1020" b="0">
                <a:solidFill>
                  <a:srgbClr val="2B414E"/>
                </a:solidFill>
                <a:latin typeface="Arial"/>
                <a:ea typeface="Arial"/>
                <a:cs typeface="Arial"/>
              </a:defRPr>
            </a:lvl6pPr>
            <a:lvl7pPr algn="l">
              <a:defRPr sz="1020" b="0">
                <a:solidFill>
                  <a:srgbClr val="2B414E"/>
                </a:solidFill>
                <a:latin typeface="Arial"/>
                <a:ea typeface="Arial"/>
                <a:cs typeface="Arial"/>
              </a:defRPr>
            </a:lvl7pPr>
            <a:lvl8pPr algn="l">
              <a:defRPr sz="1020" b="0">
                <a:solidFill>
                  <a:srgbClr val="2B414E"/>
                </a:solidFill>
                <a:latin typeface="Arial"/>
                <a:ea typeface="Arial"/>
                <a:cs typeface="Arial"/>
              </a:defRPr>
            </a:lvl8pPr>
            <a:lvl9pPr algn="l">
              <a:defRPr sz="1020" b="0">
                <a:solidFill>
                  <a:srgbClr val="2B414E"/>
                </a:solidFill>
                <a:latin typeface="Arial"/>
                <a:ea typeface="Arial"/>
                <a:cs typeface="Arial"/>
              </a:defRPr>
            </a:lvl9pPr>
          </a:lstStyle>
          <a:p xmlns:a="http://schemas.openxmlformats.org/drawingml/2006/main">
            <a:pPr algn="l">
              <a:defRPr sz="1020" b="0">
                <a:solidFill>
                  <a:srgbClr val="2B414E"/>
                </a:solidFill>
                <a:latin typeface="Arial"/>
                <a:ea typeface="Arial"/>
                <a:cs typeface="Arial"/>
              </a:defRPr>
            </a:pPr>
            <a:r>
              <a:rPr sz="1020" b="0">
                <a:solidFill>
                  <a:srgbClr val="2B414E"/>
                </a:solidFill>
                <a:latin typeface="Arial"/>
                <a:ea typeface="Arial"/>
                <a:cs typeface="Arial"/>
              </a:rPr>
              <a:t>Direct: reach strict success within budget and maintain it for 30 more steps</a:t>
            </a:r>
          </a:p>
        </p:txBody>
      </p:sp>
      <p:sp>
        <p:nvSpPr>
          <p:cNvPr id="102" name="Agentic system evaluation">
            <a:extLst xmlns:a="http://schemas.openxmlformats.org/drawingml/2006/main">
              <a:ext uri="{FF2B5EF4-FFF2-40B4-BE49-F238E27FC236}">
                <a16:creationId xmlns:a16="http://schemas.microsoft.com/office/drawing/2014/main" id="{9AD428F6-8A8A-4398-99A3-E03B2552F117}"/>
              </a:ext>
            </a:extLst>
          </p:cNvPr>
          <p:cNvSpPr>
            <a:spLocks xmlns:a="http://schemas.openxmlformats.org/drawingml/2006/main" noGrp="1"/>
          </p:cNvSpPr>
          <p:nvPr/>
        </p:nvSpPr>
        <p:spPr>
          <a:xfrm xmlns:a="http://schemas.openxmlformats.org/drawingml/2006/main">
            <a:off x="3990975" y="6029325"/>
            <a:ext cx="54959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20" b="0">
                <a:solidFill>
                  <a:srgbClr val="2B414E"/>
                </a:solidFill>
                <a:latin typeface="Arial"/>
                <a:ea typeface="Arial"/>
                <a:cs typeface="Arial"/>
              </a:defRPr>
            </a:defPPr>
            <a:lvl1pPr algn="l">
              <a:defRPr sz="1020" b="0">
                <a:solidFill>
                  <a:srgbClr val="2B414E"/>
                </a:solidFill>
                <a:latin typeface="Arial"/>
                <a:ea typeface="Arial"/>
                <a:cs typeface="Arial"/>
              </a:defRPr>
            </a:lvl1pPr>
            <a:lvl2pPr algn="l">
              <a:defRPr sz="1020" b="0">
                <a:solidFill>
                  <a:srgbClr val="2B414E"/>
                </a:solidFill>
                <a:latin typeface="Arial"/>
                <a:ea typeface="Arial"/>
                <a:cs typeface="Arial"/>
              </a:defRPr>
            </a:lvl2pPr>
            <a:lvl3pPr algn="l">
              <a:defRPr sz="1020" b="0">
                <a:solidFill>
                  <a:srgbClr val="2B414E"/>
                </a:solidFill>
                <a:latin typeface="Arial"/>
                <a:ea typeface="Arial"/>
                <a:cs typeface="Arial"/>
              </a:defRPr>
            </a:lvl3pPr>
            <a:lvl4pPr algn="l">
              <a:defRPr sz="1020" b="0">
                <a:solidFill>
                  <a:srgbClr val="2B414E"/>
                </a:solidFill>
                <a:latin typeface="Arial"/>
                <a:ea typeface="Arial"/>
                <a:cs typeface="Arial"/>
              </a:defRPr>
            </a:lvl4pPr>
            <a:lvl5pPr algn="l">
              <a:defRPr sz="1020" b="0">
                <a:solidFill>
                  <a:srgbClr val="2B414E"/>
                </a:solidFill>
                <a:latin typeface="Arial"/>
                <a:ea typeface="Arial"/>
                <a:cs typeface="Arial"/>
              </a:defRPr>
            </a:lvl5pPr>
            <a:lvl6pPr algn="l">
              <a:defRPr sz="1020" b="0">
                <a:solidFill>
                  <a:srgbClr val="2B414E"/>
                </a:solidFill>
                <a:latin typeface="Arial"/>
                <a:ea typeface="Arial"/>
                <a:cs typeface="Arial"/>
              </a:defRPr>
            </a:lvl6pPr>
            <a:lvl7pPr algn="l">
              <a:defRPr sz="1020" b="0">
                <a:solidFill>
                  <a:srgbClr val="2B414E"/>
                </a:solidFill>
                <a:latin typeface="Arial"/>
                <a:ea typeface="Arial"/>
                <a:cs typeface="Arial"/>
              </a:defRPr>
            </a:lvl7pPr>
            <a:lvl8pPr algn="l">
              <a:defRPr sz="1020" b="0">
                <a:solidFill>
                  <a:srgbClr val="2B414E"/>
                </a:solidFill>
                <a:latin typeface="Arial"/>
                <a:ea typeface="Arial"/>
                <a:cs typeface="Arial"/>
              </a:defRPr>
            </a:lvl8pPr>
            <a:lvl9pPr algn="l">
              <a:defRPr sz="1020" b="0">
                <a:solidFill>
                  <a:srgbClr val="2B414E"/>
                </a:solidFill>
                <a:latin typeface="Arial"/>
                <a:ea typeface="Arial"/>
                <a:cs typeface="Arial"/>
              </a:defRPr>
            </a:lvl9pPr>
          </a:lstStyle>
          <a:p xmlns:a="http://schemas.openxmlformats.org/drawingml/2006/main">
            <a:pPr algn="l">
              <a:defRPr sz="1020" b="0">
                <a:solidFill>
                  <a:srgbClr val="2B414E"/>
                </a:solidFill>
                <a:latin typeface="Arial"/>
                <a:ea typeface="Arial"/>
                <a:cs typeface="Arial"/>
              </a:defRPr>
            </a:pPr>
            <a:r>
              <a:rPr sz="1020" b="0">
                <a:solidFill>
                  <a:srgbClr val="2B414E"/>
                </a:solidFill>
                <a:latin typeface="Arial"/>
                <a:ea typeface="Arial"/>
                <a:cs typeface="Arial"/>
              </a:rPr>
              <a:t>Agentic: strict contract at termination</a:t>
            </a:r>
          </a:p>
        </p:txBody>
      </p:sp>
      <p:sp>
        <p:nvSpPr>
          <p:cNvPr id="103" name="Auxiliary goal-only metric">
            <a:extLst xmlns:a="http://schemas.openxmlformats.org/drawingml/2006/main">
              <a:ext uri="{FF2B5EF4-FFF2-40B4-BE49-F238E27FC236}">
                <a16:creationId xmlns:a16="http://schemas.microsoft.com/office/drawing/2014/main" id="{40D25577-EF3F-47AD-8722-5D641CD85578}"/>
              </a:ext>
            </a:extLst>
          </p:cNvPr>
          <p:cNvSpPr>
            <a:spLocks xmlns:a="http://schemas.openxmlformats.org/drawingml/2006/main" noGrp="1"/>
          </p:cNvSpPr>
          <p:nvPr/>
        </p:nvSpPr>
        <p:spPr>
          <a:xfrm xmlns:a="http://schemas.openxmlformats.org/drawingml/2006/main">
            <a:off x="3990975" y="6315075"/>
            <a:ext cx="5495925"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938" b="0">
                <a:solidFill>
                  <a:srgbClr val="657D89"/>
                </a:solidFill>
                <a:latin typeface="Arial"/>
                <a:ea typeface="Arial"/>
                <a:cs typeface="Arial"/>
              </a:defRPr>
            </a:defPPr>
            <a:lvl1pPr algn="l">
              <a:defRPr sz="938" b="0">
                <a:solidFill>
                  <a:srgbClr val="657D89"/>
                </a:solidFill>
                <a:latin typeface="Arial"/>
                <a:ea typeface="Arial"/>
                <a:cs typeface="Arial"/>
              </a:defRPr>
            </a:lvl1pPr>
            <a:lvl2pPr algn="l">
              <a:defRPr sz="938" b="0">
                <a:solidFill>
                  <a:srgbClr val="657D89"/>
                </a:solidFill>
                <a:latin typeface="Arial"/>
                <a:ea typeface="Arial"/>
                <a:cs typeface="Arial"/>
              </a:defRPr>
            </a:lvl2pPr>
            <a:lvl3pPr algn="l">
              <a:defRPr sz="938" b="0">
                <a:solidFill>
                  <a:srgbClr val="657D89"/>
                </a:solidFill>
                <a:latin typeface="Arial"/>
                <a:ea typeface="Arial"/>
                <a:cs typeface="Arial"/>
              </a:defRPr>
            </a:lvl3pPr>
            <a:lvl4pPr algn="l">
              <a:defRPr sz="938" b="0">
                <a:solidFill>
                  <a:srgbClr val="657D89"/>
                </a:solidFill>
                <a:latin typeface="Arial"/>
                <a:ea typeface="Arial"/>
                <a:cs typeface="Arial"/>
              </a:defRPr>
            </a:lvl4pPr>
            <a:lvl5pPr algn="l">
              <a:defRPr sz="938" b="0">
                <a:solidFill>
                  <a:srgbClr val="657D89"/>
                </a:solidFill>
                <a:latin typeface="Arial"/>
                <a:ea typeface="Arial"/>
                <a:cs typeface="Arial"/>
              </a:defRPr>
            </a:lvl5pPr>
            <a:lvl6pPr algn="l">
              <a:defRPr sz="938" b="0">
                <a:solidFill>
                  <a:srgbClr val="657D89"/>
                </a:solidFill>
                <a:latin typeface="Arial"/>
                <a:ea typeface="Arial"/>
                <a:cs typeface="Arial"/>
              </a:defRPr>
            </a:lvl6pPr>
            <a:lvl7pPr algn="l">
              <a:defRPr sz="938" b="0">
                <a:solidFill>
                  <a:srgbClr val="657D89"/>
                </a:solidFill>
                <a:latin typeface="Arial"/>
                <a:ea typeface="Arial"/>
                <a:cs typeface="Arial"/>
              </a:defRPr>
            </a:lvl7pPr>
            <a:lvl8pPr algn="l">
              <a:defRPr sz="938" b="0">
                <a:solidFill>
                  <a:srgbClr val="657D89"/>
                </a:solidFill>
                <a:latin typeface="Arial"/>
                <a:ea typeface="Arial"/>
                <a:cs typeface="Arial"/>
              </a:defRPr>
            </a:lvl8pPr>
            <a:lvl9pPr algn="l">
              <a:defRPr sz="938" b="0">
                <a:solidFill>
                  <a:srgbClr val="657D89"/>
                </a:solidFill>
                <a:latin typeface="Arial"/>
                <a:ea typeface="Arial"/>
                <a:cs typeface="Arial"/>
              </a:defRPr>
            </a:lvl9pPr>
          </a:lstStyle>
          <a:p xmlns:a="http://schemas.openxmlformats.org/drawingml/2006/main">
            <a:pPr algn="l">
              <a:defRPr sz="938" b="0">
                <a:solidFill>
                  <a:srgbClr val="657D89"/>
                </a:solidFill>
                <a:latin typeface="Arial"/>
                <a:ea typeface="Arial"/>
                <a:cs typeface="Arial"/>
              </a:defRPr>
            </a:pPr>
            <a:r>
              <a:rPr sz="938" b="0">
                <a:solidFill>
                  <a:srgbClr val="657D89"/>
                </a:solidFill>
                <a:latin typeface="Arial"/>
                <a:ea typeface="Arial"/>
                <a:cs typeface="Arial"/>
              </a:rPr>
              <a:t>Goal-only is auxiliary. Strict success includes process and stability.</a:t>
            </a:r>
          </a:p>
        </p:txBody>
      </p:sp>
      <p:sp>
        <p:nvSpPr>
          <p:cNvPr id="104" name="Benchmark results frame">
            <a:extLst xmlns:a="http://schemas.openxmlformats.org/drawingml/2006/main">
              <a:ext uri="{FF2B5EF4-FFF2-40B4-BE49-F238E27FC236}">
                <a16:creationId xmlns:a16="http://schemas.microsoft.com/office/drawing/2014/main" id="{28294949-1D35-4F7F-A639-BE81CD1AD0CF}"/>
              </a:ext>
            </a:extLst>
          </p:cNvPr>
          <p:cNvSpPr>
            <a:spLocks xmlns:a="http://schemas.openxmlformats.org/drawingml/2006/main" noGrp="1"/>
          </p:cNvSpPr>
          <p:nvPr/>
        </p:nvSpPr>
        <p:spPr>
          <a:xfrm xmlns:a="http://schemas.openxmlformats.org/drawingml/2006/main">
            <a:off x="9906000" y="1209675"/>
            <a:ext cx="4991100" cy="5324475"/>
          </a:xfrm>
          <a:prstGeom xmlns:a="http://schemas.openxmlformats.org/drawingml/2006/main" prst="roundRect">
            <a:avLst>
              <a:gd name="adj" fmla="val 1527"/>
            </a:avLst>
          </a:prstGeom>
          <a:solidFill xmlns:a="http://schemas.openxmlformats.org/drawingml/2006/main">
            <a:srgbClr val="FFFFFF"/>
          </a:solidFill>
          <a:ln xmlns:a="http://schemas.openxmlformats.org/drawingml/2006/main" w="11430">
            <a:solidFill>
              <a:srgbClr val="A9BFCB"/>
            </a:solidFill>
            <a:prstDash val="solid"/>
          </a:ln>
        </p:spPr>
      </p:sp>
      <p:sp>
        <p:nvSpPr>
          <p:cNvPr id="105" name="Results title">
            <a:extLst xmlns:a="http://schemas.openxmlformats.org/drawingml/2006/main">
              <a:ext uri="{FF2B5EF4-FFF2-40B4-BE49-F238E27FC236}">
                <a16:creationId xmlns:a16="http://schemas.microsoft.com/office/drawing/2014/main" id="{E282A8B7-89D3-4FF0-B9BD-7D321DC60AE2}"/>
              </a:ext>
            </a:extLst>
          </p:cNvPr>
          <p:cNvSpPr>
            <a:spLocks xmlns:a="http://schemas.openxmlformats.org/drawingml/2006/main" noGrp="1"/>
          </p:cNvSpPr>
          <p:nvPr/>
        </p:nvSpPr>
        <p:spPr>
          <a:xfrm xmlns:a="http://schemas.openxmlformats.org/drawingml/2006/main">
            <a:off x="10048875" y="1304925"/>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8A7058"/>
                </a:solidFill>
                <a:latin typeface="Arial"/>
                <a:ea typeface="Arial"/>
                <a:cs typeface="Arial"/>
              </a:defRPr>
            </a:defPPr>
            <a:lvl1pPr algn="l">
              <a:defRPr sz="1725" b="1">
                <a:solidFill>
                  <a:srgbClr val="8A7058"/>
                </a:solidFill>
                <a:latin typeface="Arial"/>
                <a:ea typeface="Arial"/>
                <a:cs typeface="Arial"/>
              </a:defRPr>
            </a:lvl1pPr>
            <a:lvl2pPr algn="l">
              <a:defRPr sz="1725" b="1">
                <a:solidFill>
                  <a:srgbClr val="8A7058"/>
                </a:solidFill>
                <a:latin typeface="Arial"/>
                <a:ea typeface="Arial"/>
                <a:cs typeface="Arial"/>
              </a:defRPr>
            </a:lvl2pPr>
            <a:lvl3pPr algn="l">
              <a:defRPr sz="1725" b="1">
                <a:solidFill>
                  <a:srgbClr val="8A7058"/>
                </a:solidFill>
                <a:latin typeface="Arial"/>
                <a:ea typeface="Arial"/>
                <a:cs typeface="Arial"/>
              </a:defRPr>
            </a:lvl3pPr>
            <a:lvl4pPr algn="l">
              <a:defRPr sz="1725" b="1">
                <a:solidFill>
                  <a:srgbClr val="8A7058"/>
                </a:solidFill>
                <a:latin typeface="Arial"/>
                <a:ea typeface="Arial"/>
                <a:cs typeface="Arial"/>
              </a:defRPr>
            </a:lvl4pPr>
            <a:lvl5pPr algn="l">
              <a:defRPr sz="1725" b="1">
                <a:solidFill>
                  <a:srgbClr val="8A7058"/>
                </a:solidFill>
                <a:latin typeface="Arial"/>
                <a:ea typeface="Arial"/>
                <a:cs typeface="Arial"/>
              </a:defRPr>
            </a:lvl5pPr>
            <a:lvl6pPr algn="l">
              <a:defRPr sz="1725" b="1">
                <a:solidFill>
                  <a:srgbClr val="8A7058"/>
                </a:solidFill>
                <a:latin typeface="Arial"/>
                <a:ea typeface="Arial"/>
                <a:cs typeface="Arial"/>
              </a:defRPr>
            </a:lvl6pPr>
            <a:lvl7pPr algn="l">
              <a:defRPr sz="1725" b="1">
                <a:solidFill>
                  <a:srgbClr val="8A7058"/>
                </a:solidFill>
                <a:latin typeface="Arial"/>
                <a:ea typeface="Arial"/>
                <a:cs typeface="Arial"/>
              </a:defRPr>
            </a:lvl7pPr>
            <a:lvl8pPr algn="l">
              <a:defRPr sz="1725" b="1">
                <a:solidFill>
                  <a:srgbClr val="8A7058"/>
                </a:solidFill>
                <a:latin typeface="Arial"/>
                <a:ea typeface="Arial"/>
                <a:cs typeface="Arial"/>
              </a:defRPr>
            </a:lvl8pPr>
            <a:lvl9pPr algn="l">
              <a:defRPr sz="1725" b="1">
                <a:solidFill>
                  <a:srgbClr val="8A7058"/>
                </a:solidFill>
                <a:latin typeface="Arial"/>
                <a:ea typeface="Arial"/>
                <a:cs typeface="Arial"/>
              </a:defRPr>
            </a:lvl9pPr>
          </a:lstStyle>
          <a:p xmlns:a="http://schemas.openxmlformats.org/drawingml/2006/main">
            <a:pPr algn="l">
              <a:defRPr sz="1725" b="1">
                <a:solidFill>
                  <a:srgbClr val="8A7058"/>
                </a:solidFill>
                <a:latin typeface="Arial"/>
                <a:ea typeface="Arial"/>
                <a:cs typeface="Arial"/>
              </a:defRPr>
            </a:pPr>
            <a:r>
              <a:rPr sz="1725" b="1">
                <a:solidFill>
                  <a:srgbClr val="8A7058"/>
                </a:solidFill>
                <a:latin typeface="Arial"/>
                <a:ea typeface="Arial"/>
                <a:cs typeface="Arial"/>
              </a:rPr>
              <a:t>Benchmark results</a:t>
            </a:r>
          </a:p>
        </p:txBody>
      </p:sp>
      <p:sp>
        <p:nvSpPr>
          <p:cNvPr id="106" name="Agentic legend note">
            <a:extLst xmlns:a="http://schemas.openxmlformats.org/drawingml/2006/main">
              <a:ext uri="{FF2B5EF4-FFF2-40B4-BE49-F238E27FC236}">
                <a16:creationId xmlns:a16="http://schemas.microsoft.com/office/drawing/2014/main" id="{B469A45E-4DD9-4B03-8FC8-AE4208D9FF97}"/>
              </a:ext>
            </a:extLst>
          </p:cNvPr>
          <p:cNvSpPr>
            <a:spLocks xmlns:a="http://schemas.openxmlformats.org/drawingml/2006/main" noGrp="1"/>
          </p:cNvSpPr>
          <p:nvPr/>
        </p:nvSpPr>
        <p:spPr>
          <a:xfrm xmlns:a="http://schemas.openxmlformats.org/drawingml/2006/main">
            <a:off x="10048875" y="5219700"/>
            <a:ext cx="4705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863" b="0">
                <a:solidFill>
                  <a:srgbClr val="657D89"/>
                </a:solidFill>
                <a:latin typeface="Arial"/>
                <a:ea typeface="Arial"/>
                <a:cs typeface="Arial"/>
              </a:defRPr>
            </a:defPPr>
            <a:lvl1pPr algn="r">
              <a:defRPr sz="863" b="0">
                <a:solidFill>
                  <a:srgbClr val="657D89"/>
                </a:solidFill>
                <a:latin typeface="Arial"/>
                <a:ea typeface="Arial"/>
                <a:cs typeface="Arial"/>
              </a:defRPr>
            </a:lvl1pPr>
            <a:lvl2pPr algn="r">
              <a:defRPr sz="863" b="0">
                <a:solidFill>
                  <a:srgbClr val="657D89"/>
                </a:solidFill>
                <a:latin typeface="Arial"/>
                <a:ea typeface="Arial"/>
                <a:cs typeface="Arial"/>
              </a:defRPr>
            </a:lvl2pPr>
            <a:lvl3pPr algn="r">
              <a:defRPr sz="863" b="0">
                <a:solidFill>
                  <a:srgbClr val="657D89"/>
                </a:solidFill>
                <a:latin typeface="Arial"/>
                <a:ea typeface="Arial"/>
                <a:cs typeface="Arial"/>
              </a:defRPr>
            </a:lvl3pPr>
            <a:lvl4pPr algn="r">
              <a:defRPr sz="863" b="0">
                <a:solidFill>
                  <a:srgbClr val="657D89"/>
                </a:solidFill>
                <a:latin typeface="Arial"/>
                <a:ea typeface="Arial"/>
                <a:cs typeface="Arial"/>
              </a:defRPr>
            </a:lvl4pPr>
            <a:lvl5pPr algn="r">
              <a:defRPr sz="863" b="0">
                <a:solidFill>
                  <a:srgbClr val="657D89"/>
                </a:solidFill>
                <a:latin typeface="Arial"/>
                <a:ea typeface="Arial"/>
                <a:cs typeface="Arial"/>
              </a:defRPr>
            </a:lvl5pPr>
            <a:lvl6pPr algn="r">
              <a:defRPr sz="863" b="0">
                <a:solidFill>
                  <a:srgbClr val="657D89"/>
                </a:solidFill>
                <a:latin typeface="Arial"/>
                <a:ea typeface="Arial"/>
                <a:cs typeface="Arial"/>
              </a:defRPr>
            </a:lvl6pPr>
            <a:lvl7pPr algn="r">
              <a:defRPr sz="863" b="0">
                <a:solidFill>
                  <a:srgbClr val="657D89"/>
                </a:solidFill>
                <a:latin typeface="Arial"/>
                <a:ea typeface="Arial"/>
                <a:cs typeface="Arial"/>
              </a:defRPr>
            </a:lvl7pPr>
            <a:lvl8pPr algn="r">
              <a:defRPr sz="863" b="0">
                <a:solidFill>
                  <a:srgbClr val="657D89"/>
                </a:solidFill>
                <a:latin typeface="Arial"/>
                <a:ea typeface="Arial"/>
                <a:cs typeface="Arial"/>
              </a:defRPr>
            </a:lvl8pPr>
            <a:lvl9pPr algn="r">
              <a:defRPr sz="863" b="0">
                <a:solidFill>
                  <a:srgbClr val="657D89"/>
                </a:solidFill>
                <a:latin typeface="Arial"/>
                <a:ea typeface="Arial"/>
                <a:cs typeface="Arial"/>
              </a:defRPr>
            </a:lvl9pPr>
          </a:lstStyle>
          <a:p xmlns:a="http://schemas.openxmlformats.org/drawingml/2006/main">
            <a:pPr algn="r">
              <a:defRPr sz="863" b="0">
                <a:solidFill>
                  <a:srgbClr val="657D89"/>
                </a:solidFill>
                <a:latin typeface="Arial"/>
                <a:ea typeface="Arial"/>
                <a:cs typeface="Arial"/>
              </a:defRPr>
            </a:pPr>
            <a:r>
              <a:rPr sz="863" b="0">
                <a:solidFill>
                  <a:srgbClr val="657D89"/>
                </a:solidFill>
                <a:latin typeface="Arial"/>
                <a:ea typeface="Arial"/>
                <a:cs typeface="Arial"/>
              </a:rPr>
              <a:t>† Agentic systems</a:t>
            </a:r>
          </a:p>
        </p:txBody>
      </p:sp>
      <p:sp>
        <p:nvSpPr>
          <p:cNvPr id="107" name="Benchmark results divider">
            <a:extLst xmlns:a="http://schemas.openxmlformats.org/drawingml/2006/main">
              <a:ext uri="{FF2B5EF4-FFF2-40B4-BE49-F238E27FC236}">
                <a16:creationId xmlns:a16="http://schemas.microsoft.com/office/drawing/2014/main" id="{278A92CD-FBCE-45DC-B428-33FB6F9B26E9}"/>
              </a:ext>
            </a:extLst>
          </p:cNvPr>
          <p:cNvSpPr>
            <a:spLocks xmlns:a="http://schemas.openxmlformats.org/drawingml/2006/main" noGrp="1"/>
          </p:cNvSpPr>
          <p:nvPr/>
        </p:nvSpPr>
        <p:spPr>
          <a:xfrm xmlns:a="http://schemas.openxmlformats.org/drawingml/2006/main">
            <a:off x="10048875" y="5438775"/>
            <a:ext cx="4705350" cy="95"/>
          </a:xfrm>
          <a:custGeom xmlns:a="http://schemas.openxmlformats.org/drawingml/2006/main">
            <a:pathLst>
              <a:path w="4705350" h="95">
                <a:moveTo>
                  <a:pt x="0" y="0"/>
                </a:moveTo>
                <a:lnTo>
                  <a:pt x="4705350" y="0"/>
                </a:lnTo>
              </a:path>
            </a:pathLst>
          </a:custGeom>
          <a:noFill xmlns:a="http://schemas.openxmlformats.org/drawingml/2006/main"/>
          <a:ln xmlns:a="http://schemas.openxmlformats.org/drawingml/2006/main" w="9525">
            <a:solidFill>
              <a:srgbClr val="A9BFCB"/>
            </a:solidFill>
            <a:prstDash val="solid"/>
          </a:ln>
        </p:spPr>
      </p:sp>
      <p:sp>
        <p:nvSpPr>
          <p:cNvPr id="108" name="Strict success comparison title">
            <a:extLst xmlns:a="http://schemas.openxmlformats.org/drawingml/2006/main">
              <a:ext uri="{FF2B5EF4-FFF2-40B4-BE49-F238E27FC236}">
                <a16:creationId xmlns:a16="http://schemas.microsoft.com/office/drawing/2014/main" id="{84FFB491-6FD0-404A-B5FE-BBA4DB135D5B}"/>
              </a:ext>
            </a:extLst>
          </p:cNvPr>
          <p:cNvSpPr>
            <a:spLocks xmlns:a="http://schemas.openxmlformats.org/drawingml/2006/main" noGrp="1"/>
          </p:cNvSpPr>
          <p:nvPr/>
        </p:nvSpPr>
        <p:spPr>
          <a:xfrm xmlns:a="http://schemas.openxmlformats.org/drawingml/2006/main">
            <a:off x="10048875" y="5514975"/>
            <a:ext cx="4705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125" b="1">
                <a:solidFill>
                  <a:srgbClr val="2B414E"/>
                </a:solidFill>
                <a:latin typeface="Arial"/>
                <a:ea typeface="Arial"/>
                <a:cs typeface="Arial"/>
              </a:defRPr>
            </a:defPPr>
            <a:lvl1pPr algn="l">
              <a:defRPr sz="1125" b="1">
                <a:solidFill>
                  <a:srgbClr val="2B414E"/>
                </a:solidFill>
                <a:latin typeface="Arial"/>
                <a:ea typeface="Arial"/>
                <a:cs typeface="Arial"/>
              </a:defRPr>
            </a:lvl1pPr>
            <a:lvl2pPr algn="l">
              <a:defRPr sz="1125" b="1">
                <a:solidFill>
                  <a:srgbClr val="2B414E"/>
                </a:solidFill>
                <a:latin typeface="Arial"/>
                <a:ea typeface="Arial"/>
                <a:cs typeface="Arial"/>
              </a:defRPr>
            </a:lvl2pPr>
            <a:lvl3pPr algn="l">
              <a:defRPr sz="1125" b="1">
                <a:solidFill>
                  <a:srgbClr val="2B414E"/>
                </a:solidFill>
                <a:latin typeface="Arial"/>
                <a:ea typeface="Arial"/>
                <a:cs typeface="Arial"/>
              </a:defRPr>
            </a:lvl3pPr>
            <a:lvl4pPr algn="l">
              <a:defRPr sz="1125" b="1">
                <a:solidFill>
                  <a:srgbClr val="2B414E"/>
                </a:solidFill>
                <a:latin typeface="Arial"/>
                <a:ea typeface="Arial"/>
                <a:cs typeface="Arial"/>
              </a:defRPr>
            </a:lvl4pPr>
            <a:lvl5pPr algn="l">
              <a:defRPr sz="1125" b="1">
                <a:solidFill>
                  <a:srgbClr val="2B414E"/>
                </a:solidFill>
                <a:latin typeface="Arial"/>
                <a:ea typeface="Arial"/>
                <a:cs typeface="Arial"/>
              </a:defRPr>
            </a:lvl5pPr>
            <a:lvl6pPr algn="l">
              <a:defRPr sz="1125" b="1">
                <a:solidFill>
                  <a:srgbClr val="2B414E"/>
                </a:solidFill>
                <a:latin typeface="Arial"/>
                <a:ea typeface="Arial"/>
                <a:cs typeface="Arial"/>
              </a:defRPr>
            </a:lvl6pPr>
            <a:lvl7pPr algn="l">
              <a:defRPr sz="1125" b="1">
                <a:solidFill>
                  <a:srgbClr val="2B414E"/>
                </a:solidFill>
                <a:latin typeface="Arial"/>
                <a:ea typeface="Arial"/>
                <a:cs typeface="Arial"/>
              </a:defRPr>
            </a:lvl7pPr>
            <a:lvl8pPr algn="l">
              <a:defRPr sz="1125" b="1">
                <a:solidFill>
                  <a:srgbClr val="2B414E"/>
                </a:solidFill>
                <a:latin typeface="Arial"/>
                <a:ea typeface="Arial"/>
                <a:cs typeface="Arial"/>
              </a:defRPr>
            </a:lvl8pPr>
            <a:lvl9pPr algn="l">
              <a:defRPr sz="1125" b="1">
                <a:solidFill>
                  <a:srgbClr val="2B414E"/>
                </a:solidFill>
                <a:latin typeface="Arial"/>
                <a:ea typeface="Arial"/>
                <a:cs typeface="Arial"/>
              </a:defRPr>
            </a:lvl9pPr>
          </a:lstStyle>
          <a:p xmlns:a="http://schemas.openxmlformats.org/drawingml/2006/main">
            <a:pPr algn="l">
              <a:defRPr sz="1125" b="1">
                <a:solidFill>
                  <a:srgbClr val="2B414E"/>
                </a:solidFill>
                <a:latin typeface="Arial"/>
                <a:ea typeface="Arial"/>
                <a:cs typeface="Arial"/>
              </a:defRPr>
            </a:pPr>
            <a:r>
              <a:rPr sz="1125" b="1">
                <a:solidFill>
                  <a:srgbClr val="2B414E"/>
                </a:solidFill>
                <a:latin typeface="Arial"/>
                <a:ea typeface="Arial"/>
                <a:cs typeface="Arial"/>
              </a:rPr>
              <a:t>LIBERO-SMART average strict success (%)</a:t>
            </a:r>
          </a:p>
        </p:txBody>
      </p:sp>
      <p:sp>
        <p:nvSpPr>
          <p:cNvPr id="109" name="Success model π0.5">
            <a:extLst xmlns:a="http://schemas.openxmlformats.org/drawingml/2006/main">
              <a:ext uri="{FF2B5EF4-FFF2-40B4-BE49-F238E27FC236}">
                <a16:creationId xmlns:a16="http://schemas.microsoft.com/office/drawing/2014/main" id="{E4BAD15A-D9DC-4D26-A8A6-AAA953ABFF18}"/>
              </a:ext>
            </a:extLst>
          </p:cNvPr>
          <p:cNvSpPr>
            <a:spLocks xmlns:a="http://schemas.openxmlformats.org/drawingml/2006/main" noGrp="1"/>
          </p:cNvSpPr>
          <p:nvPr/>
        </p:nvSpPr>
        <p:spPr>
          <a:xfrm xmlns:a="http://schemas.openxmlformats.org/drawingml/2006/main">
            <a:off x="10058400" y="5810250"/>
            <a:ext cx="1333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65" b="0">
                <a:solidFill>
                  <a:srgbClr val="8A9DA9"/>
                </a:solidFill>
                <a:latin typeface="Arial"/>
                <a:ea typeface="Arial"/>
                <a:cs typeface="Arial"/>
              </a:defRPr>
            </a:defPPr>
            <a:lvl1pPr algn="l">
              <a:defRPr sz="1065" b="0">
                <a:solidFill>
                  <a:srgbClr val="8A9DA9"/>
                </a:solidFill>
                <a:latin typeface="Arial"/>
                <a:ea typeface="Arial"/>
                <a:cs typeface="Arial"/>
              </a:defRPr>
            </a:lvl1pPr>
            <a:lvl2pPr algn="l">
              <a:defRPr sz="1065" b="0">
                <a:solidFill>
                  <a:srgbClr val="8A9DA9"/>
                </a:solidFill>
                <a:latin typeface="Arial"/>
                <a:ea typeface="Arial"/>
                <a:cs typeface="Arial"/>
              </a:defRPr>
            </a:lvl2pPr>
            <a:lvl3pPr algn="l">
              <a:defRPr sz="1065" b="0">
                <a:solidFill>
                  <a:srgbClr val="8A9DA9"/>
                </a:solidFill>
                <a:latin typeface="Arial"/>
                <a:ea typeface="Arial"/>
                <a:cs typeface="Arial"/>
              </a:defRPr>
            </a:lvl3pPr>
            <a:lvl4pPr algn="l">
              <a:defRPr sz="1065" b="0">
                <a:solidFill>
                  <a:srgbClr val="8A9DA9"/>
                </a:solidFill>
                <a:latin typeface="Arial"/>
                <a:ea typeface="Arial"/>
                <a:cs typeface="Arial"/>
              </a:defRPr>
            </a:lvl4pPr>
            <a:lvl5pPr algn="l">
              <a:defRPr sz="1065" b="0">
                <a:solidFill>
                  <a:srgbClr val="8A9DA9"/>
                </a:solidFill>
                <a:latin typeface="Arial"/>
                <a:ea typeface="Arial"/>
                <a:cs typeface="Arial"/>
              </a:defRPr>
            </a:lvl5pPr>
            <a:lvl6pPr algn="l">
              <a:defRPr sz="1065" b="0">
                <a:solidFill>
                  <a:srgbClr val="8A9DA9"/>
                </a:solidFill>
                <a:latin typeface="Arial"/>
                <a:ea typeface="Arial"/>
                <a:cs typeface="Arial"/>
              </a:defRPr>
            </a:lvl6pPr>
            <a:lvl7pPr algn="l">
              <a:defRPr sz="1065" b="0">
                <a:solidFill>
                  <a:srgbClr val="8A9DA9"/>
                </a:solidFill>
                <a:latin typeface="Arial"/>
                <a:ea typeface="Arial"/>
                <a:cs typeface="Arial"/>
              </a:defRPr>
            </a:lvl7pPr>
            <a:lvl8pPr algn="l">
              <a:defRPr sz="1065" b="0">
                <a:solidFill>
                  <a:srgbClr val="8A9DA9"/>
                </a:solidFill>
                <a:latin typeface="Arial"/>
                <a:ea typeface="Arial"/>
                <a:cs typeface="Arial"/>
              </a:defRPr>
            </a:lvl8pPr>
            <a:lvl9pPr algn="l">
              <a:defRPr sz="1065" b="0">
                <a:solidFill>
                  <a:srgbClr val="8A9DA9"/>
                </a:solidFill>
                <a:latin typeface="Arial"/>
                <a:ea typeface="Arial"/>
                <a:cs typeface="Arial"/>
              </a:defRPr>
            </a:lvl9pPr>
          </a:lstStyle>
          <a:p xmlns:a="http://schemas.openxmlformats.org/drawingml/2006/main">
            <a:pPr algn="l">
              <a:defRPr sz="1065" b="0">
                <a:solidFill>
                  <a:srgbClr val="8A9DA9"/>
                </a:solidFill>
                <a:latin typeface="Arial"/>
                <a:ea typeface="Arial"/>
                <a:cs typeface="Arial"/>
              </a:defRPr>
            </a:pPr>
            <a:r>
              <a:rPr sz="1065" b="0">
                <a:solidFill>
                  <a:srgbClr val="8A9DA9"/>
                </a:solidFill>
                <a:latin typeface="Arial"/>
                <a:ea typeface="Arial"/>
                <a:cs typeface="Arial"/>
              </a:rPr>
              <a:t>π0.5</a:t>
            </a:r>
          </a:p>
        </p:txBody>
      </p:sp>
      <p:sp>
        <p:nvSpPr>
          <p:cNvPr id="110" name="Success bar π0.5">
            <a:extLst xmlns:a="http://schemas.openxmlformats.org/drawingml/2006/main">
              <a:ext uri="{FF2B5EF4-FFF2-40B4-BE49-F238E27FC236}">
                <a16:creationId xmlns:a16="http://schemas.microsoft.com/office/drawing/2014/main" id="{FFCFE030-C072-4732-82D6-A1C8FD3F3FEB}"/>
              </a:ext>
            </a:extLst>
          </p:cNvPr>
          <p:cNvSpPr>
            <a:spLocks xmlns:a="http://schemas.openxmlformats.org/drawingml/2006/main" noGrp="1"/>
          </p:cNvSpPr>
          <p:nvPr/>
        </p:nvSpPr>
        <p:spPr>
          <a:xfrm xmlns:a="http://schemas.openxmlformats.org/drawingml/2006/main">
            <a:off x="11477625" y="5857875"/>
            <a:ext cx="947195" cy="104775"/>
          </a:xfrm>
          <a:prstGeom xmlns:a="http://schemas.openxmlformats.org/drawingml/2006/main" prst="rect">
            <a:avLst/>
          </a:prstGeom>
          <a:solidFill xmlns:a="http://schemas.openxmlformats.org/drawingml/2006/main">
            <a:srgbClr val="8A9DA9"/>
          </a:solidFill>
          <a:ln xmlns:a="http://schemas.openxmlformats.org/drawingml/2006/main" w="0">
            <a:noFill/>
            <a:prstDash val="solid"/>
          </a:ln>
        </p:spPr>
      </p:sp>
      <p:sp>
        <p:nvSpPr>
          <p:cNvPr id="111" name="Success percentage π0.5">
            <a:extLst xmlns:a="http://schemas.openxmlformats.org/drawingml/2006/main">
              <a:ext uri="{FF2B5EF4-FFF2-40B4-BE49-F238E27FC236}">
                <a16:creationId xmlns:a16="http://schemas.microsoft.com/office/drawing/2014/main" id="{B713B309-5A3A-4AEE-BFEF-CE98E109451A}"/>
              </a:ext>
            </a:extLst>
          </p:cNvPr>
          <p:cNvSpPr>
            <a:spLocks xmlns:a="http://schemas.openxmlformats.org/drawingml/2006/main" noGrp="1"/>
          </p:cNvSpPr>
          <p:nvPr/>
        </p:nvSpPr>
        <p:spPr>
          <a:xfrm xmlns:a="http://schemas.openxmlformats.org/drawingml/2006/main">
            <a:off x="14211300" y="5800725"/>
            <a:ext cx="533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1">
                <a:solidFill>
                  <a:srgbClr val="8A9DA9"/>
                </a:solidFill>
                <a:latin typeface="Arial"/>
                <a:ea typeface="Arial"/>
                <a:cs typeface="Arial"/>
              </a:defRPr>
            </a:defPPr>
            <a:lvl1pPr algn="r">
              <a:defRPr sz="1125" b="1">
                <a:solidFill>
                  <a:srgbClr val="8A9DA9"/>
                </a:solidFill>
                <a:latin typeface="Arial"/>
                <a:ea typeface="Arial"/>
                <a:cs typeface="Arial"/>
              </a:defRPr>
            </a:lvl1pPr>
            <a:lvl2pPr algn="r">
              <a:defRPr sz="1125" b="1">
                <a:solidFill>
                  <a:srgbClr val="8A9DA9"/>
                </a:solidFill>
                <a:latin typeface="Arial"/>
                <a:ea typeface="Arial"/>
                <a:cs typeface="Arial"/>
              </a:defRPr>
            </a:lvl2pPr>
            <a:lvl3pPr algn="r">
              <a:defRPr sz="1125" b="1">
                <a:solidFill>
                  <a:srgbClr val="8A9DA9"/>
                </a:solidFill>
                <a:latin typeface="Arial"/>
                <a:ea typeface="Arial"/>
                <a:cs typeface="Arial"/>
              </a:defRPr>
            </a:lvl3pPr>
            <a:lvl4pPr algn="r">
              <a:defRPr sz="1125" b="1">
                <a:solidFill>
                  <a:srgbClr val="8A9DA9"/>
                </a:solidFill>
                <a:latin typeface="Arial"/>
                <a:ea typeface="Arial"/>
                <a:cs typeface="Arial"/>
              </a:defRPr>
            </a:lvl4pPr>
            <a:lvl5pPr algn="r">
              <a:defRPr sz="1125" b="1">
                <a:solidFill>
                  <a:srgbClr val="8A9DA9"/>
                </a:solidFill>
                <a:latin typeface="Arial"/>
                <a:ea typeface="Arial"/>
                <a:cs typeface="Arial"/>
              </a:defRPr>
            </a:lvl5pPr>
            <a:lvl6pPr algn="r">
              <a:defRPr sz="1125" b="1">
                <a:solidFill>
                  <a:srgbClr val="8A9DA9"/>
                </a:solidFill>
                <a:latin typeface="Arial"/>
                <a:ea typeface="Arial"/>
                <a:cs typeface="Arial"/>
              </a:defRPr>
            </a:lvl6pPr>
            <a:lvl7pPr algn="r">
              <a:defRPr sz="1125" b="1">
                <a:solidFill>
                  <a:srgbClr val="8A9DA9"/>
                </a:solidFill>
                <a:latin typeface="Arial"/>
                <a:ea typeface="Arial"/>
                <a:cs typeface="Arial"/>
              </a:defRPr>
            </a:lvl7pPr>
            <a:lvl8pPr algn="r">
              <a:defRPr sz="1125" b="1">
                <a:solidFill>
                  <a:srgbClr val="8A9DA9"/>
                </a:solidFill>
                <a:latin typeface="Arial"/>
                <a:ea typeface="Arial"/>
                <a:cs typeface="Arial"/>
              </a:defRPr>
            </a:lvl8pPr>
            <a:lvl9pPr algn="r">
              <a:defRPr sz="1125" b="1">
                <a:solidFill>
                  <a:srgbClr val="8A9DA9"/>
                </a:solidFill>
                <a:latin typeface="Arial"/>
                <a:ea typeface="Arial"/>
                <a:cs typeface="Arial"/>
              </a:defRPr>
            </a:lvl9pPr>
          </a:lstStyle>
          <a:p xmlns:a="http://schemas.openxmlformats.org/drawingml/2006/main">
            <a:pPr algn="r">
              <a:defRPr sz="1125" b="1">
                <a:solidFill>
                  <a:srgbClr val="8A9DA9"/>
                </a:solidFill>
                <a:latin typeface="Arial"/>
                <a:ea typeface="Arial"/>
                <a:cs typeface="Arial"/>
              </a:defRPr>
            </a:pPr>
            <a:r>
              <a:rPr sz="1125" b="1">
                <a:solidFill>
                  <a:srgbClr val="8A9DA9"/>
                </a:solidFill>
                <a:latin typeface="Arial"/>
                <a:ea typeface="Arial"/>
                <a:cs typeface="Arial"/>
              </a:rPr>
              <a:t>7.18</a:t>
            </a:r>
          </a:p>
        </p:txBody>
      </p:sp>
      <p:sp>
        <p:nvSpPr>
          <p:cNvPr id="112" name="Success model SmartVLA-Pi">
            <a:extLst xmlns:a="http://schemas.openxmlformats.org/drawingml/2006/main">
              <a:ext uri="{FF2B5EF4-FFF2-40B4-BE49-F238E27FC236}">
                <a16:creationId xmlns:a16="http://schemas.microsoft.com/office/drawing/2014/main" id="{6F6799DC-E1B0-4058-8AD3-A02006DD41C7}"/>
              </a:ext>
            </a:extLst>
          </p:cNvPr>
          <p:cNvSpPr>
            <a:spLocks xmlns:a="http://schemas.openxmlformats.org/drawingml/2006/main" noGrp="1"/>
          </p:cNvSpPr>
          <p:nvPr/>
        </p:nvSpPr>
        <p:spPr>
          <a:xfrm xmlns:a="http://schemas.openxmlformats.org/drawingml/2006/main">
            <a:off x="10058400" y="6038850"/>
            <a:ext cx="1333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65" b="1">
                <a:solidFill>
                  <a:srgbClr val="486C84"/>
                </a:solidFill>
                <a:latin typeface="Arial"/>
                <a:ea typeface="Arial"/>
                <a:cs typeface="Arial"/>
              </a:defRPr>
            </a:defPPr>
            <a:lvl1pPr algn="l">
              <a:defRPr sz="1065" b="1">
                <a:solidFill>
                  <a:srgbClr val="486C84"/>
                </a:solidFill>
                <a:latin typeface="Arial"/>
                <a:ea typeface="Arial"/>
                <a:cs typeface="Arial"/>
              </a:defRPr>
            </a:lvl1pPr>
            <a:lvl2pPr algn="l">
              <a:defRPr sz="1065" b="1">
                <a:solidFill>
                  <a:srgbClr val="486C84"/>
                </a:solidFill>
                <a:latin typeface="Arial"/>
                <a:ea typeface="Arial"/>
                <a:cs typeface="Arial"/>
              </a:defRPr>
            </a:lvl2pPr>
            <a:lvl3pPr algn="l">
              <a:defRPr sz="1065" b="1">
                <a:solidFill>
                  <a:srgbClr val="486C84"/>
                </a:solidFill>
                <a:latin typeface="Arial"/>
                <a:ea typeface="Arial"/>
                <a:cs typeface="Arial"/>
              </a:defRPr>
            </a:lvl3pPr>
            <a:lvl4pPr algn="l">
              <a:defRPr sz="1065" b="1">
                <a:solidFill>
                  <a:srgbClr val="486C84"/>
                </a:solidFill>
                <a:latin typeface="Arial"/>
                <a:ea typeface="Arial"/>
                <a:cs typeface="Arial"/>
              </a:defRPr>
            </a:lvl4pPr>
            <a:lvl5pPr algn="l">
              <a:defRPr sz="1065" b="1">
                <a:solidFill>
                  <a:srgbClr val="486C84"/>
                </a:solidFill>
                <a:latin typeface="Arial"/>
                <a:ea typeface="Arial"/>
                <a:cs typeface="Arial"/>
              </a:defRPr>
            </a:lvl5pPr>
            <a:lvl6pPr algn="l">
              <a:defRPr sz="1065" b="1">
                <a:solidFill>
                  <a:srgbClr val="486C84"/>
                </a:solidFill>
                <a:latin typeface="Arial"/>
                <a:ea typeface="Arial"/>
                <a:cs typeface="Arial"/>
              </a:defRPr>
            </a:lvl6pPr>
            <a:lvl7pPr algn="l">
              <a:defRPr sz="1065" b="1">
                <a:solidFill>
                  <a:srgbClr val="486C84"/>
                </a:solidFill>
                <a:latin typeface="Arial"/>
                <a:ea typeface="Arial"/>
                <a:cs typeface="Arial"/>
              </a:defRPr>
            </a:lvl7pPr>
            <a:lvl8pPr algn="l">
              <a:defRPr sz="1065" b="1">
                <a:solidFill>
                  <a:srgbClr val="486C84"/>
                </a:solidFill>
                <a:latin typeface="Arial"/>
                <a:ea typeface="Arial"/>
                <a:cs typeface="Arial"/>
              </a:defRPr>
            </a:lvl8pPr>
            <a:lvl9pPr algn="l">
              <a:defRPr sz="1065" b="1">
                <a:solidFill>
                  <a:srgbClr val="486C84"/>
                </a:solidFill>
                <a:latin typeface="Arial"/>
                <a:ea typeface="Arial"/>
                <a:cs typeface="Arial"/>
              </a:defRPr>
            </a:lvl9pPr>
          </a:lstStyle>
          <a:p xmlns:a="http://schemas.openxmlformats.org/drawingml/2006/main">
            <a:pPr algn="l">
              <a:defRPr sz="1065" b="1">
                <a:solidFill>
                  <a:srgbClr val="486C84"/>
                </a:solidFill>
                <a:latin typeface="Arial"/>
                <a:ea typeface="Arial"/>
                <a:cs typeface="Arial"/>
              </a:defRPr>
            </a:pPr>
            <a:r>
              <a:rPr sz="1065" b="1">
                <a:solidFill>
                  <a:srgbClr val="486C84"/>
                </a:solidFill>
                <a:latin typeface="Arial"/>
                <a:ea typeface="Arial"/>
                <a:cs typeface="Arial"/>
              </a:rPr>
              <a:t>SmartVLA-Pi</a:t>
            </a:r>
          </a:p>
        </p:txBody>
      </p:sp>
      <p:sp>
        <p:nvSpPr>
          <p:cNvPr id="113" name="Success bar SmartVLA-Pi">
            <a:extLst xmlns:a="http://schemas.openxmlformats.org/drawingml/2006/main">
              <a:ext uri="{FF2B5EF4-FFF2-40B4-BE49-F238E27FC236}">
                <a16:creationId xmlns:a16="http://schemas.microsoft.com/office/drawing/2014/main" id="{F22487C0-278F-4F92-BE98-68D40E08133A}"/>
              </a:ext>
            </a:extLst>
          </p:cNvPr>
          <p:cNvSpPr>
            <a:spLocks xmlns:a="http://schemas.openxmlformats.org/drawingml/2006/main" noGrp="1"/>
          </p:cNvSpPr>
          <p:nvPr/>
        </p:nvSpPr>
        <p:spPr>
          <a:xfrm xmlns:a="http://schemas.openxmlformats.org/drawingml/2006/main">
            <a:off x="11477625" y="6086475"/>
            <a:ext cx="1935285" cy="104775"/>
          </a:xfrm>
          <a:prstGeom xmlns:a="http://schemas.openxmlformats.org/drawingml/2006/main" prst="rect">
            <a:avLst/>
          </a:prstGeom>
          <a:solidFill xmlns:a="http://schemas.openxmlformats.org/drawingml/2006/main">
            <a:srgbClr val="486C84"/>
          </a:solidFill>
          <a:ln xmlns:a="http://schemas.openxmlformats.org/drawingml/2006/main" w="0">
            <a:noFill/>
            <a:prstDash val="solid"/>
          </a:ln>
        </p:spPr>
      </p:sp>
      <p:sp>
        <p:nvSpPr>
          <p:cNvPr id="114" name="Success percentage SmartVLA-Pi">
            <a:extLst xmlns:a="http://schemas.openxmlformats.org/drawingml/2006/main">
              <a:ext uri="{FF2B5EF4-FFF2-40B4-BE49-F238E27FC236}">
                <a16:creationId xmlns:a16="http://schemas.microsoft.com/office/drawing/2014/main" id="{0DBF910F-50C9-406F-B089-449960F9B901}"/>
              </a:ext>
            </a:extLst>
          </p:cNvPr>
          <p:cNvSpPr>
            <a:spLocks xmlns:a="http://schemas.openxmlformats.org/drawingml/2006/main" noGrp="1"/>
          </p:cNvSpPr>
          <p:nvPr/>
        </p:nvSpPr>
        <p:spPr>
          <a:xfrm xmlns:a="http://schemas.openxmlformats.org/drawingml/2006/main">
            <a:off x="14211300" y="6029325"/>
            <a:ext cx="533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1">
                <a:solidFill>
                  <a:srgbClr val="486C84"/>
                </a:solidFill>
                <a:latin typeface="Arial"/>
                <a:ea typeface="Arial"/>
                <a:cs typeface="Arial"/>
              </a:defRPr>
            </a:defPPr>
            <a:lvl1pPr algn="r">
              <a:defRPr sz="1125" b="1">
                <a:solidFill>
                  <a:srgbClr val="486C84"/>
                </a:solidFill>
                <a:latin typeface="Arial"/>
                <a:ea typeface="Arial"/>
                <a:cs typeface="Arial"/>
              </a:defRPr>
            </a:lvl1pPr>
            <a:lvl2pPr algn="r">
              <a:defRPr sz="1125" b="1">
                <a:solidFill>
                  <a:srgbClr val="486C84"/>
                </a:solidFill>
                <a:latin typeface="Arial"/>
                <a:ea typeface="Arial"/>
                <a:cs typeface="Arial"/>
              </a:defRPr>
            </a:lvl2pPr>
            <a:lvl3pPr algn="r">
              <a:defRPr sz="1125" b="1">
                <a:solidFill>
                  <a:srgbClr val="486C84"/>
                </a:solidFill>
                <a:latin typeface="Arial"/>
                <a:ea typeface="Arial"/>
                <a:cs typeface="Arial"/>
              </a:defRPr>
            </a:lvl3pPr>
            <a:lvl4pPr algn="r">
              <a:defRPr sz="1125" b="1">
                <a:solidFill>
                  <a:srgbClr val="486C84"/>
                </a:solidFill>
                <a:latin typeface="Arial"/>
                <a:ea typeface="Arial"/>
                <a:cs typeface="Arial"/>
              </a:defRPr>
            </a:lvl4pPr>
            <a:lvl5pPr algn="r">
              <a:defRPr sz="1125" b="1">
                <a:solidFill>
                  <a:srgbClr val="486C84"/>
                </a:solidFill>
                <a:latin typeface="Arial"/>
                <a:ea typeface="Arial"/>
                <a:cs typeface="Arial"/>
              </a:defRPr>
            </a:lvl5pPr>
            <a:lvl6pPr algn="r">
              <a:defRPr sz="1125" b="1">
                <a:solidFill>
                  <a:srgbClr val="486C84"/>
                </a:solidFill>
                <a:latin typeface="Arial"/>
                <a:ea typeface="Arial"/>
                <a:cs typeface="Arial"/>
              </a:defRPr>
            </a:lvl6pPr>
            <a:lvl7pPr algn="r">
              <a:defRPr sz="1125" b="1">
                <a:solidFill>
                  <a:srgbClr val="486C84"/>
                </a:solidFill>
                <a:latin typeface="Arial"/>
                <a:ea typeface="Arial"/>
                <a:cs typeface="Arial"/>
              </a:defRPr>
            </a:lvl7pPr>
            <a:lvl8pPr algn="r">
              <a:defRPr sz="1125" b="1">
                <a:solidFill>
                  <a:srgbClr val="486C84"/>
                </a:solidFill>
                <a:latin typeface="Arial"/>
                <a:ea typeface="Arial"/>
                <a:cs typeface="Arial"/>
              </a:defRPr>
            </a:lvl8pPr>
            <a:lvl9pPr algn="r">
              <a:defRPr sz="1125" b="1">
                <a:solidFill>
                  <a:srgbClr val="486C84"/>
                </a:solidFill>
                <a:latin typeface="Arial"/>
                <a:ea typeface="Arial"/>
                <a:cs typeface="Arial"/>
              </a:defRPr>
            </a:lvl9pPr>
          </a:lstStyle>
          <a:p xmlns:a="http://schemas.openxmlformats.org/drawingml/2006/main">
            <a:pPr algn="r">
              <a:defRPr sz="1125" b="1">
                <a:solidFill>
                  <a:srgbClr val="486C84"/>
                </a:solidFill>
                <a:latin typeface="Arial"/>
                <a:ea typeface="Arial"/>
                <a:cs typeface="Arial"/>
              </a:defRPr>
            </a:pPr>
            <a:r>
              <a:rPr sz="1125" b="1">
                <a:solidFill>
                  <a:srgbClr val="486C84"/>
                </a:solidFill>
                <a:latin typeface="Arial"/>
                <a:ea typeface="Arial"/>
                <a:cs typeface="Arial"/>
              </a:rPr>
              <a:t>14.67</a:t>
            </a:r>
          </a:p>
        </p:txBody>
      </p:sp>
      <p:sp>
        <p:nvSpPr>
          <p:cNvPr id="115" name="Success model SmartVLA-OFT">
            <a:extLst xmlns:a="http://schemas.openxmlformats.org/drawingml/2006/main">
              <a:ext uri="{FF2B5EF4-FFF2-40B4-BE49-F238E27FC236}">
                <a16:creationId xmlns:a16="http://schemas.microsoft.com/office/drawing/2014/main" id="{B84BC773-AAEB-4C27-8B86-37F493943699}"/>
              </a:ext>
            </a:extLst>
          </p:cNvPr>
          <p:cNvSpPr>
            <a:spLocks xmlns:a="http://schemas.openxmlformats.org/drawingml/2006/main" noGrp="1"/>
          </p:cNvSpPr>
          <p:nvPr/>
        </p:nvSpPr>
        <p:spPr>
          <a:xfrm xmlns:a="http://schemas.openxmlformats.org/drawingml/2006/main">
            <a:off x="10058400" y="6267450"/>
            <a:ext cx="13335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065" b="1">
                <a:solidFill>
                  <a:srgbClr val="4F796F"/>
                </a:solidFill>
                <a:latin typeface="Arial"/>
                <a:ea typeface="Arial"/>
                <a:cs typeface="Arial"/>
              </a:defRPr>
            </a:defPPr>
            <a:lvl1pPr algn="l">
              <a:defRPr sz="1065" b="1">
                <a:solidFill>
                  <a:srgbClr val="4F796F"/>
                </a:solidFill>
                <a:latin typeface="Arial"/>
                <a:ea typeface="Arial"/>
                <a:cs typeface="Arial"/>
              </a:defRPr>
            </a:lvl1pPr>
            <a:lvl2pPr algn="l">
              <a:defRPr sz="1065" b="1">
                <a:solidFill>
                  <a:srgbClr val="4F796F"/>
                </a:solidFill>
                <a:latin typeface="Arial"/>
                <a:ea typeface="Arial"/>
                <a:cs typeface="Arial"/>
              </a:defRPr>
            </a:lvl2pPr>
            <a:lvl3pPr algn="l">
              <a:defRPr sz="1065" b="1">
                <a:solidFill>
                  <a:srgbClr val="4F796F"/>
                </a:solidFill>
                <a:latin typeface="Arial"/>
                <a:ea typeface="Arial"/>
                <a:cs typeface="Arial"/>
              </a:defRPr>
            </a:lvl3pPr>
            <a:lvl4pPr algn="l">
              <a:defRPr sz="1065" b="1">
                <a:solidFill>
                  <a:srgbClr val="4F796F"/>
                </a:solidFill>
                <a:latin typeface="Arial"/>
                <a:ea typeface="Arial"/>
                <a:cs typeface="Arial"/>
              </a:defRPr>
            </a:lvl4pPr>
            <a:lvl5pPr algn="l">
              <a:defRPr sz="1065" b="1">
                <a:solidFill>
                  <a:srgbClr val="4F796F"/>
                </a:solidFill>
                <a:latin typeface="Arial"/>
                <a:ea typeface="Arial"/>
                <a:cs typeface="Arial"/>
              </a:defRPr>
            </a:lvl5pPr>
            <a:lvl6pPr algn="l">
              <a:defRPr sz="1065" b="1">
                <a:solidFill>
                  <a:srgbClr val="4F796F"/>
                </a:solidFill>
                <a:latin typeface="Arial"/>
                <a:ea typeface="Arial"/>
                <a:cs typeface="Arial"/>
              </a:defRPr>
            </a:lvl6pPr>
            <a:lvl7pPr algn="l">
              <a:defRPr sz="1065" b="1">
                <a:solidFill>
                  <a:srgbClr val="4F796F"/>
                </a:solidFill>
                <a:latin typeface="Arial"/>
                <a:ea typeface="Arial"/>
                <a:cs typeface="Arial"/>
              </a:defRPr>
            </a:lvl7pPr>
            <a:lvl8pPr algn="l">
              <a:defRPr sz="1065" b="1">
                <a:solidFill>
                  <a:srgbClr val="4F796F"/>
                </a:solidFill>
                <a:latin typeface="Arial"/>
                <a:ea typeface="Arial"/>
                <a:cs typeface="Arial"/>
              </a:defRPr>
            </a:lvl8pPr>
            <a:lvl9pPr algn="l">
              <a:defRPr sz="1065" b="1">
                <a:solidFill>
                  <a:srgbClr val="4F796F"/>
                </a:solidFill>
                <a:latin typeface="Arial"/>
                <a:ea typeface="Arial"/>
                <a:cs typeface="Arial"/>
              </a:defRPr>
            </a:lvl9pPr>
          </a:lstStyle>
          <a:p xmlns:a="http://schemas.openxmlformats.org/drawingml/2006/main">
            <a:pPr algn="l">
              <a:defRPr sz="1065" b="1">
                <a:solidFill>
                  <a:srgbClr val="4F796F"/>
                </a:solidFill>
                <a:latin typeface="Arial"/>
                <a:ea typeface="Arial"/>
                <a:cs typeface="Arial"/>
              </a:defRPr>
            </a:pPr>
            <a:r>
              <a:rPr sz="1065" b="1">
                <a:solidFill>
                  <a:srgbClr val="4F796F"/>
                </a:solidFill>
                <a:latin typeface="Arial"/>
                <a:ea typeface="Arial"/>
                <a:cs typeface="Arial"/>
              </a:rPr>
              <a:t>SmartVLA-OFT</a:t>
            </a:r>
          </a:p>
        </p:txBody>
      </p:sp>
      <p:sp>
        <p:nvSpPr>
          <p:cNvPr id="116" name="Success bar SmartVLA-OFT">
            <a:extLst xmlns:a="http://schemas.openxmlformats.org/drawingml/2006/main">
              <a:ext uri="{FF2B5EF4-FFF2-40B4-BE49-F238E27FC236}">
                <a16:creationId xmlns:a16="http://schemas.microsoft.com/office/drawing/2014/main" id="{F2E23EAB-66C6-4F1F-8C56-35567ACBE169}"/>
              </a:ext>
            </a:extLst>
          </p:cNvPr>
          <p:cNvSpPr>
            <a:spLocks xmlns:a="http://schemas.openxmlformats.org/drawingml/2006/main" noGrp="1"/>
          </p:cNvSpPr>
          <p:nvPr/>
        </p:nvSpPr>
        <p:spPr>
          <a:xfrm xmlns:a="http://schemas.openxmlformats.org/drawingml/2006/main">
            <a:off x="11477625" y="6315075"/>
            <a:ext cx="1850855" cy="104775"/>
          </a:xfrm>
          <a:prstGeom xmlns:a="http://schemas.openxmlformats.org/drawingml/2006/main" prst="rect">
            <a:avLst/>
          </a:prstGeom>
          <a:solidFill xmlns:a="http://schemas.openxmlformats.org/drawingml/2006/main">
            <a:srgbClr val="4F796F"/>
          </a:solidFill>
          <a:ln xmlns:a="http://schemas.openxmlformats.org/drawingml/2006/main" w="0">
            <a:noFill/>
            <a:prstDash val="solid"/>
          </a:ln>
        </p:spPr>
      </p:sp>
      <p:sp>
        <p:nvSpPr>
          <p:cNvPr id="117" name="Success percentage SmartVLA-OFT">
            <a:extLst xmlns:a="http://schemas.openxmlformats.org/drawingml/2006/main">
              <a:ext uri="{FF2B5EF4-FFF2-40B4-BE49-F238E27FC236}">
                <a16:creationId xmlns:a16="http://schemas.microsoft.com/office/drawing/2014/main" id="{67133EFC-3889-4814-9385-28C90D79CF52}"/>
              </a:ext>
            </a:extLst>
          </p:cNvPr>
          <p:cNvSpPr>
            <a:spLocks xmlns:a="http://schemas.openxmlformats.org/drawingml/2006/main" noGrp="1"/>
          </p:cNvSpPr>
          <p:nvPr/>
        </p:nvSpPr>
        <p:spPr>
          <a:xfrm xmlns:a="http://schemas.openxmlformats.org/drawingml/2006/main">
            <a:off x="14211300" y="6257925"/>
            <a:ext cx="533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125" b="1">
                <a:solidFill>
                  <a:srgbClr val="4F796F"/>
                </a:solidFill>
                <a:latin typeface="Arial"/>
                <a:ea typeface="Arial"/>
                <a:cs typeface="Arial"/>
              </a:defRPr>
            </a:defPPr>
            <a:lvl1pPr algn="r">
              <a:defRPr sz="1125" b="1">
                <a:solidFill>
                  <a:srgbClr val="4F796F"/>
                </a:solidFill>
                <a:latin typeface="Arial"/>
                <a:ea typeface="Arial"/>
                <a:cs typeface="Arial"/>
              </a:defRPr>
            </a:lvl1pPr>
            <a:lvl2pPr algn="r">
              <a:defRPr sz="1125" b="1">
                <a:solidFill>
                  <a:srgbClr val="4F796F"/>
                </a:solidFill>
                <a:latin typeface="Arial"/>
                <a:ea typeface="Arial"/>
                <a:cs typeface="Arial"/>
              </a:defRPr>
            </a:lvl2pPr>
            <a:lvl3pPr algn="r">
              <a:defRPr sz="1125" b="1">
                <a:solidFill>
                  <a:srgbClr val="4F796F"/>
                </a:solidFill>
                <a:latin typeface="Arial"/>
                <a:ea typeface="Arial"/>
                <a:cs typeface="Arial"/>
              </a:defRPr>
            </a:lvl3pPr>
            <a:lvl4pPr algn="r">
              <a:defRPr sz="1125" b="1">
                <a:solidFill>
                  <a:srgbClr val="4F796F"/>
                </a:solidFill>
                <a:latin typeface="Arial"/>
                <a:ea typeface="Arial"/>
                <a:cs typeface="Arial"/>
              </a:defRPr>
            </a:lvl4pPr>
            <a:lvl5pPr algn="r">
              <a:defRPr sz="1125" b="1">
                <a:solidFill>
                  <a:srgbClr val="4F796F"/>
                </a:solidFill>
                <a:latin typeface="Arial"/>
                <a:ea typeface="Arial"/>
                <a:cs typeface="Arial"/>
              </a:defRPr>
            </a:lvl5pPr>
            <a:lvl6pPr algn="r">
              <a:defRPr sz="1125" b="1">
                <a:solidFill>
                  <a:srgbClr val="4F796F"/>
                </a:solidFill>
                <a:latin typeface="Arial"/>
                <a:ea typeface="Arial"/>
                <a:cs typeface="Arial"/>
              </a:defRPr>
            </a:lvl6pPr>
            <a:lvl7pPr algn="r">
              <a:defRPr sz="1125" b="1">
                <a:solidFill>
                  <a:srgbClr val="4F796F"/>
                </a:solidFill>
                <a:latin typeface="Arial"/>
                <a:ea typeface="Arial"/>
                <a:cs typeface="Arial"/>
              </a:defRPr>
            </a:lvl7pPr>
            <a:lvl8pPr algn="r">
              <a:defRPr sz="1125" b="1">
                <a:solidFill>
                  <a:srgbClr val="4F796F"/>
                </a:solidFill>
                <a:latin typeface="Arial"/>
                <a:ea typeface="Arial"/>
                <a:cs typeface="Arial"/>
              </a:defRPr>
            </a:lvl8pPr>
            <a:lvl9pPr algn="r">
              <a:defRPr sz="1125" b="1">
                <a:solidFill>
                  <a:srgbClr val="4F796F"/>
                </a:solidFill>
                <a:latin typeface="Arial"/>
                <a:ea typeface="Arial"/>
                <a:cs typeface="Arial"/>
              </a:defRPr>
            </a:lvl9pPr>
          </a:lstStyle>
          <a:p xmlns:a="http://schemas.openxmlformats.org/drawingml/2006/main">
            <a:pPr algn="r">
              <a:defRPr sz="1125" b="1">
                <a:solidFill>
                  <a:srgbClr val="4F796F"/>
                </a:solidFill>
                <a:latin typeface="Arial"/>
                <a:ea typeface="Arial"/>
                <a:cs typeface="Arial"/>
              </a:defRPr>
            </a:pPr>
            <a:r>
              <a:rPr sz="1125" b="1">
                <a:solidFill>
                  <a:srgbClr val="4F796F"/>
                </a:solidFill>
                <a:latin typeface="Arial"/>
                <a:ea typeface="Arial"/>
                <a:cs typeface="Arial"/>
              </a:rPr>
              <a:t>14.03</a:t>
            </a:r>
          </a:p>
        </p:txBody>
      </p:sp>
      <p:sp>
        <p:nvSpPr>
          <p:cNvPr id="118" name="Matched protocol and training boundary">
            <a:extLst xmlns:a="http://schemas.openxmlformats.org/drawingml/2006/main">
              <a:ext uri="{FF2B5EF4-FFF2-40B4-BE49-F238E27FC236}">
                <a16:creationId xmlns:a16="http://schemas.microsoft.com/office/drawing/2014/main" id="{7A2F39A8-9918-411E-B577-A67B0D2D4255}"/>
              </a:ext>
            </a:extLst>
          </p:cNvPr>
          <p:cNvSpPr>
            <a:spLocks xmlns:a="http://schemas.openxmlformats.org/drawingml/2006/main" noGrp="1"/>
          </p:cNvSpPr>
          <p:nvPr/>
        </p:nvSpPr>
        <p:spPr>
          <a:xfrm xmlns:a="http://schemas.openxmlformats.org/drawingml/2006/main">
            <a:off x="190500" y="6667500"/>
            <a:ext cx="14706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938" b="0">
                <a:solidFill>
                  <a:srgbClr val="657D89"/>
                </a:solidFill>
                <a:latin typeface="Arial"/>
                <a:ea typeface="Arial"/>
                <a:cs typeface="Arial"/>
              </a:defRPr>
            </a:defPPr>
            <a:lvl1pPr algn="l">
              <a:defRPr sz="938" b="0">
                <a:solidFill>
                  <a:srgbClr val="657D89"/>
                </a:solidFill>
                <a:latin typeface="Arial"/>
                <a:ea typeface="Arial"/>
                <a:cs typeface="Arial"/>
              </a:defRPr>
            </a:lvl1pPr>
            <a:lvl2pPr algn="l">
              <a:defRPr sz="938" b="0">
                <a:solidFill>
                  <a:srgbClr val="657D89"/>
                </a:solidFill>
                <a:latin typeface="Arial"/>
                <a:ea typeface="Arial"/>
                <a:cs typeface="Arial"/>
              </a:defRPr>
            </a:lvl2pPr>
            <a:lvl3pPr algn="l">
              <a:defRPr sz="938" b="0">
                <a:solidFill>
                  <a:srgbClr val="657D89"/>
                </a:solidFill>
                <a:latin typeface="Arial"/>
                <a:ea typeface="Arial"/>
                <a:cs typeface="Arial"/>
              </a:defRPr>
            </a:lvl3pPr>
            <a:lvl4pPr algn="l">
              <a:defRPr sz="938" b="0">
                <a:solidFill>
                  <a:srgbClr val="657D89"/>
                </a:solidFill>
                <a:latin typeface="Arial"/>
                <a:ea typeface="Arial"/>
                <a:cs typeface="Arial"/>
              </a:defRPr>
            </a:lvl4pPr>
            <a:lvl5pPr algn="l">
              <a:defRPr sz="938" b="0">
                <a:solidFill>
                  <a:srgbClr val="657D89"/>
                </a:solidFill>
                <a:latin typeface="Arial"/>
                <a:ea typeface="Arial"/>
                <a:cs typeface="Arial"/>
              </a:defRPr>
            </a:lvl5pPr>
            <a:lvl6pPr algn="l">
              <a:defRPr sz="938" b="0">
                <a:solidFill>
                  <a:srgbClr val="657D89"/>
                </a:solidFill>
                <a:latin typeface="Arial"/>
                <a:ea typeface="Arial"/>
                <a:cs typeface="Arial"/>
              </a:defRPr>
            </a:lvl6pPr>
            <a:lvl7pPr algn="l">
              <a:defRPr sz="938" b="0">
                <a:solidFill>
                  <a:srgbClr val="657D89"/>
                </a:solidFill>
                <a:latin typeface="Arial"/>
                <a:ea typeface="Arial"/>
                <a:cs typeface="Arial"/>
              </a:defRPr>
            </a:lvl7pPr>
            <a:lvl8pPr algn="l">
              <a:defRPr sz="938" b="0">
                <a:solidFill>
                  <a:srgbClr val="657D89"/>
                </a:solidFill>
                <a:latin typeface="Arial"/>
                <a:ea typeface="Arial"/>
                <a:cs typeface="Arial"/>
              </a:defRPr>
            </a:lvl8pPr>
            <a:lvl9pPr algn="l">
              <a:defRPr sz="938" b="0">
                <a:solidFill>
                  <a:srgbClr val="657D89"/>
                </a:solidFill>
                <a:latin typeface="Arial"/>
                <a:ea typeface="Arial"/>
                <a:cs typeface="Arial"/>
              </a:defRPr>
            </a:lvl9pPr>
          </a:lstStyle>
          <a:p xmlns:a="http://schemas.openxmlformats.org/drawingml/2006/main">
            <a:pPr algn="l">
              <a:defRPr sz="938" b="0">
                <a:solidFill>
                  <a:srgbClr val="657D89"/>
                </a:solidFill>
                <a:latin typeface="Arial"/>
                <a:ea typeface="Arial"/>
                <a:cs typeface="Arial"/>
              </a:defRPr>
            </a:pPr>
            <a:r>
              <a:rPr sz="938" b="0">
                <a:solidFill>
                  <a:srgbClr val="657D89"/>
                </a:solidFill>
                <a:latin typeface="Arial"/>
                <a:ea typeface="Arial"/>
                <a:cs typeface="Arial"/>
              </a:rPr>
              <a:t>Evaluation trajectories are excluded from adaptation. Tasks, initializations and budgets are matched within each protocol.</a:t>
            </a:r>
          </a:p>
        </p:txBody>
      </p:sp>
      <p:sp xmlns:a="http://schemas.openxmlformats.org/drawingml/2006/main">
        <p:nvSpPr>
          <p:cNvPr id="120" name="polygon-622"/>
          <p:cNvSpPr>
            <a:spLocks noGrp="1"/>
          </p:cNvSpPr>
          <p:nvPr/>
        </p:nvSpPr>
        <p:spPr>
          <a:xfrm>
            <a:off x="12231976" y="2704425"/>
            <a:ext cx="461188" cy="532534"/>
          </a:xfrm>
          <a:custGeom>
            <a:avLst/>
            <a:gdLst/>
            <a:ahLst/>
            <a:cxnLst/>
            <a:pathLst>
              <a:path w="562424" h="649432">
                <a:moveTo>
                  <a:pt x="281212" y="0"/>
                </a:moveTo>
                <a:lnTo>
                  <a:pt x="562424" y="162358"/>
                </a:lnTo>
                <a:lnTo>
                  <a:pt x="562424" y="487074"/>
                </a:lnTo>
                <a:lnTo>
                  <a:pt x="281212" y="649432"/>
                </a:lnTo>
                <a:lnTo>
                  <a:pt x="0" y="487074"/>
                </a:lnTo>
                <a:lnTo>
                  <a:pt x="0" y="162358"/>
                </a:lnTo>
                <a:close/>
              </a:path>
            </a:pathLst>
          </a:custGeom>
          <a:noFill/>
          <a:ln w="10651">
            <a:solidFill>
              <a:srgbClr val="CBD6DF"/>
            </a:solidFill>
            <a:prstDash val="solid"/>
          </a:ln>
        </p:spPr>
      </p:sp>
      <p:sp xmlns:a="http://schemas.openxmlformats.org/drawingml/2006/main">
        <p:nvSpPr>
          <p:cNvPr id="121" name="polygon-623"/>
          <p:cNvSpPr>
            <a:spLocks noGrp="1"/>
          </p:cNvSpPr>
          <p:nvPr/>
        </p:nvSpPr>
        <p:spPr>
          <a:xfrm>
            <a:off x="12001382" y="2438159"/>
            <a:ext cx="922376" cy="1065068"/>
          </a:xfrm>
          <a:custGeom>
            <a:avLst/>
            <a:gdLst/>
            <a:ahLst/>
            <a:cxnLst/>
            <a:pathLst>
              <a:path w="1124849" h="1298864">
                <a:moveTo>
                  <a:pt x="562424" y="0"/>
                </a:moveTo>
                <a:lnTo>
                  <a:pt x="1124849" y="324716"/>
                </a:lnTo>
                <a:lnTo>
                  <a:pt x="1124849" y="974148"/>
                </a:lnTo>
                <a:lnTo>
                  <a:pt x="562424" y="1298864"/>
                </a:lnTo>
                <a:lnTo>
                  <a:pt x="0" y="974148"/>
                </a:lnTo>
                <a:lnTo>
                  <a:pt x="0" y="324716"/>
                </a:lnTo>
                <a:close/>
              </a:path>
            </a:pathLst>
          </a:custGeom>
          <a:noFill/>
          <a:ln w="10651">
            <a:solidFill>
              <a:srgbClr val="CBD6DF"/>
            </a:solidFill>
            <a:prstDash val="solid"/>
          </a:ln>
        </p:spPr>
      </p:sp>
      <p:sp xmlns:a="http://schemas.openxmlformats.org/drawingml/2006/main">
        <p:nvSpPr>
          <p:cNvPr id="122" name="polygon-624"/>
          <p:cNvSpPr>
            <a:spLocks noGrp="1"/>
          </p:cNvSpPr>
          <p:nvPr/>
        </p:nvSpPr>
        <p:spPr>
          <a:xfrm>
            <a:off x="11770788" y="2171891"/>
            <a:ext cx="1383564" cy="1597602"/>
          </a:xfrm>
          <a:custGeom>
            <a:avLst/>
            <a:gdLst/>
            <a:ahLst/>
            <a:cxnLst/>
            <a:pathLst>
              <a:path w="1687273" h="1948295">
                <a:moveTo>
                  <a:pt x="843637" y="0"/>
                </a:moveTo>
                <a:lnTo>
                  <a:pt x="1687273" y="487074"/>
                </a:lnTo>
                <a:lnTo>
                  <a:pt x="1687273" y="1461222"/>
                </a:lnTo>
                <a:lnTo>
                  <a:pt x="843637" y="1948295"/>
                </a:lnTo>
                <a:lnTo>
                  <a:pt x="0" y="1461222"/>
                </a:lnTo>
                <a:lnTo>
                  <a:pt x="0" y="487074"/>
                </a:lnTo>
                <a:close/>
              </a:path>
            </a:pathLst>
          </a:custGeom>
          <a:noFill/>
          <a:ln w="10651">
            <a:solidFill>
              <a:srgbClr val="CBD6DF"/>
            </a:solidFill>
            <a:prstDash val="solid"/>
          </a:ln>
        </p:spPr>
      </p:sp>
      <p:sp xmlns:a="http://schemas.openxmlformats.org/drawingml/2006/main">
        <p:nvSpPr>
          <p:cNvPr id="123" name="polygon-625"/>
          <p:cNvSpPr>
            <a:spLocks noGrp="1"/>
          </p:cNvSpPr>
          <p:nvPr/>
        </p:nvSpPr>
        <p:spPr>
          <a:xfrm>
            <a:off x="11540194" y="1905624"/>
            <a:ext cx="1844752" cy="2130136"/>
          </a:xfrm>
          <a:custGeom>
            <a:avLst/>
            <a:gdLst/>
            <a:ahLst/>
            <a:cxnLst/>
            <a:pathLst>
              <a:path w="2249698" h="2597727">
                <a:moveTo>
                  <a:pt x="1124849" y="0"/>
                </a:moveTo>
                <a:lnTo>
                  <a:pt x="2249698" y="649432"/>
                </a:lnTo>
                <a:lnTo>
                  <a:pt x="2249698" y="1948295"/>
                </a:lnTo>
                <a:lnTo>
                  <a:pt x="1124849" y="2597727"/>
                </a:lnTo>
                <a:lnTo>
                  <a:pt x="0" y="1948295"/>
                </a:lnTo>
                <a:lnTo>
                  <a:pt x="0" y="649432"/>
                </a:lnTo>
                <a:close/>
              </a:path>
            </a:pathLst>
          </a:custGeom>
          <a:noFill/>
          <a:ln w="10651">
            <a:solidFill>
              <a:srgbClr val="CBD6DF"/>
            </a:solidFill>
            <a:prstDash val="solid"/>
          </a:ln>
        </p:spPr>
      </p:sp>
      <p:sp xmlns:a="http://schemas.openxmlformats.org/drawingml/2006/main">
        <p:nvSpPr>
          <p:cNvPr id="124" name="line-626"/>
          <p:cNvSpPr>
            <a:spLocks noGrp="1"/>
          </p:cNvSpPr>
          <p:nvPr/>
        </p:nvSpPr>
        <p:spPr>
          <a:xfrm>
            <a:off x="12462570" y="1905624"/>
            <a:ext cx="78" cy="1065068"/>
          </a:xfrm>
          <a:custGeom>
            <a:avLst/>
            <a:gdLst/>
            <a:ahLst/>
            <a:cxnLst/>
            <a:pathLst>
              <a:path w="95" h="1298864">
                <a:moveTo>
                  <a:pt x="0" y="1298864"/>
                </a:moveTo>
                <a:lnTo>
                  <a:pt x="0" y="0"/>
                </a:lnTo>
              </a:path>
            </a:pathLst>
          </a:custGeom>
          <a:solidFill>
            <a:srgbClr val="000000"/>
          </a:solidFill>
          <a:ln w="8876">
            <a:solidFill>
              <a:srgbClr val="D6DEE5"/>
            </a:solidFill>
            <a:prstDash val="solid"/>
          </a:ln>
        </p:spPr>
      </p:sp>
      <p:sp xmlns:a="http://schemas.openxmlformats.org/drawingml/2006/main">
        <p:nvSpPr>
          <p:cNvPr id="125" name="line-627"/>
          <p:cNvSpPr>
            <a:spLocks noGrp="1"/>
          </p:cNvSpPr>
          <p:nvPr/>
        </p:nvSpPr>
        <p:spPr>
          <a:xfrm>
            <a:off x="12462570" y="2438159"/>
            <a:ext cx="922376" cy="532534"/>
          </a:xfrm>
          <a:custGeom>
            <a:avLst/>
            <a:gdLst/>
            <a:ahLst/>
            <a:cxnLst/>
            <a:pathLst>
              <a:path w="1124849" h="649432">
                <a:moveTo>
                  <a:pt x="0" y="649432"/>
                </a:moveTo>
                <a:lnTo>
                  <a:pt x="1124849" y="0"/>
                </a:lnTo>
              </a:path>
            </a:pathLst>
          </a:custGeom>
          <a:solidFill>
            <a:srgbClr val="000000"/>
          </a:solidFill>
          <a:ln w="8876">
            <a:solidFill>
              <a:srgbClr val="D6DEE5"/>
            </a:solidFill>
            <a:prstDash val="solid"/>
          </a:ln>
        </p:spPr>
      </p:sp>
      <p:sp xmlns:a="http://schemas.openxmlformats.org/drawingml/2006/main">
        <p:nvSpPr>
          <p:cNvPr id="126" name="line-628"/>
          <p:cNvSpPr>
            <a:spLocks noGrp="1"/>
          </p:cNvSpPr>
          <p:nvPr/>
        </p:nvSpPr>
        <p:spPr>
          <a:xfrm>
            <a:off x="12462570" y="2970692"/>
            <a:ext cx="922376" cy="532534"/>
          </a:xfrm>
          <a:custGeom>
            <a:avLst/>
            <a:gdLst/>
            <a:ahLst/>
            <a:cxnLst/>
            <a:pathLst>
              <a:path w="1124849" h="649432">
                <a:moveTo>
                  <a:pt x="0" y="0"/>
                </a:moveTo>
                <a:lnTo>
                  <a:pt x="1124849" y="649432"/>
                </a:lnTo>
              </a:path>
            </a:pathLst>
          </a:custGeom>
          <a:solidFill>
            <a:srgbClr val="000000"/>
          </a:solidFill>
          <a:ln w="8876">
            <a:solidFill>
              <a:srgbClr val="D6DEE5"/>
            </a:solidFill>
            <a:prstDash val="solid"/>
          </a:ln>
        </p:spPr>
      </p:sp>
      <p:sp xmlns:a="http://schemas.openxmlformats.org/drawingml/2006/main">
        <p:nvSpPr>
          <p:cNvPr id="127" name="line-629"/>
          <p:cNvSpPr>
            <a:spLocks noGrp="1"/>
          </p:cNvSpPr>
          <p:nvPr/>
        </p:nvSpPr>
        <p:spPr>
          <a:xfrm>
            <a:off x="12462570" y="2970692"/>
            <a:ext cx="78" cy="1065068"/>
          </a:xfrm>
          <a:custGeom>
            <a:avLst/>
            <a:gdLst/>
            <a:ahLst/>
            <a:cxnLst/>
            <a:pathLst>
              <a:path w="95" h="1298864">
                <a:moveTo>
                  <a:pt x="0" y="0"/>
                </a:moveTo>
                <a:lnTo>
                  <a:pt x="0" y="1298864"/>
                </a:lnTo>
              </a:path>
            </a:pathLst>
          </a:custGeom>
          <a:solidFill>
            <a:srgbClr val="000000"/>
          </a:solidFill>
          <a:ln w="8876">
            <a:solidFill>
              <a:srgbClr val="D6DEE5"/>
            </a:solidFill>
            <a:prstDash val="solid"/>
          </a:ln>
        </p:spPr>
      </p:sp>
      <p:sp xmlns:a="http://schemas.openxmlformats.org/drawingml/2006/main">
        <p:nvSpPr>
          <p:cNvPr id="128" name="line-630"/>
          <p:cNvSpPr>
            <a:spLocks noGrp="1"/>
          </p:cNvSpPr>
          <p:nvPr/>
        </p:nvSpPr>
        <p:spPr>
          <a:xfrm>
            <a:off x="11540194" y="2970692"/>
            <a:ext cx="922376" cy="532534"/>
          </a:xfrm>
          <a:custGeom>
            <a:avLst/>
            <a:gdLst/>
            <a:ahLst/>
            <a:cxnLst/>
            <a:pathLst>
              <a:path w="1124849" h="649432">
                <a:moveTo>
                  <a:pt x="1124849" y="0"/>
                </a:moveTo>
                <a:lnTo>
                  <a:pt x="0" y="649432"/>
                </a:lnTo>
              </a:path>
            </a:pathLst>
          </a:custGeom>
          <a:solidFill>
            <a:srgbClr val="000000"/>
          </a:solidFill>
          <a:ln w="8876">
            <a:solidFill>
              <a:srgbClr val="D6DEE5"/>
            </a:solidFill>
            <a:prstDash val="solid"/>
          </a:ln>
        </p:spPr>
      </p:sp>
      <p:sp xmlns:a="http://schemas.openxmlformats.org/drawingml/2006/main">
        <p:nvSpPr>
          <p:cNvPr id="129" name="line-631"/>
          <p:cNvSpPr>
            <a:spLocks noGrp="1"/>
          </p:cNvSpPr>
          <p:nvPr/>
        </p:nvSpPr>
        <p:spPr>
          <a:xfrm>
            <a:off x="11540194" y="2438159"/>
            <a:ext cx="922376" cy="532534"/>
          </a:xfrm>
          <a:custGeom>
            <a:avLst/>
            <a:gdLst/>
            <a:ahLst/>
            <a:cxnLst/>
            <a:pathLst>
              <a:path w="1124849" h="649432">
                <a:moveTo>
                  <a:pt x="1124849" y="649432"/>
                </a:moveTo>
                <a:lnTo>
                  <a:pt x="0" y="0"/>
                </a:lnTo>
              </a:path>
            </a:pathLst>
          </a:custGeom>
          <a:solidFill>
            <a:srgbClr val="000000"/>
          </a:solidFill>
          <a:ln w="8876">
            <a:solidFill>
              <a:srgbClr val="D6DEE5"/>
            </a:solidFill>
            <a:prstDash val="solid"/>
          </a:ln>
        </p:spPr>
      </p:sp>
      <p:sp xmlns:a="http://schemas.openxmlformats.org/drawingml/2006/main">
        <p:nvSpPr>
          <p:cNvPr id="130" name="text-632"/>
          <p:cNvSpPr>
            <a:spLocks noGrp="1"/>
          </p:cNvSpPr>
          <p:nvPr/>
        </p:nvSpPr>
        <p:spPr>
          <a:xfrm>
            <a:off x="12505173" y="2676059"/>
            <a:ext cx="170503" cy="122305"/>
          </a:xfrm>
          <a:prstGeom prst="rect">
            <a:avLst/>
          </a:prstGeom>
          <a:noFill/>
          <a:ln w="0">
            <a:noFill/>
          </a:ln>
        </p:spPr>
        <p:txBody>
          <a:bodyPr wrap="none" lIns="0" tIns="0" rIns="0" bIns="0" anchor="t">
            <a:noAutofit/>
          </a:bodyPr>
          <a:lstStyle>
            <a:defPPr algn="l">
              <a:defRPr sz="742" b="0" i="0">
                <a:solidFill>
                  <a:srgbClr val="8A98A2"/>
                </a:solidFill>
                <a:latin typeface="Arial" panose="020B0604020202090204"/>
                <a:ea typeface="Arial" panose="020B0604020202090204"/>
                <a:cs typeface="Arial" panose="020B0604020202090204"/>
              </a:defRPr>
            </a:defPPr>
            <a:lvl1pPr algn="l">
              <a:defRPr sz="742" b="0" i="0">
                <a:solidFill>
                  <a:srgbClr val="8A98A2"/>
                </a:solidFill>
                <a:latin typeface="Arial" panose="020B0604020202090204"/>
                <a:ea typeface="Arial" panose="020B0604020202090204"/>
                <a:cs typeface="Arial" panose="020B0604020202090204"/>
              </a:defRPr>
            </a:lvl1pPr>
            <a:lvl2pPr algn="l">
              <a:defRPr sz="742" b="0" i="0">
                <a:solidFill>
                  <a:srgbClr val="8A98A2"/>
                </a:solidFill>
                <a:latin typeface="Arial" panose="020B0604020202090204"/>
                <a:ea typeface="Arial" panose="020B0604020202090204"/>
                <a:cs typeface="Arial" panose="020B0604020202090204"/>
              </a:defRPr>
            </a:lvl2pPr>
            <a:lvl3pPr algn="l">
              <a:defRPr sz="742" b="0" i="0">
                <a:solidFill>
                  <a:srgbClr val="8A98A2"/>
                </a:solidFill>
                <a:latin typeface="Arial" panose="020B0604020202090204"/>
                <a:ea typeface="Arial" panose="020B0604020202090204"/>
                <a:cs typeface="Arial" panose="020B0604020202090204"/>
              </a:defRPr>
            </a:lvl3pPr>
            <a:lvl4pPr algn="l">
              <a:defRPr sz="742" b="0" i="0">
                <a:solidFill>
                  <a:srgbClr val="8A98A2"/>
                </a:solidFill>
                <a:latin typeface="Arial" panose="020B0604020202090204"/>
                <a:ea typeface="Arial" panose="020B0604020202090204"/>
                <a:cs typeface="Arial" panose="020B0604020202090204"/>
              </a:defRPr>
            </a:lvl4pPr>
            <a:lvl5pPr algn="l">
              <a:defRPr sz="742" b="0" i="0">
                <a:solidFill>
                  <a:srgbClr val="8A98A2"/>
                </a:solidFill>
                <a:latin typeface="Arial" panose="020B0604020202090204"/>
                <a:ea typeface="Arial" panose="020B0604020202090204"/>
                <a:cs typeface="Arial" panose="020B0604020202090204"/>
              </a:defRPr>
            </a:lvl5pPr>
            <a:lvl6pPr algn="l">
              <a:defRPr sz="742" b="0" i="0">
                <a:solidFill>
                  <a:srgbClr val="8A98A2"/>
                </a:solidFill>
                <a:latin typeface="Arial" panose="020B0604020202090204"/>
                <a:ea typeface="Arial" panose="020B0604020202090204"/>
                <a:cs typeface="Arial" panose="020B0604020202090204"/>
              </a:defRPr>
            </a:lvl6pPr>
            <a:lvl7pPr algn="l">
              <a:defRPr sz="742" b="0" i="0">
                <a:solidFill>
                  <a:srgbClr val="8A98A2"/>
                </a:solidFill>
                <a:latin typeface="Arial" panose="020B0604020202090204"/>
                <a:ea typeface="Arial" panose="020B0604020202090204"/>
                <a:cs typeface="Arial" panose="020B0604020202090204"/>
              </a:defRPr>
            </a:lvl7pPr>
            <a:lvl8pPr algn="l">
              <a:defRPr sz="742" b="0" i="0">
                <a:solidFill>
                  <a:srgbClr val="8A98A2"/>
                </a:solidFill>
                <a:latin typeface="Arial" panose="020B0604020202090204"/>
                <a:ea typeface="Arial" panose="020B0604020202090204"/>
                <a:cs typeface="Arial" panose="020B0604020202090204"/>
              </a:defRPr>
            </a:lvl8pPr>
            <a:lvl9pPr algn="l">
              <a:defRPr sz="742" b="0" i="0">
                <a:solidFill>
                  <a:srgbClr val="8A98A2"/>
                </a:solidFill>
                <a:latin typeface="Arial" panose="020B0604020202090204"/>
                <a:ea typeface="Arial" panose="020B0604020202090204"/>
                <a:cs typeface="Arial" panose="020B0604020202090204"/>
              </a:defRPr>
            </a:lvl9pPr>
          </a:lstStyle>
          <a:p>
            <a:pPr algn="l">
              <a:defRPr sz="742" b="0" i="0">
                <a:solidFill>
                  <a:srgbClr val="8A98A2"/>
                </a:solidFill>
                <a:latin typeface="Arial" panose="020B0604020202090204"/>
                <a:ea typeface="Arial" panose="020B0604020202090204"/>
                <a:cs typeface="Arial" panose="020B0604020202090204"/>
              </a:defRPr>
            </a:pPr>
            <a:r>
              <a:rPr sz="742" b="0" i="0">
                <a:solidFill>
                  <a:srgbClr val="8A98A2"/>
                </a:solidFill>
                <a:latin typeface="Arial" panose="020B0604020202090204"/>
                <a:ea typeface="Arial" panose="020B0604020202090204"/>
                <a:cs typeface="Arial" panose="020B0604020202090204"/>
              </a:rPr>
              <a:t>25</a:t>
            </a:r>
            <a:endParaRPr sz="742" b="0" i="0">
              <a:solidFill>
                <a:srgbClr val="8A98A2"/>
              </a:solidFill>
              <a:latin typeface="Arial" panose="020B0604020202090204"/>
              <a:ea typeface="Arial" panose="020B0604020202090204"/>
              <a:cs typeface="Arial" panose="020B0604020202090204"/>
            </a:endParaRPr>
          </a:p>
        </p:txBody>
      </p:sp>
      <p:sp xmlns:a="http://schemas.openxmlformats.org/drawingml/2006/main">
        <p:nvSpPr>
          <p:cNvPr id="131" name="text-633"/>
          <p:cNvSpPr>
            <a:spLocks noGrp="1"/>
          </p:cNvSpPr>
          <p:nvPr/>
        </p:nvSpPr>
        <p:spPr>
          <a:xfrm>
            <a:off x="12505173" y="2409793"/>
            <a:ext cx="170503" cy="122305"/>
          </a:xfrm>
          <a:prstGeom prst="rect">
            <a:avLst/>
          </a:prstGeom>
          <a:noFill/>
          <a:ln w="0">
            <a:noFill/>
          </a:ln>
        </p:spPr>
        <p:txBody>
          <a:bodyPr wrap="none" lIns="0" tIns="0" rIns="0" bIns="0" anchor="t">
            <a:noAutofit/>
          </a:bodyPr>
          <a:lstStyle>
            <a:defPPr algn="l">
              <a:defRPr sz="742" b="0" i="0">
                <a:solidFill>
                  <a:srgbClr val="8A98A2"/>
                </a:solidFill>
                <a:latin typeface="Arial" panose="020B0604020202090204"/>
                <a:ea typeface="Arial" panose="020B0604020202090204"/>
                <a:cs typeface="Arial" panose="020B0604020202090204"/>
              </a:defRPr>
            </a:defPPr>
            <a:lvl1pPr algn="l">
              <a:defRPr sz="742" b="0" i="0">
                <a:solidFill>
                  <a:srgbClr val="8A98A2"/>
                </a:solidFill>
                <a:latin typeface="Arial" panose="020B0604020202090204"/>
                <a:ea typeface="Arial" panose="020B0604020202090204"/>
                <a:cs typeface="Arial" panose="020B0604020202090204"/>
              </a:defRPr>
            </a:lvl1pPr>
            <a:lvl2pPr algn="l">
              <a:defRPr sz="742" b="0" i="0">
                <a:solidFill>
                  <a:srgbClr val="8A98A2"/>
                </a:solidFill>
                <a:latin typeface="Arial" panose="020B0604020202090204"/>
                <a:ea typeface="Arial" panose="020B0604020202090204"/>
                <a:cs typeface="Arial" panose="020B0604020202090204"/>
              </a:defRPr>
            </a:lvl2pPr>
            <a:lvl3pPr algn="l">
              <a:defRPr sz="742" b="0" i="0">
                <a:solidFill>
                  <a:srgbClr val="8A98A2"/>
                </a:solidFill>
                <a:latin typeface="Arial" panose="020B0604020202090204"/>
                <a:ea typeface="Arial" panose="020B0604020202090204"/>
                <a:cs typeface="Arial" panose="020B0604020202090204"/>
              </a:defRPr>
            </a:lvl3pPr>
            <a:lvl4pPr algn="l">
              <a:defRPr sz="742" b="0" i="0">
                <a:solidFill>
                  <a:srgbClr val="8A98A2"/>
                </a:solidFill>
                <a:latin typeface="Arial" panose="020B0604020202090204"/>
                <a:ea typeface="Arial" panose="020B0604020202090204"/>
                <a:cs typeface="Arial" panose="020B0604020202090204"/>
              </a:defRPr>
            </a:lvl4pPr>
            <a:lvl5pPr algn="l">
              <a:defRPr sz="742" b="0" i="0">
                <a:solidFill>
                  <a:srgbClr val="8A98A2"/>
                </a:solidFill>
                <a:latin typeface="Arial" panose="020B0604020202090204"/>
                <a:ea typeface="Arial" panose="020B0604020202090204"/>
                <a:cs typeface="Arial" panose="020B0604020202090204"/>
              </a:defRPr>
            </a:lvl5pPr>
            <a:lvl6pPr algn="l">
              <a:defRPr sz="742" b="0" i="0">
                <a:solidFill>
                  <a:srgbClr val="8A98A2"/>
                </a:solidFill>
                <a:latin typeface="Arial" panose="020B0604020202090204"/>
                <a:ea typeface="Arial" panose="020B0604020202090204"/>
                <a:cs typeface="Arial" panose="020B0604020202090204"/>
              </a:defRPr>
            </a:lvl6pPr>
            <a:lvl7pPr algn="l">
              <a:defRPr sz="742" b="0" i="0">
                <a:solidFill>
                  <a:srgbClr val="8A98A2"/>
                </a:solidFill>
                <a:latin typeface="Arial" panose="020B0604020202090204"/>
                <a:ea typeface="Arial" panose="020B0604020202090204"/>
                <a:cs typeface="Arial" panose="020B0604020202090204"/>
              </a:defRPr>
            </a:lvl7pPr>
            <a:lvl8pPr algn="l">
              <a:defRPr sz="742" b="0" i="0">
                <a:solidFill>
                  <a:srgbClr val="8A98A2"/>
                </a:solidFill>
                <a:latin typeface="Arial" panose="020B0604020202090204"/>
                <a:ea typeface="Arial" panose="020B0604020202090204"/>
                <a:cs typeface="Arial" panose="020B0604020202090204"/>
              </a:defRPr>
            </a:lvl8pPr>
            <a:lvl9pPr algn="l">
              <a:defRPr sz="742" b="0" i="0">
                <a:solidFill>
                  <a:srgbClr val="8A98A2"/>
                </a:solidFill>
                <a:latin typeface="Arial" panose="020B0604020202090204"/>
                <a:ea typeface="Arial" panose="020B0604020202090204"/>
                <a:cs typeface="Arial" panose="020B0604020202090204"/>
              </a:defRPr>
            </a:lvl9pPr>
          </a:lstStyle>
          <a:p>
            <a:pPr algn="l">
              <a:defRPr sz="742" b="0" i="0">
                <a:solidFill>
                  <a:srgbClr val="8A98A2"/>
                </a:solidFill>
                <a:latin typeface="Arial" panose="020B0604020202090204"/>
                <a:ea typeface="Arial" panose="020B0604020202090204"/>
                <a:cs typeface="Arial" panose="020B0604020202090204"/>
              </a:defRPr>
            </a:pPr>
            <a:r>
              <a:rPr sz="742" b="0" i="0">
                <a:solidFill>
                  <a:srgbClr val="8A98A2"/>
                </a:solidFill>
                <a:latin typeface="Arial" panose="020B0604020202090204"/>
                <a:ea typeface="Arial" panose="020B0604020202090204"/>
                <a:cs typeface="Arial" panose="020B0604020202090204"/>
              </a:rPr>
              <a:t>50</a:t>
            </a:r>
            <a:endParaRPr sz="742" b="0" i="0">
              <a:solidFill>
                <a:srgbClr val="8A98A2"/>
              </a:solidFill>
              <a:latin typeface="Arial" panose="020B0604020202090204"/>
              <a:ea typeface="Arial" panose="020B0604020202090204"/>
              <a:cs typeface="Arial" panose="020B0604020202090204"/>
            </a:endParaRPr>
          </a:p>
        </p:txBody>
      </p:sp>
      <p:sp xmlns:a="http://schemas.openxmlformats.org/drawingml/2006/main">
        <p:nvSpPr>
          <p:cNvPr id="132" name="text-634"/>
          <p:cNvSpPr>
            <a:spLocks noGrp="1"/>
          </p:cNvSpPr>
          <p:nvPr/>
        </p:nvSpPr>
        <p:spPr>
          <a:xfrm>
            <a:off x="12505173" y="2143526"/>
            <a:ext cx="170503" cy="122305"/>
          </a:xfrm>
          <a:prstGeom prst="rect">
            <a:avLst/>
          </a:prstGeom>
          <a:noFill/>
          <a:ln w="0">
            <a:noFill/>
          </a:ln>
        </p:spPr>
        <p:txBody>
          <a:bodyPr wrap="none" lIns="0" tIns="0" rIns="0" bIns="0" anchor="t">
            <a:noAutofit/>
          </a:bodyPr>
          <a:lstStyle>
            <a:defPPr algn="l">
              <a:defRPr sz="742" b="0" i="0">
                <a:solidFill>
                  <a:srgbClr val="8A98A2"/>
                </a:solidFill>
                <a:latin typeface="Arial" panose="020B0604020202090204"/>
                <a:ea typeface="Arial" panose="020B0604020202090204"/>
                <a:cs typeface="Arial" panose="020B0604020202090204"/>
              </a:defRPr>
            </a:defPPr>
            <a:lvl1pPr algn="l">
              <a:defRPr sz="742" b="0" i="0">
                <a:solidFill>
                  <a:srgbClr val="8A98A2"/>
                </a:solidFill>
                <a:latin typeface="Arial" panose="020B0604020202090204"/>
                <a:ea typeface="Arial" panose="020B0604020202090204"/>
                <a:cs typeface="Arial" panose="020B0604020202090204"/>
              </a:defRPr>
            </a:lvl1pPr>
            <a:lvl2pPr algn="l">
              <a:defRPr sz="742" b="0" i="0">
                <a:solidFill>
                  <a:srgbClr val="8A98A2"/>
                </a:solidFill>
                <a:latin typeface="Arial" panose="020B0604020202090204"/>
                <a:ea typeface="Arial" panose="020B0604020202090204"/>
                <a:cs typeface="Arial" panose="020B0604020202090204"/>
              </a:defRPr>
            </a:lvl2pPr>
            <a:lvl3pPr algn="l">
              <a:defRPr sz="742" b="0" i="0">
                <a:solidFill>
                  <a:srgbClr val="8A98A2"/>
                </a:solidFill>
                <a:latin typeface="Arial" panose="020B0604020202090204"/>
                <a:ea typeface="Arial" panose="020B0604020202090204"/>
                <a:cs typeface="Arial" panose="020B0604020202090204"/>
              </a:defRPr>
            </a:lvl3pPr>
            <a:lvl4pPr algn="l">
              <a:defRPr sz="742" b="0" i="0">
                <a:solidFill>
                  <a:srgbClr val="8A98A2"/>
                </a:solidFill>
                <a:latin typeface="Arial" panose="020B0604020202090204"/>
                <a:ea typeface="Arial" panose="020B0604020202090204"/>
                <a:cs typeface="Arial" panose="020B0604020202090204"/>
              </a:defRPr>
            </a:lvl4pPr>
            <a:lvl5pPr algn="l">
              <a:defRPr sz="742" b="0" i="0">
                <a:solidFill>
                  <a:srgbClr val="8A98A2"/>
                </a:solidFill>
                <a:latin typeface="Arial" panose="020B0604020202090204"/>
                <a:ea typeface="Arial" panose="020B0604020202090204"/>
                <a:cs typeface="Arial" panose="020B0604020202090204"/>
              </a:defRPr>
            </a:lvl5pPr>
            <a:lvl6pPr algn="l">
              <a:defRPr sz="742" b="0" i="0">
                <a:solidFill>
                  <a:srgbClr val="8A98A2"/>
                </a:solidFill>
                <a:latin typeface="Arial" panose="020B0604020202090204"/>
                <a:ea typeface="Arial" panose="020B0604020202090204"/>
                <a:cs typeface="Arial" panose="020B0604020202090204"/>
              </a:defRPr>
            </a:lvl6pPr>
            <a:lvl7pPr algn="l">
              <a:defRPr sz="742" b="0" i="0">
                <a:solidFill>
                  <a:srgbClr val="8A98A2"/>
                </a:solidFill>
                <a:latin typeface="Arial" panose="020B0604020202090204"/>
                <a:ea typeface="Arial" panose="020B0604020202090204"/>
                <a:cs typeface="Arial" panose="020B0604020202090204"/>
              </a:defRPr>
            </a:lvl7pPr>
            <a:lvl8pPr algn="l">
              <a:defRPr sz="742" b="0" i="0">
                <a:solidFill>
                  <a:srgbClr val="8A98A2"/>
                </a:solidFill>
                <a:latin typeface="Arial" panose="020B0604020202090204"/>
                <a:ea typeface="Arial" panose="020B0604020202090204"/>
                <a:cs typeface="Arial" panose="020B0604020202090204"/>
              </a:defRPr>
            </a:lvl8pPr>
            <a:lvl9pPr algn="l">
              <a:defRPr sz="742" b="0" i="0">
                <a:solidFill>
                  <a:srgbClr val="8A98A2"/>
                </a:solidFill>
                <a:latin typeface="Arial" panose="020B0604020202090204"/>
                <a:ea typeface="Arial" panose="020B0604020202090204"/>
                <a:cs typeface="Arial" panose="020B0604020202090204"/>
              </a:defRPr>
            </a:lvl9pPr>
          </a:lstStyle>
          <a:p>
            <a:pPr algn="l">
              <a:defRPr sz="742" b="0" i="0">
                <a:solidFill>
                  <a:srgbClr val="8A98A2"/>
                </a:solidFill>
                <a:latin typeface="Arial" panose="020B0604020202090204"/>
                <a:ea typeface="Arial" panose="020B0604020202090204"/>
                <a:cs typeface="Arial" panose="020B0604020202090204"/>
              </a:defRPr>
            </a:pPr>
            <a:r>
              <a:rPr sz="742" b="0" i="0">
                <a:solidFill>
                  <a:srgbClr val="8A98A2"/>
                </a:solidFill>
                <a:latin typeface="Arial" panose="020B0604020202090204"/>
                <a:ea typeface="Arial" panose="020B0604020202090204"/>
                <a:cs typeface="Arial" panose="020B0604020202090204"/>
              </a:rPr>
              <a:t>75</a:t>
            </a:r>
            <a:endParaRPr sz="742" b="0" i="0">
              <a:solidFill>
                <a:srgbClr val="8A98A2"/>
              </a:solidFill>
              <a:latin typeface="Arial" panose="020B0604020202090204"/>
              <a:ea typeface="Arial" panose="020B0604020202090204"/>
              <a:cs typeface="Arial" panose="020B0604020202090204"/>
            </a:endParaRPr>
          </a:p>
        </p:txBody>
      </p:sp>
      <p:sp xmlns:a="http://schemas.openxmlformats.org/drawingml/2006/main">
        <p:nvSpPr>
          <p:cNvPr id="133" name="text-635"/>
          <p:cNvSpPr>
            <a:spLocks noGrp="1"/>
          </p:cNvSpPr>
          <p:nvPr/>
        </p:nvSpPr>
        <p:spPr>
          <a:xfrm>
            <a:off x="12505173" y="1877259"/>
            <a:ext cx="306480" cy="122305"/>
          </a:xfrm>
          <a:prstGeom prst="rect">
            <a:avLst/>
          </a:prstGeom>
          <a:noFill/>
          <a:ln w="0">
            <a:noFill/>
          </a:ln>
        </p:spPr>
        <p:txBody>
          <a:bodyPr wrap="none" lIns="0" tIns="0" rIns="0" bIns="0" anchor="t">
            <a:noAutofit/>
          </a:bodyPr>
          <a:lstStyle>
            <a:defPPr algn="l">
              <a:defRPr sz="742" b="0" i="0">
                <a:solidFill>
                  <a:srgbClr val="8A98A2"/>
                </a:solidFill>
                <a:latin typeface="Arial" panose="020B0604020202090204"/>
                <a:ea typeface="Arial" panose="020B0604020202090204"/>
                <a:cs typeface="Arial" panose="020B0604020202090204"/>
              </a:defRPr>
            </a:defPPr>
            <a:lvl1pPr algn="l">
              <a:defRPr sz="742" b="0" i="0">
                <a:solidFill>
                  <a:srgbClr val="8A98A2"/>
                </a:solidFill>
                <a:latin typeface="Arial" panose="020B0604020202090204"/>
                <a:ea typeface="Arial" panose="020B0604020202090204"/>
                <a:cs typeface="Arial" panose="020B0604020202090204"/>
              </a:defRPr>
            </a:lvl1pPr>
            <a:lvl2pPr algn="l">
              <a:defRPr sz="742" b="0" i="0">
                <a:solidFill>
                  <a:srgbClr val="8A98A2"/>
                </a:solidFill>
                <a:latin typeface="Arial" panose="020B0604020202090204"/>
                <a:ea typeface="Arial" panose="020B0604020202090204"/>
                <a:cs typeface="Arial" panose="020B0604020202090204"/>
              </a:defRPr>
            </a:lvl2pPr>
            <a:lvl3pPr algn="l">
              <a:defRPr sz="742" b="0" i="0">
                <a:solidFill>
                  <a:srgbClr val="8A98A2"/>
                </a:solidFill>
                <a:latin typeface="Arial" panose="020B0604020202090204"/>
                <a:ea typeface="Arial" panose="020B0604020202090204"/>
                <a:cs typeface="Arial" panose="020B0604020202090204"/>
              </a:defRPr>
            </a:lvl3pPr>
            <a:lvl4pPr algn="l">
              <a:defRPr sz="742" b="0" i="0">
                <a:solidFill>
                  <a:srgbClr val="8A98A2"/>
                </a:solidFill>
                <a:latin typeface="Arial" panose="020B0604020202090204"/>
                <a:ea typeface="Arial" panose="020B0604020202090204"/>
                <a:cs typeface="Arial" panose="020B0604020202090204"/>
              </a:defRPr>
            </a:lvl4pPr>
            <a:lvl5pPr algn="l">
              <a:defRPr sz="742" b="0" i="0">
                <a:solidFill>
                  <a:srgbClr val="8A98A2"/>
                </a:solidFill>
                <a:latin typeface="Arial" panose="020B0604020202090204"/>
                <a:ea typeface="Arial" panose="020B0604020202090204"/>
                <a:cs typeface="Arial" panose="020B0604020202090204"/>
              </a:defRPr>
            </a:lvl5pPr>
            <a:lvl6pPr algn="l">
              <a:defRPr sz="742" b="0" i="0">
                <a:solidFill>
                  <a:srgbClr val="8A98A2"/>
                </a:solidFill>
                <a:latin typeface="Arial" panose="020B0604020202090204"/>
                <a:ea typeface="Arial" panose="020B0604020202090204"/>
                <a:cs typeface="Arial" panose="020B0604020202090204"/>
              </a:defRPr>
            </a:lvl6pPr>
            <a:lvl7pPr algn="l">
              <a:defRPr sz="742" b="0" i="0">
                <a:solidFill>
                  <a:srgbClr val="8A98A2"/>
                </a:solidFill>
                <a:latin typeface="Arial" panose="020B0604020202090204"/>
                <a:ea typeface="Arial" panose="020B0604020202090204"/>
                <a:cs typeface="Arial" panose="020B0604020202090204"/>
              </a:defRPr>
            </a:lvl7pPr>
            <a:lvl8pPr algn="l">
              <a:defRPr sz="742" b="0" i="0">
                <a:solidFill>
                  <a:srgbClr val="8A98A2"/>
                </a:solidFill>
                <a:latin typeface="Arial" panose="020B0604020202090204"/>
                <a:ea typeface="Arial" panose="020B0604020202090204"/>
                <a:cs typeface="Arial" panose="020B0604020202090204"/>
              </a:defRPr>
            </a:lvl8pPr>
            <a:lvl9pPr algn="l">
              <a:defRPr sz="742" b="0" i="0">
                <a:solidFill>
                  <a:srgbClr val="8A98A2"/>
                </a:solidFill>
                <a:latin typeface="Arial" panose="020B0604020202090204"/>
                <a:ea typeface="Arial" panose="020B0604020202090204"/>
                <a:cs typeface="Arial" panose="020B0604020202090204"/>
              </a:defRPr>
            </a:lvl9pPr>
          </a:lstStyle>
          <a:p>
            <a:pPr algn="l">
              <a:defRPr sz="742" b="0" i="0">
                <a:solidFill>
                  <a:srgbClr val="8A98A2"/>
                </a:solidFill>
                <a:latin typeface="Arial" panose="020B0604020202090204"/>
                <a:ea typeface="Arial" panose="020B0604020202090204"/>
                <a:cs typeface="Arial" panose="020B0604020202090204"/>
              </a:defRPr>
            </a:pPr>
            <a:r>
              <a:rPr sz="742" b="0" i="0">
                <a:solidFill>
                  <a:srgbClr val="8A98A2"/>
                </a:solidFill>
                <a:latin typeface="Arial" panose="020B0604020202090204"/>
                <a:ea typeface="Arial" panose="020B0604020202090204"/>
                <a:cs typeface="Arial" panose="020B0604020202090204"/>
              </a:rPr>
              <a:t>100%</a:t>
            </a:r>
            <a:endParaRPr sz="742" b="0" i="0">
              <a:solidFill>
                <a:srgbClr val="8A98A2"/>
              </a:solidFill>
              <a:latin typeface="Arial" panose="020B0604020202090204"/>
              <a:ea typeface="Arial" panose="020B0604020202090204"/>
              <a:cs typeface="Arial" panose="020B0604020202090204"/>
            </a:endParaRPr>
          </a:p>
        </p:txBody>
      </p:sp>
      <p:sp xmlns:a="http://schemas.openxmlformats.org/drawingml/2006/main">
        <p:nvSpPr>
          <p:cNvPr id="134" name="polygon-636"/>
          <p:cNvSpPr>
            <a:spLocks noGrp="1"/>
          </p:cNvSpPr>
          <p:nvPr/>
        </p:nvSpPr>
        <p:spPr>
          <a:xfrm>
            <a:off x="12462570" y="2155915"/>
            <a:ext cx="159387" cy="814777"/>
          </a:xfrm>
          <a:custGeom>
            <a:avLst/>
            <a:gdLst/>
            <a:ahLst/>
            <a:cxnLst/>
            <a:pathLst>
              <a:path w="194374" h="993631">
                <a:moveTo>
                  <a:pt x="0" y="0"/>
                </a:moveTo>
                <a:lnTo>
                  <a:pt x="194374" y="881409"/>
                </a:lnTo>
                <a:lnTo>
                  <a:pt x="0" y="993631"/>
                </a:lnTo>
                <a:lnTo>
                  <a:pt x="0" y="993631"/>
                </a:lnTo>
                <a:lnTo>
                  <a:pt x="0" y="993631"/>
                </a:lnTo>
                <a:lnTo>
                  <a:pt x="0" y="993631"/>
                </a:lnTo>
                <a:close/>
              </a:path>
            </a:pathLst>
          </a:custGeom>
          <a:noFill/>
          <a:ln w="15976">
            <a:solidFill>
              <a:srgbClr val="B6A58E"/>
            </a:solidFill>
            <a:prstDash val="dash"/>
          </a:ln>
        </p:spPr>
      </p:sp>
      <p:sp xmlns:a="http://schemas.openxmlformats.org/drawingml/2006/main">
        <p:nvSpPr>
          <p:cNvPr id="135" name="circle-637"/>
          <p:cNvSpPr>
            <a:spLocks noGrp="1"/>
          </p:cNvSpPr>
          <p:nvPr/>
        </p:nvSpPr>
        <p:spPr>
          <a:xfrm>
            <a:off x="12451209" y="2144554"/>
            <a:ext cx="22721" cy="22721"/>
          </a:xfrm>
          <a:prstGeom prst="ellipse">
            <a:avLst/>
          </a:prstGeom>
          <a:solidFill>
            <a:srgbClr val="FFFFFF"/>
          </a:solidFill>
          <a:ln w="14201">
            <a:solidFill>
              <a:srgbClr val="B6A58E"/>
            </a:solidFill>
            <a:prstDash val="solid"/>
          </a:ln>
        </p:spPr>
      </p:sp>
      <p:sp xmlns:a="http://schemas.openxmlformats.org/drawingml/2006/main">
        <p:nvSpPr>
          <p:cNvPr id="136" name="circle-638"/>
          <p:cNvSpPr>
            <a:spLocks noGrp="1"/>
          </p:cNvSpPr>
          <p:nvPr/>
        </p:nvSpPr>
        <p:spPr>
          <a:xfrm>
            <a:off x="12610595" y="2867310"/>
            <a:ext cx="22721" cy="22721"/>
          </a:xfrm>
          <a:prstGeom prst="ellipse">
            <a:avLst/>
          </a:prstGeom>
          <a:solidFill>
            <a:srgbClr val="FFFFFF"/>
          </a:solidFill>
          <a:ln w="14201">
            <a:solidFill>
              <a:srgbClr val="B6A58E"/>
            </a:solidFill>
            <a:prstDash val="solid"/>
          </a:ln>
        </p:spPr>
      </p:sp>
      <p:sp xmlns:a="http://schemas.openxmlformats.org/drawingml/2006/main">
        <p:nvSpPr>
          <p:cNvPr id="137" name="circle-639"/>
          <p:cNvSpPr>
            <a:spLocks noGrp="1"/>
          </p:cNvSpPr>
          <p:nvPr/>
        </p:nvSpPr>
        <p:spPr>
          <a:xfrm>
            <a:off x="12451209" y="2959332"/>
            <a:ext cx="22721" cy="22721"/>
          </a:xfrm>
          <a:prstGeom prst="ellipse">
            <a:avLst/>
          </a:prstGeom>
          <a:solidFill>
            <a:srgbClr val="FFFFFF"/>
          </a:solidFill>
          <a:ln w="14201">
            <a:solidFill>
              <a:srgbClr val="B6A58E"/>
            </a:solidFill>
            <a:prstDash val="solid"/>
          </a:ln>
        </p:spPr>
      </p:sp>
      <p:sp xmlns:a="http://schemas.openxmlformats.org/drawingml/2006/main">
        <p:nvSpPr>
          <p:cNvPr id="138" name="polygon-640"/>
          <p:cNvSpPr>
            <a:spLocks noGrp="1"/>
          </p:cNvSpPr>
          <p:nvPr/>
        </p:nvSpPr>
        <p:spPr>
          <a:xfrm>
            <a:off x="12462570" y="1936511"/>
            <a:ext cx="645848" cy="1051169"/>
          </a:xfrm>
          <a:custGeom>
            <a:avLst/>
            <a:gdLst/>
            <a:ahLst/>
            <a:cxnLst/>
            <a:pathLst>
              <a:path w="787619" h="1281913">
                <a:moveTo>
                  <a:pt x="0" y="0"/>
                </a:moveTo>
                <a:lnTo>
                  <a:pt x="787619" y="806464"/>
                </a:lnTo>
                <a:lnTo>
                  <a:pt x="35883" y="1281913"/>
                </a:lnTo>
                <a:lnTo>
                  <a:pt x="0" y="1273796"/>
                </a:lnTo>
                <a:lnTo>
                  <a:pt x="0" y="1261197"/>
                </a:lnTo>
                <a:lnTo>
                  <a:pt x="0" y="1261197"/>
                </a:lnTo>
                <a:close/>
              </a:path>
            </a:pathLst>
          </a:custGeom>
          <a:noFill/>
          <a:ln w="15976">
            <a:solidFill>
              <a:srgbClr val="92A2BA"/>
            </a:solidFill>
            <a:prstDash val="dash"/>
          </a:ln>
        </p:spPr>
      </p:sp>
      <p:sp xmlns:a="http://schemas.openxmlformats.org/drawingml/2006/main">
        <p:nvSpPr>
          <p:cNvPr id="139" name="circle-641"/>
          <p:cNvSpPr>
            <a:spLocks noGrp="1"/>
          </p:cNvSpPr>
          <p:nvPr/>
        </p:nvSpPr>
        <p:spPr>
          <a:xfrm>
            <a:off x="12451209" y="1925150"/>
            <a:ext cx="22721" cy="22721"/>
          </a:xfrm>
          <a:prstGeom prst="ellipse">
            <a:avLst/>
          </a:prstGeom>
          <a:solidFill>
            <a:srgbClr val="FFFFFF"/>
          </a:solidFill>
          <a:ln w="14201">
            <a:solidFill>
              <a:srgbClr val="92A2BA"/>
            </a:solidFill>
            <a:prstDash val="solid"/>
          </a:ln>
        </p:spPr>
      </p:sp>
      <p:sp xmlns:a="http://schemas.openxmlformats.org/drawingml/2006/main">
        <p:nvSpPr>
          <p:cNvPr id="140" name="circle-642"/>
          <p:cNvSpPr>
            <a:spLocks noGrp="1"/>
          </p:cNvSpPr>
          <p:nvPr/>
        </p:nvSpPr>
        <p:spPr>
          <a:xfrm>
            <a:off x="13097057" y="2586451"/>
            <a:ext cx="22721" cy="22721"/>
          </a:xfrm>
          <a:prstGeom prst="ellipse">
            <a:avLst/>
          </a:prstGeom>
          <a:solidFill>
            <a:srgbClr val="FFFFFF"/>
          </a:solidFill>
          <a:ln w="14201">
            <a:solidFill>
              <a:srgbClr val="92A2BA"/>
            </a:solidFill>
            <a:prstDash val="solid"/>
          </a:ln>
        </p:spPr>
      </p:sp>
      <p:sp xmlns:a="http://schemas.openxmlformats.org/drawingml/2006/main">
        <p:nvSpPr>
          <p:cNvPr id="141" name="circle-643"/>
          <p:cNvSpPr>
            <a:spLocks noGrp="1"/>
          </p:cNvSpPr>
          <p:nvPr/>
        </p:nvSpPr>
        <p:spPr>
          <a:xfrm>
            <a:off x="12480633" y="2976320"/>
            <a:ext cx="22721" cy="22721"/>
          </a:xfrm>
          <a:prstGeom prst="ellipse">
            <a:avLst/>
          </a:prstGeom>
          <a:solidFill>
            <a:srgbClr val="FFFFFF"/>
          </a:solidFill>
          <a:ln w="14201">
            <a:solidFill>
              <a:srgbClr val="92A2BA"/>
            </a:solidFill>
            <a:prstDash val="solid"/>
          </a:ln>
        </p:spPr>
      </p:sp>
      <p:sp xmlns:a="http://schemas.openxmlformats.org/drawingml/2006/main">
        <p:nvSpPr>
          <p:cNvPr id="142" name="circle-644"/>
          <p:cNvSpPr>
            <a:spLocks noGrp="1"/>
          </p:cNvSpPr>
          <p:nvPr/>
        </p:nvSpPr>
        <p:spPr>
          <a:xfrm>
            <a:off x="12451209" y="2969663"/>
            <a:ext cx="22721" cy="22721"/>
          </a:xfrm>
          <a:prstGeom prst="ellipse">
            <a:avLst/>
          </a:prstGeom>
          <a:solidFill>
            <a:srgbClr val="FFFFFF"/>
          </a:solidFill>
          <a:ln w="14201">
            <a:solidFill>
              <a:srgbClr val="92A2BA"/>
            </a:solidFill>
            <a:prstDash val="solid"/>
          </a:ln>
        </p:spPr>
      </p:sp>
      <p:sp xmlns:a="http://schemas.openxmlformats.org/drawingml/2006/main">
        <p:nvSpPr>
          <p:cNvPr id="143" name="polygon-645"/>
          <p:cNvSpPr>
            <a:spLocks noGrp="1"/>
          </p:cNvSpPr>
          <p:nvPr/>
        </p:nvSpPr>
        <p:spPr>
          <a:xfrm>
            <a:off x="12462570" y="1967930"/>
            <a:ext cx="503894" cy="1002762"/>
          </a:xfrm>
          <a:custGeom>
            <a:avLst/>
            <a:gdLst/>
            <a:ahLst/>
            <a:cxnLst/>
            <a:pathLst>
              <a:path w="614505" h="1222880">
                <a:moveTo>
                  <a:pt x="0" y="0"/>
                </a:moveTo>
                <a:lnTo>
                  <a:pt x="614505" y="868096"/>
                </a:lnTo>
                <a:lnTo>
                  <a:pt x="0" y="1222880"/>
                </a:lnTo>
                <a:lnTo>
                  <a:pt x="0" y="1222880"/>
                </a:lnTo>
                <a:lnTo>
                  <a:pt x="0" y="1222880"/>
                </a:lnTo>
                <a:lnTo>
                  <a:pt x="0" y="1222880"/>
                </a:lnTo>
                <a:close/>
              </a:path>
            </a:pathLst>
          </a:custGeom>
          <a:noFill/>
          <a:ln w="15976">
            <a:solidFill>
              <a:srgbClr val="99AAA1"/>
            </a:solidFill>
            <a:prstDash val="dash"/>
          </a:ln>
        </p:spPr>
      </p:sp>
      <p:sp xmlns:a="http://schemas.openxmlformats.org/drawingml/2006/main">
        <p:nvSpPr>
          <p:cNvPr id="144" name="circle-646"/>
          <p:cNvSpPr>
            <a:spLocks noGrp="1"/>
          </p:cNvSpPr>
          <p:nvPr/>
        </p:nvSpPr>
        <p:spPr>
          <a:xfrm>
            <a:off x="12451209" y="1956570"/>
            <a:ext cx="22721" cy="22721"/>
          </a:xfrm>
          <a:prstGeom prst="ellipse">
            <a:avLst/>
          </a:prstGeom>
          <a:solidFill>
            <a:srgbClr val="FFFFFF"/>
          </a:solidFill>
          <a:ln w="14201">
            <a:solidFill>
              <a:srgbClr val="99AAA1"/>
            </a:solidFill>
            <a:prstDash val="solid"/>
          </a:ln>
        </p:spPr>
      </p:sp>
      <p:sp xmlns:a="http://schemas.openxmlformats.org/drawingml/2006/main">
        <p:nvSpPr>
          <p:cNvPr id="145" name="circle-647"/>
          <p:cNvSpPr>
            <a:spLocks noGrp="1"/>
          </p:cNvSpPr>
          <p:nvPr/>
        </p:nvSpPr>
        <p:spPr>
          <a:xfrm>
            <a:off x="12955103" y="2668408"/>
            <a:ext cx="22721" cy="22721"/>
          </a:xfrm>
          <a:prstGeom prst="ellipse">
            <a:avLst/>
          </a:prstGeom>
          <a:solidFill>
            <a:srgbClr val="FFFFFF"/>
          </a:solidFill>
          <a:ln w="14201">
            <a:solidFill>
              <a:srgbClr val="99AAA1"/>
            </a:solidFill>
            <a:prstDash val="solid"/>
          </a:ln>
        </p:spPr>
      </p:sp>
      <p:sp xmlns:a="http://schemas.openxmlformats.org/drawingml/2006/main">
        <p:nvSpPr>
          <p:cNvPr id="146" name="circle-648"/>
          <p:cNvSpPr>
            <a:spLocks noGrp="1"/>
          </p:cNvSpPr>
          <p:nvPr/>
        </p:nvSpPr>
        <p:spPr>
          <a:xfrm>
            <a:off x="12451209" y="2959332"/>
            <a:ext cx="22721" cy="22721"/>
          </a:xfrm>
          <a:prstGeom prst="ellipse">
            <a:avLst/>
          </a:prstGeom>
          <a:solidFill>
            <a:srgbClr val="FFFFFF"/>
          </a:solidFill>
          <a:ln w="14201">
            <a:solidFill>
              <a:srgbClr val="99AAA1"/>
            </a:solidFill>
            <a:prstDash val="solid"/>
          </a:ln>
        </p:spPr>
      </p:sp>
      <p:sp xmlns:a="http://schemas.openxmlformats.org/drawingml/2006/main">
        <p:nvSpPr>
          <p:cNvPr id="147" name="circle-649"/>
          <p:cNvSpPr>
            <a:spLocks noGrp="1"/>
          </p:cNvSpPr>
          <p:nvPr/>
        </p:nvSpPr>
        <p:spPr>
          <a:xfrm>
            <a:off x="12451209" y="2959332"/>
            <a:ext cx="22721" cy="22721"/>
          </a:xfrm>
          <a:prstGeom prst="ellipse">
            <a:avLst/>
          </a:prstGeom>
          <a:solidFill>
            <a:srgbClr val="FFFFFF"/>
          </a:solidFill>
          <a:ln w="14201">
            <a:solidFill>
              <a:srgbClr val="99AAA1"/>
            </a:solidFill>
            <a:prstDash val="solid"/>
          </a:ln>
        </p:spPr>
      </p:sp>
      <p:sp xmlns:a="http://schemas.openxmlformats.org/drawingml/2006/main">
        <p:nvSpPr>
          <p:cNvPr id="148" name="polygon-650"/>
          <p:cNvSpPr>
            <a:spLocks noGrp="1"/>
          </p:cNvSpPr>
          <p:nvPr/>
        </p:nvSpPr>
        <p:spPr>
          <a:xfrm>
            <a:off x="11726975" y="1939174"/>
            <a:ext cx="1475894" cy="1456214"/>
          </a:xfrm>
          <a:custGeom>
            <a:avLst/>
            <a:gdLst/>
            <a:ahLst/>
            <a:cxnLst/>
            <a:pathLst>
              <a:path w="1799871" h="1775871">
                <a:moveTo>
                  <a:pt x="897067" y="0"/>
                </a:moveTo>
                <a:lnTo>
                  <a:pt x="1799871" y="736715"/>
                </a:lnTo>
                <a:lnTo>
                  <a:pt x="1017988" y="1327763"/>
                </a:lnTo>
                <a:lnTo>
                  <a:pt x="897067" y="1351208"/>
                </a:lnTo>
                <a:lnTo>
                  <a:pt x="0" y="1775871"/>
                </a:lnTo>
                <a:lnTo>
                  <a:pt x="240718" y="879006"/>
                </a:lnTo>
                <a:close/>
              </a:path>
            </a:pathLst>
          </a:custGeom>
          <a:noFill/>
          <a:ln w="15976">
            <a:solidFill>
              <a:srgbClr val="8799AC"/>
            </a:solidFill>
            <a:prstDash val="dash"/>
          </a:ln>
        </p:spPr>
      </p:sp>
      <p:sp xmlns:a="http://schemas.openxmlformats.org/drawingml/2006/main">
        <p:nvSpPr>
          <p:cNvPr id="149" name="circle-651"/>
          <p:cNvSpPr>
            <a:spLocks noGrp="1"/>
          </p:cNvSpPr>
          <p:nvPr/>
        </p:nvSpPr>
        <p:spPr>
          <a:xfrm>
            <a:off x="12451209" y="1927813"/>
            <a:ext cx="22721" cy="22721"/>
          </a:xfrm>
          <a:prstGeom prst="ellipse">
            <a:avLst/>
          </a:prstGeom>
          <a:solidFill>
            <a:srgbClr val="FFFFFF"/>
          </a:solidFill>
          <a:ln w="14201">
            <a:solidFill>
              <a:srgbClr val="8799AC"/>
            </a:solidFill>
            <a:prstDash val="solid"/>
          </a:ln>
        </p:spPr>
      </p:sp>
      <p:sp xmlns:a="http://schemas.openxmlformats.org/drawingml/2006/main">
        <p:nvSpPr>
          <p:cNvPr id="150" name="circle-652"/>
          <p:cNvSpPr>
            <a:spLocks noGrp="1"/>
          </p:cNvSpPr>
          <p:nvPr/>
        </p:nvSpPr>
        <p:spPr>
          <a:xfrm>
            <a:off x="13191508" y="2531920"/>
            <a:ext cx="22721" cy="22721"/>
          </a:xfrm>
          <a:prstGeom prst="ellipse">
            <a:avLst/>
          </a:prstGeom>
          <a:solidFill>
            <a:srgbClr val="FFFFFF"/>
          </a:solidFill>
          <a:ln w="14201">
            <a:solidFill>
              <a:srgbClr val="8799AC"/>
            </a:solidFill>
            <a:prstDash val="solid"/>
          </a:ln>
        </p:spPr>
      </p:sp>
      <p:sp xmlns:a="http://schemas.openxmlformats.org/drawingml/2006/main">
        <p:nvSpPr>
          <p:cNvPr id="151" name="circle-653"/>
          <p:cNvSpPr>
            <a:spLocks noGrp="1"/>
          </p:cNvSpPr>
          <p:nvPr/>
        </p:nvSpPr>
        <p:spPr>
          <a:xfrm>
            <a:off x="12550365" y="3016579"/>
            <a:ext cx="22721" cy="22721"/>
          </a:xfrm>
          <a:prstGeom prst="ellipse">
            <a:avLst/>
          </a:prstGeom>
          <a:solidFill>
            <a:srgbClr val="FFFFFF"/>
          </a:solidFill>
          <a:ln w="14201">
            <a:solidFill>
              <a:srgbClr val="8799AC"/>
            </a:solidFill>
            <a:prstDash val="solid"/>
          </a:ln>
        </p:spPr>
      </p:sp>
      <p:sp xmlns:a="http://schemas.openxmlformats.org/drawingml/2006/main">
        <p:nvSpPr>
          <p:cNvPr id="152" name="circle-654"/>
          <p:cNvSpPr>
            <a:spLocks noGrp="1"/>
          </p:cNvSpPr>
          <p:nvPr/>
        </p:nvSpPr>
        <p:spPr>
          <a:xfrm>
            <a:off x="12451209" y="3035803"/>
            <a:ext cx="22721" cy="22721"/>
          </a:xfrm>
          <a:prstGeom prst="ellipse">
            <a:avLst/>
          </a:prstGeom>
          <a:solidFill>
            <a:srgbClr val="FFFFFF"/>
          </a:solidFill>
          <a:ln w="14201">
            <a:solidFill>
              <a:srgbClr val="8799AC"/>
            </a:solidFill>
            <a:prstDash val="solid"/>
          </a:ln>
        </p:spPr>
      </p:sp>
      <p:sp xmlns:a="http://schemas.openxmlformats.org/drawingml/2006/main">
        <p:nvSpPr>
          <p:cNvPr id="153" name="circle-655"/>
          <p:cNvSpPr>
            <a:spLocks noGrp="1"/>
          </p:cNvSpPr>
          <p:nvPr/>
        </p:nvSpPr>
        <p:spPr>
          <a:xfrm>
            <a:off x="11715614" y="3384028"/>
            <a:ext cx="22721" cy="22721"/>
          </a:xfrm>
          <a:prstGeom prst="ellipse">
            <a:avLst/>
          </a:prstGeom>
          <a:solidFill>
            <a:srgbClr val="FFFFFF"/>
          </a:solidFill>
          <a:ln w="14201">
            <a:solidFill>
              <a:srgbClr val="8799AC"/>
            </a:solidFill>
            <a:prstDash val="solid"/>
          </a:ln>
        </p:spPr>
      </p:sp>
      <p:sp xmlns:a="http://schemas.openxmlformats.org/drawingml/2006/main">
        <p:nvSpPr>
          <p:cNvPr id="154" name="circle-656"/>
          <p:cNvSpPr>
            <a:spLocks noGrp="1"/>
          </p:cNvSpPr>
          <p:nvPr/>
        </p:nvSpPr>
        <p:spPr>
          <a:xfrm>
            <a:off x="11913003" y="2648598"/>
            <a:ext cx="22721" cy="22721"/>
          </a:xfrm>
          <a:prstGeom prst="ellipse">
            <a:avLst/>
          </a:prstGeom>
          <a:solidFill>
            <a:srgbClr val="FFFFFF"/>
          </a:solidFill>
          <a:ln w="14201">
            <a:solidFill>
              <a:srgbClr val="8799AC"/>
            </a:solidFill>
            <a:prstDash val="solid"/>
          </a:ln>
        </p:spPr>
      </p:sp>
      <p:sp xmlns:a="http://schemas.openxmlformats.org/drawingml/2006/main">
        <p:nvSpPr>
          <p:cNvPr id="155" name="polygon-657"/>
          <p:cNvSpPr>
            <a:spLocks noGrp="1"/>
          </p:cNvSpPr>
          <p:nvPr/>
        </p:nvSpPr>
        <p:spPr>
          <a:xfrm>
            <a:off x="11790896" y="1926393"/>
            <a:ext cx="1321580" cy="1432091"/>
          </a:xfrm>
          <a:custGeom>
            <a:avLst/>
            <a:gdLst/>
            <a:ahLst/>
            <a:cxnLst/>
            <a:pathLst>
              <a:path w="1611683" h="1746452">
                <a:moveTo>
                  <a:pt x="819115" y="0"/>
                </a:moveTo>
                <a:lnTo>
                  <a:pt x="1611683" y="815946"/>
                </a:lnTo>
                <a:lnTo>
                  <a:pt x="861297" y="1297889"/>
                </a:lnTo>
                <a:lnTo>
                  <a:pt x="819115" y="1273536"/>
                </a:lnTo>
                <a:lnTo>
                  <a:pt x="0" y="1746452"/>
                </a:lnTo>
                <a:lnTo>
                  <a:pt x="319120" y="984863"/>
                </a:lnTo>
                <a:close/>
              </a:path>
            </a:pathLst>
          </a:custGeom>
          <a:noFill/>
          <a:ln w="15976">
            <a:solidFill>
              <a:srgbClr val="BD9692"/>
            </a:solidFill>
            <a:prstDash val="dash"/>
          </a:ln>
        </p:spPr>
      </p:sp>
      <p:sp xmlns:a="http://schemas.openxmlformats.org/drawingml/2006/main">
        <p:nvSpPr>
          <p:cNvPr id="156" name="circle-658"/>
          <p:cNvSpPr>
            <a:spLocks noGrp="1"/>
          </p:cNvSpPr>
          <p:nvPr/>
        </p:nvSpPr>
        <p:spPr>
          <a:xfrm>
            <a:off x="12451209" y="1915032"/>
            <a:ext cx="22721" cy="22721"/>
          </a:xfrm>
          <a:prstGeom prst="ellipse">
            <a:avLst/>
          </a:prstGeom>
          <a:solidFill>
            <a:srgbClr val="FFFFFF"/>
          </a:solidFill>
          <a:ln w="14201">
            <a:solidFill>
              <a:srgbClr val="BD9692"/>
            </a:solidFill>
            <a:prstDash val="solid"/>
          </a:ln>
        </p:spPr>
      </p:sp>
      <p:sp xmlns:a="http://schemas.openxmlformats.org/drawingml/2006/main">
        <p:nvSpPr>
          <p:cNvPr id="157" name="circle-659"/>
          <p:cNvSpPr>
            <a:spLocks noGrp="1"/>
          </p:cNvSpPr>
          <p:nvPr/>
        </p:nvSpPr>
        <p:spPr>
          <a:xfrm>
            <a:off x="13101115" y="2584108"/>
            <a:ext cx="22721" cy="22721"/>
          </a:xfrm>
          <a:prstGeom prst="ellipse">
            <a:avLst/>
          </a:prstGeom>
          <a:solidFill>
            <a:srgbClr val="FFFFFF"/>
          </a:solidFill>
          <a:ln w="14201">
            <a:solidFill>
              <a:srgbClr val="BD9692"/>
            </a:solidFill>
            <a:prstDash val="solid"/>
          </a:ln>
        </p:spPr>
      </p:sp>
      <p:sp xmlns:a="http://schemas.openxmlformats.org/drawingml/2006/main">
        <p:nvSpPr>
          <p:cNvPr id="158" name="circle-660"/>
          <p:cNvSpPr>
            <a:spLocks noGrp="1"/>
          </p:cNvSpPr>
          <p:nvPr/>
        </p:nvSpPr>
        <p:spPr>
          <a:xfrm>
            <a:off x="12485798" y="2979302"/>
            <a:ext cx="22721" cy="22721"/>
          </a:xfrm>
          <a:prstGeom prst="ellipse">
            <a:avLst/>
          </a:prstGeom>
          <a:solidFill>
            <a:srgbClr val="FFFFFF"/>
          </a:solidFill>
          <a:ln w="14201">
            <a:solidFill>
              <a:srgbClr val="BD9692"/>
            </a:solidFill>
            <a:prstDash val="solid"/>
          </a:ln>
        </p:spPr>
      </p:sp>
      <p:sp xmlns:a="http://schemas.openxmlformats.org/drawingml/2006/main">
        <p:nvSpPr>
          <p:cNvPr id="159" name="circle-661"/>
          <p:cNvSpPr>
            <a:spLocks noGrp="1"/>
          </p:cNvSpPr>
          <p:nvPr/>
        </p:nvSpPr>
        <p:spPr>
          <a:xfrm>
            <a:off x="12451209" y="2959332"/>
            <a:ext cx="22721" cy="22721"/>
          </a:xfrm>
          <a:prstGeom prst="ellipse">
            <a:avLst/>
          </a:prstGeom>
          <a:solidFill>
            <a:srgbClr val="FFFFFF"/>
          </a:solidFill>
          <a:ln w="14201">
            <a:solidFill>
              <a:srgbClr val="BD9692"/>
            </a:solidFill>
            <a:prstDash val="solid"/>
          </a:ln>
        </p:spPr>
      </p:sp>
      <p:sp xmlns:a="http://schemas.openxmlformats.org/drawingml/2006/main">
        <p:nvSpPr>
          <p:cNvPr id="160" name="circle-662"/>
          <p:cNvSpPr>
            <a:spLocks noGrp="1"/>
          </p:cNvSpPr>
          <p:nvPr/>
        </p:nvSpPr>
        <p:spPr>
          <a:xfrm>
            <a:off x="11779534" y="3347123"/>
            <a:ext cx="22721" cy="22721"/>
          </a:xfrm>
          <a:prstGeom prst="ellipse">
            <a:avLst/>
          </a:prstGeom>
          <a:solidFill>
            <a:srgbClr val="FFFFFF"/>
          </a:solidFill>
          <a:ln w="14201">
            <a:solidFill>
              <a:srgbClr val="BD9692"/>
            </a:solidFill>
            <a:prstDash val="solid"/>
          </a:ln>
        </p:spPr>
      </p:sp>
      <p:sp xmlns:a="http://schemas.openxmlformats.org/drawingml/2006/main">
        <p:nvSpPr>
          <p:cNvPr id="161" name="circle-663"/>
          <p:cNvSpPr>
            <a:spLocks noGrp="1"/>
          </p:cNvSpPr>
          <p:nvPr/>
        </p:nvSpPr>
        <p:spPr>
          <a:xfrm>
            <a:off x="12041213" y="2722620"/>
            <a:ext cx="22721" cy="22721"/>
          </a:xfrm>
          <a:prstGeom prst="ellipse">
            <a:avLst/>
          </a:prstGeom>
          <a:solidFill>
            <a:srgbClr val="FFFFFF"/>
          </a:solidFill>
          <a:ln w="14201">
            <a:solidFill>
              <a:srgbClr val="BD9692"/>
            </a:solidFill>
            <a:prstDash val="solid"/>
          </a:ln>
        </p:spPr>
      </p:sp>
      <p:sp xmlns:a="http://schemas.openxmlformats.org/drawingml/2006/main">
        <p:nvSpPr>
          <p:cNvPr id="162" name="polygon-664"/>
          <p:cNvSpPr>
            <a:spLocks noGrp="1"/>
          </p:cNvSpPr>
          <p:nvPr/>
        </p:nvSpPr>
        <p:spPr>
          <a:xfrm>
            <a:off x="11648573" y="1941836"/>
            <a:ext cx="1515740" cy="1498817"/>
          </a:xfrm>
          <a:custGeom>
            <a:avLst/>
            <a:gdLst/>
            <a:ahLst/>
            <a:cxnLst/>
            <a:pathLst>
              <a:path w="1848464" h="1827826">
                <a:moveTo>
                  <a:pt x="992679" y="0"/>
                </a:moveTo>
                <a:lnTo>
                  <a:pt x="1848464" y="760615"/>
                </a:lnTo>
                <a:lnTo>
                  <a:pt x="1038798" y="1281329"/>
                </a:lnTo>
                <a:lnTo>
                  <a:pt x="992679" y="1334972"/>
                </a:lnTo>
                <a:lnTo>
                  <a:pt x="0" y="1827826"/>
                </a:lnTo>
                <a:lnTo>
                  <a:pt x="713154" y="1093318"/>
                </a:lnTo>
                <a:close/>
              </a:path>
            </a:pathLst>
          </a:custGeom>
          <a:noFill/>
          <a:ln w="15976">
            <a:solidFill>
              <a:srgbClr val="9E94B2"/>
            </a:solidFill>
            <a:prstDash val="dash"/>
          </a:ln>
        </p:spPr>
      </p:sp>
      <p:sp xmlns:a="http://schemas.openxmlformats.org/drawingml/2006/main">
        <p:nvSpPr>
          <p:cNvPr id="163" name="circle-665"/>
          <p:cNvSpPr>
            <a:spLocks noGrp="1"/>
          </p:cNvSpPr>
          <p:nvPr/>
        </p:nvSpPr>
        <p:spPr>
          <a:xfrm>
            <a:off x="12451209" y="1930476"/>
            <a:ext cx="22721" cy="22721"/>
          </a:xfrm>
          <a:prstGeom prst="ellipse">
            <a:avLst/>
          </a:prstGeom>
          <a:solidFill>
            <a:srgbClr val="FFFFFF"/>
          </a:solidFill>
          <a:ln w="14201">
            <a:solidFill>
              <a:srgbClr val="9E94B2"/>
            </a:solidFill>
            <a:prstDash val="solid"/>
          </a:ln>
        </p:spPr>
      </p:sp>
      <p:sp xmlns:a="http://schemas.openxmlformats.org/drawingml/2006/main">
        <p:nvSpPr>
          <p:cNvPr id="164" name="circle-666"/>
          <p:cNvSpPr>
            <a:spLocks noGrp="1"/>
          </p:cNvSpPr>
          <p:nvPr/>
        </p:nvSpPr>
        <p:spPr>
          <a:xfrm>
            <a:off x="13152953" y="2554180"/>
            <a:ext cx="22721" cy="22721"/>
          </a:xfrm>
          <a:prstGeom prst="ellipse">
            <a:avLst/>
          </a:prstGeom>
          <a:solidFill>
            <a:srgbClr val="FFFFFF"/>
          </a:solidFill>
          <a:ln w="14201">
            <a:solidFill>
              <a:srgbClr val="9E94B2"/>
            </a:solidFill>
            <a:prstDash val="solid"/>
          </a:ln>
        </p:spPr>
      </p:sp>
      <p:sp xmlns:a="http://schemas.openxmlformats.org/drawingml/2006/main">
        <p:nvSpPr>
          <p:cNvPr id="165" name="circle-667"/>
          <p:cNvSpPr>
            <a:spLocks noGrp="1"/>
          </p:cNvSpPr>
          <p:nvPr/>
        </p:nvSpPr>
        <p:spPr>
          <a:xfrm>
            <a:off x="12489026" y="2981166"/>
            <a:ext cx="22721" cy="22721"/>
          </a:xfrm>
          <a:prstGeom prst="ellipse">
            <a:avLst/>
          </a:prstGeom>
          <a:solidFill>
            <a:srgbClr val="FFFFFF"/>
          </a:solidFill>
          <a:ln w="14201">
            <a:solidFill>
              <a:srgbClr val="9E94B2"/>
            </a:solidFill>
            <a:prstDash val="solid"/>
          </a:ln>
        </p:spPr>
      </p:sp>
      <p:sp xmlns:a="http://schemas.openxmlformats.org/drawingml/2006/main">
        <p:nvSpPr>
          <p:cNvPr id="166" name="circle-668"/>
          <p:cNvSpPr>
            <a:spLocks noGrp="1"/>
          </p:cNvSpPr>
          <p:nvPr/>
        </p:nvSpPr>
        <p:spPr>
          <a:xfrm>
            <a:off x="12451209" y="3025153"/>
            <a:ext cx="22721" cy="22721"/>
          </a:xfrm>
          <a:prstGeom prst="ellipse">
            <a:avLst/>
          </a:prstGeom>
          <a:solidFill>
            <a:srgbClr val="FFFFFF"/>
          </a:solidFill>
          <a:ln w="14201">
            <a:solidFill>
              <a:srgbClr val="9E94B2"/>
            </a:solidFill>
            <a:prstDash val="solid"/>
          </a:ln>
        </p:spPr>
      </p:sp>
      <p:sp xmlns:a="http://schemas.openxmlformats.org/drawingml/2006/main">
        <p:nvSpPr>
          <p:cNvPr id="167" name="circle-669"/>
          <p:cNvSpPr>
            <a:spLocks noGrp="1"/>
          </p:cNvSpPr>
          <p:nvPr/>
        </p:nvSpPr>
        <p:spPr>
          <a:xfrm>
            <a:off x="11637212" y="3429293"/>
            <a:ext cx="22721" cy="22721"/>
          </a:xfrm>
          <a:prstGeom prst="ellipse">
            <a:avLst/>
          </a:prstGeom>
          <a:solidFill>
            <a:srgbClr val="FFFFFF"/>
          </a:solidFill>
          <a:ln w="14201">
            <a:solidFill>
              <a:srgbClr val="9E94B2"/>
            </a:solidFill>
            <a:prstDash val="solid"/>
          </a:ln>
        </p:spPr>
      </p:sp>
      <p:sp xmlns:a="http://schemas.openxmlformats.org/drawingml/2006/main">
        <p:nvSpPr>
          <p:cNvPr id="168" name="circle-670"/>
          <p:cNvSpPr>
            <a:spLocks noGrp="1"/>
          </p:cNvSpPr>
          <p:nvPr/>
        </p:nvSpPr>
        <p:spPr>
          <a:xfrm>
            <a:off x="12221999" y="2826997"/>
            <a:ext cx="22721" cy="22721"/>
          </a:xfrm>
          <a:prstGeom prst="ellipse">
            <a:avLst/>
          </a:prstGeom>
          <a:solidFill>
            <a:srgbClr val="FFFFFF"/>
          </a:solidFill>
          <a:ln w="14201">
            <a:solidFill>
              <a:srgbClr val="9E94B2"/>
            </a:solidFill>
            <a:prstDash val="solid"/>
          </a:ln>
        </p:spPr>
      </p:sp>
      <p:sp xmlns:a="http://schemas.openxmlformats.org/drawingml/2006/main">
        <p:nvSpPr>
          <p:cNvPr id="169" name="polygon-671"/>
          <p:cNvSpPr>
            <a:spLocks noGrp="1"/>
          </p:cNvSpPr>
          <p:nvPr/>
        </p:nvSpPr>
        <p:spPr>
          <a:xfrm>
            <a:off x="11771526" y="1937789"/>
            <a:ext cx="691044" cy="1431877"/>
          </a:xfrm>
          <a:custGeom>
            <a:avLst/>
            <a:gdLst/>
            <a:ahLst/>
            <a:cxnLst/>
            <a:pathLst>
              <a:path w="842737" h="1746192">
                <a:moveTo>
                  <a:pt x="842737" y="0"/>
                </a:moveTo>
                <a:lnTo>
                  <a:pt x="842737" y="1259638"/>
                </a:lnTo>
                <a:lnTo>
                  <a:pt x="842737" y="1259638"/>
                </a:lnTo>
                <a:lnTo>
                  <a:pt x="842737" y="1303540"/>
                </a:lnTo>
                <a:lnTo>
                  <a:pt x="0" y="1746192"/>
                </a:lnTo>
                <a:lnTo>
                  <a:pt x="481098" y="1050846"/>
                </a:lnTo>
                <a:close/>
              </a:path>
            </a:pathLst>
          </a:custGeom>
          <a:noFill/>
          <a:ln w="15976">
            <a:solidFill>
              <a:srgbClr val="A3AA7D"/>
            </a:solidFill>
            <a:prstDash val="dash"/>
          </a:ln>
        </p:spPr>
      </p:sp>
      <p:sp xmlns:a="http://schemas.openxmlformats.org/drawingml/2006/main">
        <p:nvSpPr>
          <p:cNvPr id="170" name="circle-672"/>
          <p:cNvSpPr>
            <a:spLocks noGrp="1"/>
          </p:cNvSpPr>
          <p:nvPr/>
        </p:nvSpPr>
        <p:spPr>
          <a:xfrm>
            <a:off x="12451209" y="1926429"/>
            <a:ext cx="22721" cy="22721"/>
          </a:xfrm>
          <a:prstGeom prst="ellipse">
            <a:avLst/>
          </a:prstGeom>
          <a:solidFill>
            <a:srgbClr val="FFFFFF"/>
          </a:solidFill>
          <a:ln w="14201">
            <a:solidFill>
              <a:srgbClr val="A3AA7D"/>
            </a:solidFill>
            <a:prstDash val="solid"/>
          </a:ln>
        </p:spPr>
      </p:sp>
      <p:sp xmlns:a="http://schemas.openxmlformats.org/drawingml/2006/main">
        <p:nvSpPr>
          <p:cNvPr id="171" name="circle-673"/>
          <p:cNvSpPr>
            <a:spLocks noGrp="1"/>
          </p:cNvSpPr>
          <p:nvPr/>
        </p:nvSpPr>
        <p:spPr>
          <a:xfrm>
            <a:off x="12451209" y="2995331"/>
            <a:ext cx="22721" cy="22721"/>
          </a:xfrm>
          <a:prstGeom prst="ellipse">
            <a:avLst/>
          </a:prstGeom>
          <a:solidFill>
            <a:srgbClr val="FFFFFF"/>
          </a:solidFill>
          <a:ln w="14201">
            <a:solidFill>
              <a:srgbClr val="A3AA7D"/>
            </a:solidFill>
            <a:prstDash val="solid"/>
          </a:ln>
        </p:spPr>
      </p:sp>
      <p:sp xmlns:a="http://schemas.openxmlformats.org/drawingml/2006/main">
        <p:nvSpPr>
          <p:cNvPr id="172" name="circle-674"/>
          <p:cNvSpPr>
            <a:spLocks noGrp="1"/>
          </p:cNvSpPr>
          <p:nvPr/>
        </p:nvSpPr>
        <p:spPr>
          <a:xfrm>
            <a:off x="11760165" y="3358306"/>
            <a:ext cx="22721" cy="22721"/>
          </a:xfrm>
          <a:prstGeom prst="ellipse">
            <a:avLst/>
          </a:prstGeom>
          <a:solidFill>
            <a:srgbClr val="FFFFFF"/>
          </a:solidFill>
          <a:ln w="14201">
            <a:solidFill>
              <a:srgbClr val="A3AA7D"/>
            </a:solidFill>
            <a:prstDash val="solid"/>
          </a:ln>
        </p:spPr>
      </p:sp>
      <p:sp xmlns:a="http://schemas.openxmlformats.org/drawingml/2006/main">
        <p:nvSpPr>
          <p:cNvPr id="173" name="circle-675"/>
          <p:cNvSpPr>
            <a:spLocks noGrp="1"/>
          </p:cNvSpPr>
          <p:nvPr/>
        </p:nvSpPr>
        <p:spPr>
          <a:xfrm>
            <a:off x="12154666" y="2788121"/>
            <a:ext cx="22721" cy="22721"/>
          </a:xfrm>
          <a:prstGeom prst="ellipse">
            <a:avLst/>
          </a:prstGeom>
          <a:solidFill>
            <a:srgbClr val="FFFFFF"/>
          </a:solidFill>
          <a:ln w="14201">
            <a:solidFill>
              <a:srgbClr val="A3AA7D"/>
            </a:solidFill>
            <a:prstDash val="solid"/>
          </a:ln>
        </p:spPr>
      </p:sp>
      <p:sp xmlns:a="http://schemas.openxmlformats.org/drawingml/2006/main">
        <p:nvSpPr>
          <p:cNvPr id="174" name="polygon-676"/>
          <p:cNvSpPr>
            <a:spLocks noGrp="1"/>
          </p:cNvSpPr>
          <p:nvPr/>
        </p:nvSpPr>
        <p:spPr>
          <a:xfrm>
            <a:off x="11673016" y="2542056"/>
            <a:ext cx="1531975" cy="884486"/>
          </a:xfrm>
          <a:custGeom>
            <a:avLst/>
            <a:gdLst/>
            <a:ahLst/>
            <a:cxnLst/>
            <a:pathLst>
              <a:path w="1868262" h="1078641">
                <a:moveTo>
                  <a:pt x="962871" y="522728"/>
                </a:moveTo>
                <a:lnTo>
                  <a:pt x="1868262" y="0"/>
                </a:lnTo>
                <a:lnTo>
                  <a:pt x="962871" y="522728"/>
                </a:lnTo>
                <a:lnTo>
                  <a:pt x="962871" y="522728"/>
                </a:lnTo>
                <a:lnTo>
                  <a:pt x="0" y="1078641"/>
                </a:lnTo>
                <a:lnTo>
                  <a:pt x="362764" y="176256"/>
                </a:lnTo>
                <a:close/>
              </a:path>
            </a:pathLst>
          </a:custGeom>
          <a:noFill/>
          <a:ln w="15976">
            <a:solidFill>
              <a:srgbClr val="87A8AE"/>
            </a:solidFill>
            <a:prstDash val="dash"/>
          </a:ln>
        </p:spPr>
      </p:sp>
      <p:sp xmlns:a="http://schemas.openxmlformats.org/drawingml/2006/main">
        <p:nvSpPr>
          <p:cNvPr id="175" name="circle-677"/>
          <p:cNvSpPr>
            <a:spLocks noGrp="1"/>
          </p:cNvSpPr>
          <p:nvPr/>
        </p:nvSpPr>
        <p:spPr>
          <a:xfrm>
            <a:off x="13193629" y="2530695"/>
            <a:ext cx="22721" cy="22721"/>
          </a:xfrm>
          <a:prstGeom prst="ellipse">
            <a:avLst/>
          </a:prstGeom>
          <a:solidFill>
            <a:srgbClr val="FFFFFF"/>
          </a:solidFill>
          <a:ln w="14201">
            <a:solidFill>
              <a:srgbClr val="87A8AE"/>
            </a:solidFill>
            <a:prstDash val="solid"/>
          </a:ln>
        </p:spPr>
      </p:sp>
      <p:sp xmlns:a="http://schemas.openxmlformats.org/drawingml/2006/main">
        <p:nvSpPr>
          <p:cNvPr id="176" name="circle-678"/>
          <p:cNvSpPr>
            <a:spLocks noGrp="1"/>
          </p:cNvSpPr>
          <p:nvPr/>
        </p:nvSpPr>
        <p:spPr>
          <a:xfrm>
            <a:off x="11661655" y="3415180"/>
            <a:ext cx="22721" cy="22721"/>
          </a:xfrm>
          <a:prstGeom prst="ellipse">
            <a:avLst/>
          </a:prstGeom>
          <a:solidFill>
            <a:srgbClr val="FFFFFF"/>
          </a:solidFill>
          <a:ln w="14201">
            <a:solidFill>
              <a:srgbClr val="87A8AE"/>
            </a:solidFill>
            <a:prstDash val="solid"/>
          </a:ln>
        </p:spPr>
      </p:sp>
      <p:sp xmlns:a="http://schemas.openxmlformats.org/drawingml/2006/main">
        <p:nvSpPr>
          <p:cNvPr id="177" name="circle-679"/>
          <p:cNvSpPr>
            <a:spLocks noGrp="1"/>
          </p:cNvSpPr>
          <p:nvPr/>
        </p:nvSpPr>
        <p:spPr>
          <a:xfrm>
            <a:off x="11959122" y="2675225"/>
            <a:ext cx="22721" cy="22721"/>
          </a:xfrm>
          <a:prstGeom prst="ellipse">
            <a:avLst/>
          </a:prstGeom>
          <a:solidFill>
            <a:srgbClr val="FFFFFF"/>
          </a:solidFill>
          <a:ln w="14201">
            <a:solidFill>
              <a:srgbClr val="87A8AE"/>
            </a:solidFill>
            <a:prstDash val="solid"/>
          </a:ln>
        </p:spPr>
      </p:sp>
      <p:sp xmlns:a="http://schemas.openxmlformats.org/drawingml/2006/main">
        <p:nvSpPr>
          <p:cNvPr id="178" name="polygon-680"/>
          <p:cNvSpPr>
            <a:spLocks noGrp="1"/>
          </p:cNvSpPr>
          <p:nvPr/>
        </p:nvSpPr>
        <p:spPr>
          <a:xfrm>
            <a:off x="11681778" y="2970692"/>
            <a:ext cx="780792" cy="450790"/>
          </a:xfrm>
          <a:custGeom>
            <a:avLst/>
            <a:gdLst/>
            <a:ahLst/>
            <a:cxnLst/>
            <a:pathLst>
              <a:path w="952185" h="549744">
                <a:moveTo>
                  <a:pt x="952185" y="0"/>
                </a:moveTo>
                <a:lnTo>
                  <a:pt x="952185" y="0"/>
                </a:lnTo>
                <a:lnTo>
                  <a:pt x="952185" y="0"/>
                </a:lnTo>
                <a:lnTo>
                  <a:pt x="952185" y="0"/>
                </a:lnTo>
                <a:lnTo>
                  <a:pt x="0" y="549744"/>
                </a:lnTo>
                <a:lnTo>
                  <a:pt x="952185" y="0"/>
                </a:lnTo>
                <a:close/>
              </a:path>
            </a:pathLst>
          </a:custGeom>
          <a:noFill/>
          <a:ln w="15976">
            <a:solidFill>
              <a:srgbClr val="B8A58F"/>
            </a:solidFill>
            <a:prstDash val="dash"/>
          </a:ln>
        </p:spPr>
      </p:sp>
      <p:sp xmlns:a="http://schemas.openxmlformats.org/drawingml/2006/main">
        <p:nvSpPr>
          <p:cNvPr id="179" name="circle-681"/>
          <p:cNvSpPr>
            <a:spLocks noGrp="1"/>
          </p:cNvSpPr>
          <p:nvPr/>
        </p:nvSpPr>
        <p:spPr>
          <a:xfrm>
            <a:off x="11670418" y="3410122"/>
            <a:ext cx="22721" cy="22721"/>
          </a:xfrm>
          <a:prstGeom prst="ellipse">
            <a:avLst/>
          </a:prstGeom>
          <a:solidFill>
            <a:srgbClr val="FFFFFF"/>
          </a:solidFill>
          <a:ln w="14201">
            <a:solidFill>
              <a:srgbClr val="B8A58F"/>
            </a:solidFill>
            <a:prstDash val="solid"/>
          </a:ln>
        </p:spPr>
      </p:sp>
      <p:sp xmlns:a="http://schemas.openxmlformats.org/drawingml/2006/main">
        <p:nvSpPr>
          <p:cNvPr id="180" name="polygon-682"/>
          <p:cNvSpPr>
            <a:spLocks noGrp="1"/>
          </p:cNvSpPr>
          <p:nvPr/>
        </p:nvSpPr>
        <p:spPr>
          <a:xfrm>
            <a:off x="12462570" y="2201180"/>
            <a:ext cx="515147" cy="915319"/>
          </a:xfrm>
          <a:custGeom>
            <a:avLst/>
            <a:gdLst/>
            <a:ahLst/>
            <a:cxnLst/>
            <a:pathLst>
              <a:path w="628228" h="1116243">
                <a:moveTo>
                  <a:pt x="0" y="0"/>
                </a:moveTo>
                <a:lnTo>
                  <a:pt x="628228" y="575721"/>
                </a:lnTo>
                <a:lnTo>
                  <a:pt x="307984" y="1116243"/>
                </a:lnTo>
                <a:lnTo>
                  <a:pt x="0" y="938429"/>
                </a:lnTo>
                <a:lnTo>
                  <a:pt x="0" y="938429"/>
                </a:lnTo>
                <a:lnTo>
                  <a:pt x="0" y="938429"/>
                </a:lnTo>
                <a:close/>
              </a:path>
            </a:pathLst>
          </a:custGeom>
          <a:noFill/>
          <a:ln w="15976">
            <a:solidFill>
              <a:srgbClr val="AA8FAE"/>
            </a:solidFill>
            <a:prstDash val="dash"/>
          </a:ln>
        </p:spPr>
      </p:sp>
      <p:sp xmlns:a="http://schemas.openxmlformats.org/drawingml/2006/main">
        <p:nvSpPr>
          <p:cNvPr id="181" name="circle-683"/>
          <p:cNvSpPr>
            <a:spLocks noGrp="1"/>
          </p:cNvSpPr>
          <p:nvPr/>
        </p:nvSpPr>
        <p:spPr>
          <a:xfrm>
            <a:off x="12451209" y="2189820"/>
            <a:ext cx="22721" cy="22721"/>
          </a:xfrm>
          <a:prstGeom prst="ellipse">
            <a:avLst/>
          </a:prstGeom>
          <a:solidFill>
            <a:srgbClr val="FFFFFF"/>
          </a:solidFill>
          <a:ln w="14201">
            <a:solidFill>
              <a:srgbClr val="AA8FAE"/>
            </a:solidFill>
            <a:prstDash val="solid"/>
          </a:ln>
        </p:spPr>
      </p:sp>
      <p:sp xmlns:a="http://schemas.openxmlformats.org/drawingml/2006/main">
        <p:nvSpPr>
          <p:cNvPr id="182" name="circle-684"/>
          <p:cNvSpPr>
            <a:spLocks noGrp="1"/>
          </p:cNvSpPr>
          <p:nvPr/>
        </p:nvSpPr>
        <p:spPr>
          <a:xfrm>
            <a:off x="12966357" y="2661911"/>
            <a:ext cx="22721" cy="22721"/>
          </a:xfrm>
          <a:prstGeom prst="ellipse">
            <a:avLst/>
          </a:prstGeom>
          <a:solidFill>
            <a:srgbClr val="FFFFFF"/>
          </a:solidFill>
          <a:ln w="14201">
            <a:solidFill>
              <a:srgbClr val="AA8FAE"/>
            </a:solidFill>
            <a:prstDash val="solid"/>
          </a:ln>
        </p:spPr>
      </p:sp>
      <p:sp xmlns:a="http://schemas.openxmlformats.org/drawingml/2006/main">
        <p:nvSpPr>
          <p:cNvPr id="183" name="circle-685"/>
          <p:cNvSpPr>
            <a:spLocks noGrp="1"/>
          </p:cNvSpPr>
          <p:nvPr/>
        </p:nvSpPr>
        <p:spPr>
          <a:xfrm>
            <a:off x="12703756" y="3105139"/>
            <a:ext cx="22721" cy="22721"/>
          </a:xfrm>
          <a:prstGeom prst="ellipse">
            <a:avLst/>
          </a:prstGeom>
          <a:solidFill>
            <a:srgbClr val="FFFFFF"/>
          </a:solidFill>
          <a:ln w="14201">
            <a:solidFill>
              <a:srgbClr val="AA8FAE"/>
            </a:solidFill>
            <a:prstDash val="solid"/>
          </a:ln>
        </p:spPr>
      </p:sp>
      <p:sp xmlns:a="http://schemas.openxmlformats.org/drawingml/2006/main">
        <p:nvSpPr>
          <p:cNvPr id="184" name="polygon-686"/>
          <p:cNvSpPr>
            <a:spLocks noGrp="1"/>
          </p:cNvSpPr>
          <p:nvPr/>
        </p:nvSpPr>
        <p:spPr>
          <a:xfrm>
            <a:off x="12462570" y="2970692"/>
            <a:ext cx="167596" cy="144637"/>
          </a:xfrm>
          <a:custGeom>
            <a:avLst/>
            <a:gdLst/>
            <a:ahLst/>
            <a:cxnLst/>
            <a:pathLst>
              <a:path w="204385" h="176386">
                <a:moveTo>
                  <a:pt x="0" y="0"/>
                </a:moveTo>
                <a:lnTo>
                  <a:pt x="0" y="0"/>
                </a:lnTo>
                <a:lnTo>
                  <a:pt x="204385" y="118002"/>
                </a:lnTo>
                <a:lnTo>
                  <a:pt x="0" y="176386"/>
                </a:lnTo>
                <a:lnTo>
                  <a:pt x="0" y="0"/>
                </a:lnTo>
                <a:lnTo>
                  <a:pt x="0" y="0"/>
                </a:lnTo>
                <a:close/>
              </a:path>
            </a:pathLst>
          </a:custGeom>
          <a:noFill/>
          <a:ln w="15976">
            <a:solidFill>
              <a:srgbClr val="8B9F8B"/>
            </a:solidFill>
            <a:prstDash val="dash"/>
          </a:ln>
        </p:spPr>
      </p:sp>
      <p:sp xmlns:a="http://schemas.openxmlformats.org/drawingml/2006/main">
        <p:nvSpPr>
          <p:cNvPr id="185" name="circle-687"/>
          <p:cNvSpPr>
            <a:spLocks noGrp="1"/>
          </p:cNvSpPr>
          <p:nvPr/>
        </p:nvSpPr>
        <p:spPr>
          <a:xfrm>
            <a:off x="12618805" y="3056093"/>
            <a:ext cx="22721" cy="22721"/>
          </a:xfrm>
          <a:prstGeom prst="ellipse">
            <a:avLst/>
          </a:prstGeom>
          <a:solidFill>
            <a:srgbClr val="FFFFFF"/>
          </a:solidFill>
          <a:ln w="14201">
            <a:solidFill>
              <a:srgbClr val="8B9F8B"/>
            </a:solidFill>
            <a:prstDash val="solid"/>
          </a:ln>
        </p:spPr>
      </p:sp>
      <p:sp xmlns:a="http://schemas.openxmlformats.org/drawingml/2006/main">
        <p:nvSpPr>
          <p:cNvPr id="186" name="circle-688"/>
          <p:cNvSpPr>
            <a:spLocks noGrp="1"/>
          </p:cNvSpPr>
          <p:nvPr/>
        </p:nvSpPr>
        <p:spPr>
          <a:xfrm>
            <a:off x="12451209" y="3103968"/>
            <a:ext cx="22721" cy="22721"/>
          </a:xfrm>
          <a:prstGeom prst="ellipse">
            <a:avLst/>
          </a:prstGeom>
          <a:solidFill>
            <a:srgbClr val="FFFFFF"/>
          </a:solidFill>
          <a:ln w="14201">
            <a:solidFill>
              <a:srgbClr val="8B9F8B"/>
            </a:solidFill>
            <a:prstDash val="solid"/>
          </a:ln>
        </p:spPr>
      </p:sp>
      <p:sp xmlns:a="http://schemas.openxmlformats.org/drawingml/2006/main">
        <p:nvSpPr>
          <p:cNvPr id="187" name="polygon-689"/>
          <p:cNvSpPr>
            <a:spLocks noGrp="1"/>
          </p:cNvSpPr>
          <p:nvPr/>
        </p:nvSpPr>
        <p:spPr>
          <a:xfrm>
            <a:off x="12462570" y="2970692"/>
            <a:ext cx="78" cy="125998"/>
          </a:xfrm>
          <a:custGeom>
            <a:avLst/>
            <a:gdLst/>
            <a:ahLst/>
            <a:cxnLst/>
            <a:pathLst>
              <a:path w="95" h="153656">
                <a:moveTo>
                  <a:pt x="0" y="0"/>
                </a:moveTo>
                <a:lnTo>
                  <a:pt x="0" y="0"/>
                </a:lnTo>
                <a:lnTo>
                  <a:pt x="0" y="0"/>
                </a:lnTo>
                <a:lnTo>
                  <a:pt x="0" y="153656"/>
                </a:lnTo>
                <a:lnTo>
                  <a:pt x="0" y="0"/>
                </a:lnTo>
                <a:lnTo>
                  <a:pt x="0" y="0"/>
                </a:lnTo>
                <a:close/>
              </a:path>
            </a:pathLst>
          </a:custGeom>
          <a:noFill/>
          <a:ln w="15976">
            <a:solidFill>
              <a:srgbClr val="AE989B"/>
            </a:solidFill>
            <a:prstDash val="dash"/>
          </a:ln>
        </p:spPr>
      </p:sp>
      <p:sp xmlns:a="http://schemas.openxmlformats.org/drawingml/2006/main">
        <p:nvSpPr>
          <p:cNvPr id="188" name="circle-690"/>
          <p:cNvSpPr>
            <a:spLocks noGrp="1"/>
          </p:cNvSpPr>
          <p:nvPr/>
        </p:nvSpPr>
        <p:spPr>
          <a:xfrm>
            <a:off x="12451209" y="3085329"/>
            <a:ext cx="22721" cy="22721"/>
          </a:xfrm>
          <a:prstGeom prst="ellipse">
            <a:avLst/>
          </a:prstGeom>
          <a:solidFill>
            <a:srgbClr val="FFFFFF"/>
          </a:solidFill>
          <a:ln w="14201">
            <a:solidFill>
              <a:srgbClr val="AE989B"/>
            </a:solidFill>
            <a:prstDash val="solid"/>
          </a:ln>
        </p:spPr>
      </p:sp>
      <p:sp xmlns:a="http://schemas.openxmlformats.org/drawingml/2006/main">
        <p:nvSpPr>
          <p:cNvPr id="189" name="polygon-691"/>
          <p:cNvSpPr>
            <a:spLocks noGrp="1"/>
          </p:cNvSpPr>
          <p:nvPr/>
        </p:nvSpPr>
        <p:spPr>
          <a:xfrm>
            <a:off x="12462570" y="2970692"/>
            <a:ext cx="78" cy="188197"/>
          </a:xfrm>
          <a:custGeom>
            <a:avLst/>
            <a:gdLst/>
            <a:ahLst/>
            <a:cxnLst/>
            <a:pathLst>
              <a:path w="95" h="229509">
                <a:moveTo>
                  <a:pt x="0" y="0"/>
                </a:moveTo>
                <a:lnTo>
                  <a:pt x="0" y="0"/>
                </a:lnTo>
                <a:lnTo>
                  <a:pt x="0" y="0"/>
                </a:lnTo>
                <a:lnTo>
                  <a:pt x="0" y="229509"/>
                </a:lnTo>
                <a:lnTo>
                  <a:pt x="0" y="0"/>
                </a:lnTo>
                <a:lnTo>
                  <a:pt x="0" y="0"/>
                </a:lnTo>
                <a:close/>
              </a:path>
            </a:pathLst>
          </a:custGeom>
          <a:noFill/>
          <a:ln w="15976">
            <a:solidFill>
              <a:srgbClr val="7694B5"/>
            </a:solidFill>
            <a:prstDash val="dash"/>
          </a:ln>
        </p:spPr>
      </p:sp>
      <p:sp xmlns:a="http://schemas.openxmlformats.org/drawingml/2006/main">
        <p:nvSpPr>
          <p:cNvPr id="190" name="circle-692"/>
          <p:cNvSpPr>
            <a:spLocks noGrp="1"/>
          </p:cNvSpPr>
          <p:nvPr/>
        </p:nvSpPr>
        <p:spPr>
          <a:xfrm>
            <a:off x="12451209" y="3147529"/>
            <a:ext cx="22721" cy="22721"/>
          </a:xfrm>
          <a:prstGeom prst="ellipse">
            <a:avLst/>
          </a:prstGeom>
          <a:solidFill>
            <a:srgbClr val="FFFFFF"/>
          </a:solidFill>
          <a:ln w="14201">
            <a:solidFill>
              <a:srgbClr val="7694B5"/>
            </a:solidFill>
            <a:prstDash val="solid"/>
          </a:ln>
        </p:spPr>
      </p:sp>
      <p:sp xmlns:a="http://schemas.openxmlformats.org/drawingml/2006/main">
        <p:nvSpPr>
          <p:cNvPr id="191" name="polygon-693"/>
          <p:cNvSpPr>
            <a:spLocks noGrp="1"/>
          </p:cNvSpPr>
          <p:nvPr/>
        </p:nvSpPr>
        <p:spPr>
          <a:xfrm>
            <a:off x="11634368" y="1923730"/>
            <a:ext cx="1602998" cy="1525125"/>
          </a:xfrm>
          <a:custGeom>
            <a:avLst/>
            <a:gdLst/>
            <a:ahLst/>
            <a:cxnLst/>
            <a:pathLst>
              <a:path w="1954875" h="1859908">
                <a:moveTo>
                  <a:pt x="1010002" y="0"/>
                </a:moveTo>
                <a:lnTo>
                  <a:pt x="1954875" y="731260"/>
                </a:lnTo>
                <a:lnTo>
                  <a:pt x="1366017" y="1482328"/>
                </a:lnTo>
                <a:lnTo>
                  <a:pt x="1010002" y="1467326"/>
                </a:lnTo>
                <a:lnTo>
                  <a:pt x="0" y="1859908"/>
                </a:lnTo>
                <a:lnTo>
                  <a:pt x="255791" y="841339"/>
                </a:lnTo>
                <a:close/>
              </a:path>
            </a:pathLst>
          </a:custGeom>
          <a:solidFill>
            <a:srgbClr val="496A84">
              <a:alpha val="4500"/>
            </a:srgbClr>
          </a:solidFill>
          <a:ln w="25562">
            <a:solidFill>
              <a:srgbClr val="496A84"/>
            </a:solidFill>
            <a:prstDash val="solid"/>
          </a:ln>
        </p:spPr>
      </p:sp>
      <p:sp xmlns:a="http://schemas.openxmlformats.org/drawingml/2006/main">
        <p:nvSpPr>
          <p:cNvPr id="192" name="circle-694"/>
          <p:cNvSpPr>
            <a:spLocks noGrp="1"/>
          </p:cNvSpPr>
          <p:nvPr/>
        </p:nvSpPr>
        <p:spPr>
          <a:xfrm>
            <a:off x="12445529" y="1906690"/>
            <a:ext cx="34082" cy="34082"/>
          </a:xfrm>
          <a:prstGeom prst="ellipse">
            <a:avLst/>
          </a:prstGeom>
          <a:solidFill>
            <a:srgbClr val="FFFFFF"/>
          </a:solidFill>
          <a:ln w="14201">
            <a:solidFill>
              <a:srgbClr val="496A84"/>
            </a:solidFill>
            <a:prstDash val="solid"/>
          </a:ln>
        </p:spPr>
      </p:sp>
      <p:sp xmlns:a="http://schemas.openxmlformats.org/drawingml/2006/main">
        <p:nvSpPr>
          <p:cNvPr id="193" name="circle-695"/>
          <p:cNvSpPr>
            <a:spLocks noGrp="1"/>
          </p:cNvSpPr>
          <p:nvPr/>
        </p:nvSpPr>
        <p:spPr>
          <a:xfrm>
            <a:off x="13220325" y="2506323"/>
            <a:ext cx="34082" cy="34082"/>
          </a:xfrm>
          <a:prstGeom prst="ellipse">
            <a:avLst/>
          </a:prstGeom>
          <a:solidFill>
            <a:srgbClr val="FFFFFF"/>
          </a:solidFill>
          <a:ln w="14201">
            <a:solidFill>
              <a:srgbClr val="496A84"/>
            </a:solidFill>
            <a:prstDash val="solid"/>
          </a:ln>
        </p:spPr>
      </p:sp>
      <p:sp xmlns:a="http://schemas.openxmlformats.org/drawingml/2006/main">
        <p:nvSpPr>
          <p:cNvPr id="194" name="circle-696"/>
          <p:cNvSpPr>
            <a:spLocks noGrp="1"/>
          </p:cNvSpPr>
          <p:nvPr/>
        </p:nvSpPr>
        <p:spPr>
          <a:xfrm>
            <a:off x="12737461" y="3122198"/>
            <a:ext cx="34082" cy="34082"/>
          </a:xfrm>
          <a:prstGeom prst="ellipse">
            <a:avLst/>
          </a:prstGeom>
          <a:solidFill>
            <a:srgbClr val="FFFFFF"/>
          </a:solidFill>
          <a:ln w="14201">
            <a:solidFill>
              <a:srgbClr val="496A84"/>
            </a:solidFill>
            <a:prstDash val="solid"/>
          </a:ln>
        </p:spPr>
      </p:sp>
      <p:sp xmlns:a="http://schemas.openxmlformats.org/drawingml/2006/main">
        <p:nvSpPr>
          <p:cNvPr id="195" name="circle-697"/>
          <p:cNvSpPr>
            <a:spLocks noGrp="1"/>
          </p:cNvSpPr>
          <p:nvPr/>
        </p:nvSpPr>
        <p:spPr>
          <a:xfrm>
            <a:off x="12445529" y="3109897"/>
            <a:ext cx="34082" cy="34082"/>
          </a:xfrm>
          <a:prstGeom prst="ellipse">
            <a:avLst/>
          </a:prstGeom>
          <a:solidFill>
            <a:srgbClr val="FFFFFF"/>
          </a:solidFill>
          <a:ln w="14201">
            <a:solidFill>
              <a:srgbClr val="496A84"/>
            </a:solidFill>
            <a:prstDash val="solid"/>
          </a:ln>
        </p:spPr>
      </p:sp>
      <p:sp xmlns:a="http://schemas.openxmlformats.org/drawingml/2006/main">
        <p:nvSpPr>
          <p:cNvPr id="196" name="circle-698"/>
          <p:cNvSpPr>
            <a:spLocks noGrp="1"/>
          </p:cNvSpPr>
          <p:nvPr/>
        </p:nvSpPr>
        <p:spPr>
          <a:xfrm>
            <a:off x="11617327" y="3431813"/>
            <a:ext cx="34082" cy="34082"/>
          </a:xfrm>
          <a:prstGeom prst="ellipse">
            <a:avLst/>
          </a:prstGeom>
          <a:solidFill>
            <a:srgbClr val="FFFFFF"/>
          </a:solidFill>
          <a:ln w="14201">
            <a:solidFill>
              <a:srgbClr val="496A84"/>
            </a:solidFill>
            <a:prstDash val="solid"/>
          </a:ln>
        </p:spPr>
      </p:sp>
      <p:sp xmlns:a="http://schemas.openxmlformats.org/drawingml/2006/main">
        <p:nvSpPr>
          <p:cNvPr id="197" name="circle-699"/>
          <p:cNvSpPr>
            <a:spLocks noGrp="1"/>
          </p:cNvSpPr>
          <p:nvPr/>
        </p:nvSpPr>
        <p:spPr>
          <a:xfrm>
            <a:off x="11827076" y="2596588"/>
            <a:ext cx="34082" cy="34082"/>
          </a:xfrm>
          <a:prstGeom prst="ellipse">
            <a:avLst/>
          </a:prstGeom>
          <a:solidFill>
            <a:srgbClr val="FFFFFF"/>
          </a:solidFill>
          <a:ln w="14201">
            <a:solidFill>
              <a:srgbClr val="496A84"/>
            </a:solidFill>
            <a:prstDash val="solid"/>
          </a:ln>
        </p:spPr>
      </p:sp>
      <p:sp xmlns:a="http://schemas.openxmlformats.org/drawingml/2006/main">
        <p:nvSpPr>
          <p:cNvPr id="198" name="polygon-700"/>
          <p:cNvSpPr>
            <a:spLocks noGrp="1"/>
          </p:cNvSpPr>
          <p:nvPr/>
        </p:nvSpPr>
        <p:spPr>
          <a:xfrm>
            <a:off x="11641655" y="1924795"/>
            <a:ext cx="1584274" cy="1519852"/>
          </a:xfrm>
          <a:custGeom>
            <a:avLst/>
            <a:gdLst/>
            <a:ahLst/>
            <a:cxnLst/>
            <a:pathLst>
              <a:path w="1932041" h="1853478">
                <a:moveTo>
                  <a:pt x="1001116" y="0"/>
                </a:moveTo>
                <a:lnTo>
                  <a:pt x="1932041" y="738014"/>
                </a:lnTo>
                <a:lnTo>
                  <a:pt x="1381315" y="1494992"/>
                </a:lnTo>
                <a:lnTo>
                  <a:pt x="1001116" y="1457715"/>
                </a:lnTo>
                <a:lnTo>
                  <a:pt x="0" y="1853478"/>
                </a:lnTo>
                <a:lnTo>
                  <a:pt x="252529" y="843287"/>
                </a:lnTo>
                <a:close/>
              </a:path>
            </a:pathLst>
          </a:custGeom>
          <a:solidFill>
            <a:srgbClr val="4F786F">
              <a:alpha val="4500"/>
            </a:srgbClr>
          </a:solidFill>
          <a:ln w="25562">
            <a:solidFill>
              <a:srgbClr val="4F786F"/>
            </a:solidFill>
            <a:prstDash val="solid"/>
          </a:ln>
        </p:spPr>
      </p:sp>
      <p:sp xmlns:a="http://schemas.openxmlformats.org/drawingml/2006/main">
        <p:nvSpPr>
          <p:cNvPr id="199" name="circle-701"/>
          <p:cNvSpPr>
            <a:spLocks noGrp="1"/>
          </p:cNvSpPr>
          <p:nvPr/>
        </p:nvSpPr>
        <p:spPr>
          <a:xfrm>
            <a:off x="12445529" y="1907754"/>
            <a:ext cx="34082" cy="34082"/>
          </a:xfrm>
          <a:prstGeom prst="ellipse">
            <a:avLst/>
          </a:prstGeom>
          <a:solidFill>
            <a:srgbClr val="FFFFFF"/>
          </a:solidFill>
          <a:ln w="14201">
            <a:solidFill>
              <a:srgbClr val="4F786F"/>
            </a:solidFill>
            <a:prstDash val="solid"/>
          </a:ln>
        </p:spPr>
      </p:sp>
      <p:sp xmlns:a="http://schemas.openxmlformats.org/drawingml/2006/main">
        <p:nvSpPr>
          <p:cNvPr id="200" name="circle-702"/>
          <p:cNvSpPr>
            <a:spLocks noGrp="1"/>
          </p:cNvSpPr>
          <p:nvPr/>
        </p:nvSpPr>
        <p:spPr>
          <a:xfrm>
            <a:off x="13208887" y="2512926"/>
            <a:ext cx="34082" cy="34082"/>
          </a:xfrm>
          <a:prstGeom prst="ellipse">
            <a:avLst/>
          </a:prstGeom>
          <a:solidFill>
            <a:srgbClr val="FFFFFF"/>
          </a:solidFill>
          <a:ln w="14201">
            <a:solidFill>
              <a:srgbClr val="4F786F"/>
            </a:solidFill>
            <a:prstDash val="solid"/>
          </a:ln>
        </p:spPr>
      </p:sp>
      <p:sp xmlns:a="http://schemas.openxmlformats.org/drawingml/2006/main">
        <p:nvSpPr>
          <p:cNvPr id="201" name="circle-703"/>
          <p:cNvSpPr>
            <a:spLocks noGrp="1"/>
          </p:cNvSpPr>
          <p:nvPr/>
        </p:nvSpPr>
        <p:spPr>
          <a:xfrm>
            <a:off x="12757292" y="3133648"/>
            <a:ext cx="34082" cy="34082"/>
          </a:xfrm>
          <a:prstGeom prst="ellipse">
            <a:avLst/>
          </a:prstGeom>
          <a:solidFill>
            <a:srgbClr val="FFFFFF"/>
          </a:solidFill>
          <a:ln w="14201">
            <a:solidFill>
              <a:srgbClr val="4F786F"/>
            </a:solidFill>
            <a:prstDash val="solid"/>
          </a:ln>
        </p:spPr>
      </p:sp>
      <p:sp xmlns:a="http://schemas.openxmlformats.org/drawingml/2006/main">
        <p:nvSpPr>
          <p:cNvPr id="202" name="circle-704"/>
          <p:cNvSpPr>
            <a:spLocks noGrp="1"/>
          </p:cNvSpPr>
          <p:nvPr/>
        </p:nvSpPr>
        <p:spPr>
          <a:xfrm>
            <a:off x="12445529" y="3103080"/>
            <a:ext cx="34082" cy="34082"/>
          </a:xfrm>
          <a:prstGeom prst="ellipse">
            <a:avLst/>
          </a:prstGeom>
          <a:solidFill>
            <a:srgbClr val="FFFFFF"/>
          </a:solidFill>
          <a:ln w="14201">
            <a:solidFill>
              <a:srgbClr val="4F786F"/>
            </a:solidFill>
            <a:prstDash val="solid"/>
          </a:ln>
        </p:spPr>
      </p:sp>
      <p:sp xmlns:a="http://schemas.openxmlformats.org/drawingml/2006/main">
        <p:nvSpPr>
          <p:cNvPr id="203" name="circle-705"/>
          <p:cNvSpPr>
            <a:spLocks noGrp="1"/>
          </p:cNvSpPr>
          <p:nvPr/>
        </p:nvSpPr>
        <p:spPr>
          <a:xfrm>
            <a:off x="11624614" y="3427607"/>
            <a:ext cx="34082" cy="34082"/>
          </a:xfrm>
          <a:prstGeom prst="ellipse">
            <a:avLst/>
          </a:prstGeom>
          <a:solidFill>
            <a:srgbClr val="FFFFFF"/>
          </a:solidFill>
          <a:ln w="14201">
            <a:solidFill>
              <a:srgbClr val="4F786F"/>
            </a:solidFill>
            <a:prstDash val="solid"/>
          </a:ln>
        </p:spPr>
      </p:sp>
      <p:sp xmlns:a="http://schemas.openxmlformats.org/drawingml/2006/main">
        <p:nvSpPr>
          <p:cNvPr id="204" name="circle-706"/>
          <p:cNvSpPr>
            <a:spLocks noGrp="1"/>
          </p:cNvSpPr>
          <p:nvPr/>
        </p:nvSpPr>
        <p:spPr>
          <a:xfrm>
            <a:off x="11831687" y="2599250"/>
            <a:ext cx="34082" cy="34082"/>
          </a:xfrm>
          <a:prstGeom prst="ellipse">
            <a:avLst/>
          </a:prstGeom>
          <a:solidFill>
            <a:srgbClr val="FFFFFF"/>
          </a:solidFill>
          <a:ln w="14201">
            <a:solidFill>
              <a:srgbClr val="4F786F"/>
            </a:solidFill>
            <a:prstDash val="solid"/>
          </a:ln>
        </p:spPr>
      </p:sp>
      <p:sp xmlns:a="http://schemas.openxmlformats.org/drawingml/2006/main">
        <p:nvSpPr>
          <p:cNvPr id="205" name="text-707"/>
          <p:cNvSpPr>
            <a:spLocks noGrp="1"/>
          </p:cNvSpPr>
          <p:nvPr/>
        </p:nvSpPr>
        <p:spPr>
          <a:xfrm>
            <a:off x="12190974" y="1619250"/>
            <a:ext cx="643842"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LIBERO</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06" name="text-708"/>
          <p:cNvSpPr>
            <a:spLocks noGrp="1"/>
          </p:cNvSpPr>
          <p:nvPr/>
        </p:nvSpPr>
        <p:spPr>
          <a:xfrm>
            <a:off x="13522668" y="2357698"/>
            <a:ext cx="484121"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PLUS</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07" name="text-709"/>
          <p:cNvSpPr>
            <a:spLocks noGrp="1"/>
          </p:cNvSpPr>
          <p:nvPr/>
        </p:nvSpPr>
        <p:spPr>
          <a:xfrm>
            <a:off x="13522668" y="3461818"/>
            <a:ext cx="412228"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PRO</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08" name="text-710"/>
          <p:cNvSpPr>
            <a:spLocks noGrp="1"/>
          </p:cNvSpPr>
          <p:nvPr/>
        </p:nvSpPr>
        <p:spPr>
          <a:xfrm>
            <a:off x="12206981" y="4147012"/>
            <a:ext cx="611827"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SMART</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09" name="text-711"/>
          <p:cNvSpPr>
            <a:spLocks noGrp="1"/>
          </p:cNvSpPr>
          <p:nvPr/>
        </p:nvSpPr>
        <p:spPr>
          <a:xfrm>
            <a:off x="10796312" y="3461818"/>
            <a:ext cx="707520"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RT-FULL</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10" name="text-712"/>
          <p:cNvSpPr>
            <a:spLocks noGrp="1"/>
          </p:cNvSpPr>
          <p:nvPr/>
        </p:nvSpPr>
        <p:spPr>
          <a:xfrm>
            <a:off x="10875997" y="2357698"/>
            <a:ext cx="627835" cy="186920"/>
          </a:xfrm>
          <a:prstGeom prst="rect">
            <a:avLst/>
          </a:prstGeom>
          <a:noFill/>
          <a:ln w="0">
            <a:noFill/>
          </a:ln>
        </p:spPr>
        <p:txBody>
          <a:bodyPr wrap="none" lIns="0" tIns="0" rIns="0" bIns="0" anchor="t">
            <a:noAutofit/>
          </a:bodyPr>
          <a:lstStyle>
            <a:defPPr algn="l">
              <a:defRPr sz="1132" b="1" i="0">
                <a:solidFill>
                  <a:srgbClr val="2B3E4B"/>
                </a:solidFill>
                <a:latin typeface="Arial" panose="020B0604020202090204"/>
                <a:ea typeface="Arial" panose="020B0604020202090204"/>
                <a:cs typeface="Arial" panose="020B0604020202090204"/>
              </a:defRPr>
            </a:defPPr>
            <a:lvl1pPr algn="l">
              <a:defRPr sz="1132" b="1" i="0">
                <a:solidFill>
                  <a:srgbClr val="2B3E4B"/>
                </a:solidFill>
                <a:latin typeface="Arial" panose="020B0604020202090204"/>
                <a:ea typeface="Arial" panose="020B0604020202090204"/>
                <a:cs typeface="Arial" panose="020B0604020202090204"/>
              </a:defRPr>
            </a:lvl1pPr>
            <a:lvl2pPr algn="l">
              <a:defRPr sz="1132" b="1" i="0">
                <a:solidFill>
                  <a:srgbClr val="2B3E4B"/>
                </a:solidFill>
                <a:latin typeface="Arial" panose="020B0604020202090204"/>
                <a:ea typeface="Arial" panose="020B0604020202090204"/>
                <a:cs typeface="Arial" panose="020B0604020202090204"/>
              </a:defRPr>
            </a:lvl2pPr>
            <a:lvl3pPr algn="l">
              <a:defRPr sz="1132" b="1" i="0">
                <a:solidFill>
                  <a:srgbClr val="2B3E4B"/>
                </a:solidFill>
                <a:latin typeface="Arial" panose="020B0604020202090204"/>
                <a:ea typeface="Arial" panose="020B0604020202090204"/>
                <a:cs typeface="Arial" panose="020B0604020202090204"/>
              </a:defRPr>
            </a:lvl3pPr>
            <a:lvl4pPr algn="l">
              <a:defRPr sz="1132" b="1" i="0">
                <a:solidFill>
                  <a:srgbClr val="2B3E4B"/>
                </a:solidFill>
                <a:latin typeface="Arial" panose="020B0604020202090204"/>
                <a:ea typeface="Arial" panose="020B0604020202090204"/>
                <a:cs typeface="Arial" panose="020B0604020202090204"/>
              </a:defRPr>
            </a:lvl4pPr>
            <a:lvl5pPr algn="l">
              <a:defRPr sz="1132" b="1" i="0">
                <a:solidFill>
                  <a:srgbClr val="2B3E4B"/>
                </a:solidFill>
                <a:latin typeface="Arial" panose="020B0604020202090204"/>
                <a:ea typeface="Arial" panose="020B0604020202090204"/>
                <a:cs typeface="Arial" panose="020B0604020202090204"/>
              </a:defRPr>
            </a:lvl5pPr>
            <a:lvl6pPr algn="l">
              <a:defRPr sz="1132" b="1" i="0">
                <a:solidFill>
                  <a:srgbClr val="2B3E4B"/>
                </a:solidFill>
                <a:latin typeface="Arial" panose="020B0604020202090204"/>
                <a:ea typeface="Arial" panose="020B0604020202090204"/>
                <a:cs typeface="Arial" panose="020B0604020202090204"/>
              </a:defRPr>
            </a:lvl6pPr>
            <a:lvl7pPr algn="l">
              <a:defRPr sz="1132" b="1" i="0">
                <a:solidFill>
                  <a:srgbClr val="2B3E4B"/>
                </a:solidFill>
                <a:latin typeface="Arial" panose="020B0604020202090204"/>
                <a:ea typeface="Arial" panose="020B0604020202090204"/>
                <a:cs typeface="Arial" panose="020B0604020202090204"/>
              </a:defRPr>
            </a:lvl7pPr>
            <a:lvl8pPr algn="l">
              <a:defRPr sz="1132" b="1" i="0">
                <a:solidFill>
                  <a:srgbClr val="2B3E4B"/>
                </a:solidFill>
                <a:latin typeface="Arial" panose="020B0604020202090204"/>
                <a:ea typeface="Arial" panose="020B0604020202090204"/>
                <a:cs typeface="Arial" panose="020B0604020202090204"/>
              </a:defRPr>
            </a:lvl8pPr>
            <a:lvl9pPr algn="l">
              <a:defRPr sz="1132" b="1" i="0">
                <a:solidFill>
                  <a:srgbClr val="2B3E4B"/>
                </a:solidFill>
                <a:latin typeface="Arial" panose="020B0604020202090204"/>
                <a:ea typeface="Arial" panose="020B0604020202090204"/>
                <a:cs typeface="Arial" panose="020B0604020202090204"/>
              </a:defRPr>
            </a:lvl9pPr>
          </a:lstStyle>
          <a:p>
            <a:pPr algn="l">
              <a:defRPr sz="1132" b="1" i="0">
                <a:solidFill>
                  <a:srgbClr val="2B3E4B"/>
                </a:solidFill>
                <a:latin typeface="Arial" panose="020B0604020202090204"/>
                <a:ea typeface="Arial" panose="020B0604020202090204"/>
                <a:cs typeface="Arial" panose="020B0604020202090204"/>
              </a:defRPr>
            </a:pPr>
            <a:r>
              <a:rPr sz="1132" b="1" i="0">
                <a:solidFill>
                  <a:srgbClr val="2B3E4B"/>
                </a:solidFill>
                <a:latin typeface="Arial" panose="020B0604020202090204"/>
                <a:ea typeface="Arial" panose="020B0604020202090204"/>
                <a:cs typeface="Arial" panose="020B0604020202090204"/>
              </a:rPr>
              <a:t>RT-C2R</a:t>
            </a:r>
            <a:endParaRPr sz="1132" b="1" i="0">
              <a:solidFill>
                <a:srgbClr val="2B3E4B"/>
              </a:solidFill>
              <a:latin typeface="Arial" panose="020B0604020202090204"/>
              <a:ea typeface="Arial" panose="020B0604020202090204"/>
              <a:cs typeface="Arial" panose="020B0604020202090204"/>
            </a:endParaRPr>
          </a:p>
        </p:txBody>
      </p:sp>
      <p:sp xmlns:a="http://schemas.openxmlformats.org/drawingml/2006/main">
        <p:nvSpPr>
          <p:cNvPr id="211" name="line-713"/>
          <p:cNvSpPr>
            <a:spLocks noGrp="1"/>
          </p:cNvSpPr>
          <p:nvPr/>
        </p:nvSpPr>
        <p:spPr>
          <a:xfrm>
            <a:off x="10483689" y="4390733"/>
            <a:ext cx="109104" cy="80"/>
          </a:xfrm>
          <a:custGeom>
            <a:avLst/>
            <a:gdLst/>
            <a:ahLst/>
            <a:cxnLst/>
            <a:pathLst>
              <a:path w="129886" h="95">
                <a:moveTo>
                  <a:pt x="0" y="0"/>
                </a:moveTo>
                <a:lnTo>
                  <a:pt x="129886" y="0"/>
                </a:lnTo>
              </a:path>
            </a:pathLst>
          </a:custGeom>
          <a:solidFill>
            <a:srgbClr val="000000"/>
          </a:solidFill>
          <a:ln w="25458">
            <a:solidFill>
              <a:srgbClr val="496A84"/>
            </a:solidFill>
            <a:prstDash val="solid"/>
          </a:ln>
        </p:spPr>
      </p:sp>
      <p:sp xmlns:a="http://schemas.openxmlformats.org/drawingml/2006/main">
        <p:nvSpPr>
          <p:cNvPr id="212" name="text-714"/>
          <p:cNvSpPr>
            <a:spLocks noGrp="1"/>
          </p:cNvSpPr>
          <p:nvPr/>
        </p:nvSpPr>
        <p:spPr>
          <a:xfrm>
            <a:off x="10629162" y="4324350"/>
            <a:ext cx="718478" cy="137108"/>
          </a:xfrm>
          <a:prstGeom prst="rect">
            <a:avLst/>
          </a:prstGeom>
          <a:noFill/>
          <a:ln w="0">
            <a:noFill/>
          </a:ln>
        </p:spPr>
        <p:txBody>
          <a:bodyPr wrap="none" lIns="0" tIns="0" rIns="0" bIns="0" anchor="t">
            <a:noAutofit/>
          </a:bodyPr>
          <a:lstStyle>
            <a:defPPr algn="l">
              <a:defRPr sz="832" b="1" i="0">
                <a:solidFill>
                  <a:srgbClr val="496A84"/>
                </a:solidFill>
                <a:latin typeface="Arial" panose="020B0604020202090204"/>
                <a:ea typeface="Arial" panose="020B0604020202090204"/>
                <a:cs typeface="Arial" panose="020B0604020202090204"/>
              </a:defRPr>
            </a:defPPr>
            <a:lvl1pPr algn="l">
              <a:defRPr sz="832" b="1" i="0">
                <a:solidFill>
                  <a:srgbClr val="496A84"/>
                </a:solidFill>
                <a:latin typeface="Arial" panose="020B0604020202090204"/>
                <a:ea typeface="Arial" panose="020B0604020202090204"/>
                <a:cs typeface="Arial" panose="020B0604020202090204"/>
              </a:defRPr>
            </a:lvl1pPr>
            <a:lvl2pPr algn="l">
              <a:defRPr sz="832" b="1" i="0">
                <a:solidFill>
                  <a:srgbClr val="496A84"/>
                </a:solidFill>
                <a:latin typeface="Arial" panose="020B0604020202090204"/>
                <a:ea typeface="Arial" panose="020B0604020202090204"/>
                <a:cs typeface="Arial" panose="020B0604020202090204"/>
              </a:defRPr>
            </a:lvl2pPr>
            <a:lvl3pPr algn="l">
              <a:defRPr sz="832" b="1" i="0">
                <a:solidFill>
                  <a:srgbClr val="496A84"/>
                </a:solidFill>
                <a:latin typeface="Arial" panose="020B0604020202090204"/>
                <a:ea typeface="Arial" panose="020B0604020202090204"/>
                <a:cs typeface="Arial" panose="020B0604020202090204"/>
              </a:defRPr>
            </a:lvl3pPr>
            <a:lvl4pPr algn="l">
              <a:defRPr sz="832" b="1" i="0">
                <a:solidFill>
                  <a:srgbClr val="496A84"/>
                </a:solidFill>
                <a:latin typeface="Arial" panose="020B0604020202090204"/>
                <a:ea typeface="Arial" panose="020B0604020202090204"/>
                <a:cs typeface="Arial" panose="020B0604020202090204"/>
              </a:defRPr>
            </a:lvl4pPr>
            <a:lvl5pPr algn="l">
              <a:defRPr sz="832" b="1" i="0">
                <a:solidFill>
                  <a:srgbClr val="496A84"/>
                </a:solidFill>
                <a:latin typeface="Arial" panose="020B0604020202090204"/>
                <a:ea typeface="Arial" panose="020B0604020202090204"/>
                <a:cs typeface="Arial" panose="020B0604020202090204"/>
              </a:defRPr>
            </a:lvl5pPr>
            <a:lvl6pPr algn="l">
              <a:defRPr sz="832" b="1" i="0">
                <a:solidFill>
                  <a:srgbClr val="496A84"/>
                </a:solidFill>
                <a:latin typeface="Arial" panose="020B0604020202090204"/>
                <a:ea typeface="Arial" panose="020B0604020202090204"/>
                <a:cs typeface="Arial" panose="020B0604020202090204"/>
              </a:defRPr>
            </a:lvl6pPr>
            <a:lvl7pPr algn="l">
              <a:defRPr sz="832" b="1" i="0">
                <a:solidFill>
                  <a:srgbClr val="496A84"/>
                </a:solidFill>
                <a:latin typeface="Arial" panose="020B0604020202090204"/>
                <a:ea typeface="Arial" panose="020B0604020202090204"/>
                <a:cs typeface="Arial" panose="020B0604020202090204"/>
              </a:defRPr>
            </a:lvl7pPr>
            <a:lvl8pPr algn="l">
              <a:defRPr sz="832" b="1" i="0">
                <a:solidFill>
                  <a:srgbClr val="496A84"/>
                </a:solidFill>
                <a:latin typeface="Arial" panose="020B0604020202090204"/>
                <a:ea typeface="Arial" panose="020B0604020202090204"/>
                <a:cs typeface="Arial" panose="020B0604020202090204"/>
              </a:defRPr>
            </a:lvl8pPr>
            <a:lvl9pPr algn="l">
              <a:defRPr sz="832" b="1" i="0">
                <a:solidFill>
                  <a:srgbClr val="496A84"/>
                </a:solidFill>
                <a:latin typeface="Arial" panose="020B0604020202090204"/>
                <a:ea typeface="Arial" panose="020B0604020202090204"/>
                <a:cs typeface="Arial" panose="020B0604020202090204"/>
              </a:defRPr>
            </a:lvl9pPr>
          </a:lstStyle>
          <a:p>
            <a:pPr algn="l">
              <a:defRPr sz="832" b="1" i="0">
                <a:solidFill>
                  <a:srgbClr val="496A84"/>
                </a:solidFill>
                <a:latin typeface="Arial" panose="020B0604020202090204"/>
                <a:ea typeface="Arial" panose="020B0604020202090204"/>
                <a:cs typeface="Arial" panose="020B0604020202090204"/>
              </a:defRPr>
            </a:pPr>
            <a:r>
              <a:rPr sz="832" b="1" i="0">
                <a:solidFill>
                  <a:srgbClr val="496A84"/>
                </a:solidFill>
                <a:latin typeface="Arial" panose="020B0604020202090204"/>
                <a:ea typeface="Arial" panose="020B0604020202090204"/>
                <a:cs typeface="Arial" panose="020B0604020202090204"/>
              </a:rPr>
              <a:t>SmartVLA-Pi</a:t>
            </a:r>
            <a:endParaRPr sz="832" b="1" i="0">
              <a:solidFill>
                <a:srgbClr val="496A84"/>
              </a:solidFill>
              <a:latin typeface="Arial" panose="020B0604020202090204"/>
              <a:ea typeface="Arial" panose="020B0604020202090204"/>
              <a:cs typeface="Arial" panose="020B0604020202090204"/>
            </a:endParaRPr>
          </a:p>
        </p:txBody>
      </p:sp>
      <p:sp xmlns:a="http://schemas.openxmlformats.org/drawingml/2006/main">
        <p:nvSpPr>
          <p:cNvPr id="213" name="line-715"/>
          <p:cNvSpPr>
            <a:spLocks noGrp="1"/>
          </p:cNvSpPr>
          <p:nvPr/>
        </p:nvSpPr>
        <p:spPr>
          <a:xfrm>
            <a:off x="11756576" y="4390733"/>
            <a:ext cx="109104" cy="80"/>
          </a:xfrm>
          <a:custGeom>
            <a:avLst/>
            <a:gdLst/>
            <a:ahLst/>
            <a:cxnLst/>
            <a:pathLst>
              <a:path w="129886" h="95">
                <a:moveTo>
                  <a:pt x="0" y="0"/>
                </a:moveTo>
                <a:lnTo>
                  <a:pt x="129886" y="0"/>
                </a:lnTo>
              </a:path>
            </a:pathLst>
          </a:custGeom>
          <a:solidFill>
            <a:srgbClr val="000000"/>
          </a:solidFill>
          <a:ln w="25458">
            <a:solidFill>
              <a:srgbClr val="4F786F"/>
            </a:solidFill>
            <a:prstDash val="solid"/>
          </a:ln>
        </p:spPr>
      </p:sp>
      <p:sp xmlns:a="http://schemas.openxmlformats.org/drawingml/2006/main">
        <p:nvSpPr>
          <p:cNvPr id="214" name="text-716"/>
          <p:cNvSpPr>
            <a:spLocks noGrp="1"/>
          </p:cNvSpPr>
          <p:nvPr/>
        </p:nvSpPr>
        <p:spPr>
          <a:xfrm>
            <a:off x="11902049" y="4324350"/>
            <a:ext cx="829714" cy="137108"/>
          </a:xfrm>
          <a:prstGeom prst="rect">
            <a:avLst/>
          </a:prstGeom>
          <a:noFill/>
          <a:ln w="0">
            <a:noFill/>
          </a:ln>
        </p:spPr>
        <p:txBody>
          <a:bodyPr wrap="none" lIns="0" tIns="0" rIns="0" bIns="0" anchor="t">
            <a:noAutofit/>
          </a:bodyPr>
          <a:lstStyle>
            <a:defPPr algn="l">
              <a:defRPr sz="832" b="1" i="0">
                <a:solidFill>
                  <a:srgbClr val="4F786F"/>
                </a:solidFill>
                <a:latin typeface="Arial" panose="020B0604020202090204"/>
                <a:ea typeface="Arial" panose="020B0604020202090204"/>
                <a:cs typeface="Arial" panose="020B0604020202090204"/>
              </a:defRPr>
            </a:defPPr>
            <a:lvl1pPr algn="l">
              <a:defRPr sz="832" b="1" i="0">
                <a:solidFill>
                  <a:srgbClr val="4F786F"/>
                </a:solidFill>
                <a:latin typeface="Arial" panose="020B0604020202090204"/>
                <a:ea typeface="Arial" panose="020B0604020202090204"/>
                <a:cs typeface="Arial" panose="020B0604020202090204"/>
              </a:defRPr>
            </a:lvl1pPr>
            <a:lvl2pPr algn="l">
              <a:defRPr sz="832" b="1" i="0">
                <a:solidFill>
                  <a:srgbClr val="4F786F"/>
                </a:solidFill>
                <a:latin typeface="Arial" panose="020B0604020202090204"/>
                <a:ea typeface="Arial" panose="020B0604020202090204"/>
                <a:cs typeface="Arial" panose="020B0604020202090204"/>
              </a:defRPr>
            </a:lvl2pPr>
            <a:lvl3pPr algn="l">
              <a:defRPr sz="832" b="1" i="0">
                <a:solidFill>
                  <a:srgbClr val="4F786F"/>
                </a:solidFill>
                <a:latin typeface="Arial" panose="020B0604020202090204"/>
                <a:ea typeface="Arial" panose="020B0604020202090204"/>
                <a:cs typeface="Arial" panose="020B0604020202090204"/>
              </a:defRPr>
            </a:lvl3pPr>
            <a:lvl4pPr algn="l">
              <a:defRPr sz="832" b="1" i="0">
                <a:solidFill>
                  <a:srgbClr val="4F786F"/>
                </a:solidFill>
                <a:latin typeface="Arial" panose="020B0604020202090204"/>
                <a:ea typeface="Arial" panose="020B0604020202090204"/>
                <a:cs typeface="Arial" panose="020B0604020202090204"/>
              </a:defRPr>
            </a:lvl4pPr>
            <a:lvl5pPr algn="l">
              <a:defRPr sz="832" b="1" i="0">
                <a:solidFill>
                  <a:srgbClr val="4F786F"/>
                </a:solidFill>
                <a:latin typeface="Arial" panose="020B0604020202090204"/>
                <a:ea typeface="Arial" panose="020B0604020202090204"/>
                <a:cs typeface="Arial" panose="020B0604020202090204"/>
              </a:defRPr>
            </a:lvl5pPr>
            <a:lvl6pPr algn="l">
              <a:defRPr sz="832" b="1" i="0">
                <a:solidFill>
                  <a:srgbClr val="4F786F"/>
                </a:solidFill>
                <a:latin typeface="Arial" panose="020B0604020202090204"/>
                <a:ea typeface="Arial" panose="020B0604020202090204"/>
                <a:cs typeface="Arial" panose="020B0604020202090204"/>
              </a:defRPr>
            </a:lvl6pPr>
            <a:lvl7pPr algn="l">
              <a:defRPr sz="832" b="1" i="0">
                <a:solidFill>
                  <a:srgbClr val="4F786F"/>
                </a:solidFill>
                <a:latin typeface="Arial" panose="020B0604020202090204"/>
                <a:ea typeface="Arial" panose="020B0604020202090204"/>
                <a:cs typeface="Arial" panose="020B0604020202090204"/>
              </a:defRPr>
            </a:lvl7pPr>
            <a:lvl8pPr algn="l">
              <a:defRPr sz="832" b="1" i="0">
                <a:solidFill>
                  <a:srgbClr val="4F786F"/>
                </a:solidFill>
                <a:latin typeface="Arial" panose="020B0604020202090204"/>
                <a:ea typeface="Arial" panose="020B0604020202090204"/>
                <a:cs typeface="Arial" panose="020B0604020202090204"/>
              </a:defRPr>
            </a:lvl8pPr>
            <a:lvl9pPr algn="l">
              <a:defRPr sz="832" b="1" i="0">
                <a:solidFill>
                  <a:srgbClr val="4F786F"/>
                </a:solidFill>
                <a:latin typeface="Arial" panose="020B0604020202090204"/>
                <a:ea typeface="Arial" panose="020B0604020202090204"/>
                <a:cs typeface="Arial" panose="020B0604020202090204"/>
              </a:defRPr>
            </a:lvl9pPr>
          </a:lstStyle>
          <a:p>
            <a:pPr algn="l">
              <a:defRPr sz="832" b="1" i="0">
                <a:solidFill>
                  <a:srgbClr val="4F786F"/>
                </a:solidFill>
                <a:latin typeface="Arial" panose="020B0604020202090204"/>
                <a:ea typeface="Arial" panose="020B0604020202090204"/>
                <a:cs typeface="Arial" panose="020B0604020202090204"/>
              </a:defRPr>
            </a:pPr>
            <a:r>
              <a:rPr sz="832" b="1" i="0">
                <a:solidFill>
                  <a:srgbClr val="4F786F"/>
                </a:solidFill>
                <a:latin typeface="Arial" panose="020B0604020202090204"/>
                <a:ea typeface="Arial" panose="020B0604020202090204"/>
                <a:cs typeface="Arial" panose="020B0604020202090204"/>
              </a:rPr>
              <a:t>SmartVLA-OFT</a:t>
            </a:r>
            <a:endParaRPr sz="832" b="1" i="0">
              <a:solidFill>
                <a:srgbClr val="4F786F"/>
              </a:solidFill>
              <a:latin typeface="Arial" panose="020B0604020202090204"/>
              <a:ea typeface="Arial" panose="020B0604020202090204"/>
              <a:cs typeface="Arial" panose="020B0604020202090204"/>
            </a:endParaRPr>
          </a:p>
        </p:txBody>
      </p:sp>
      <p:sp xmlns:a="http://schemas.openxmlformats.org/drawingml/2006/main">
        <p:nvSpPr>
          <p:cNvPr id="215" name="line-717"/>
          <p:cNvSpPr>
            <a:spLocks noGrp="1"/>
          </p:cNvSpPr>
          <p:nvPr/>
        </p:nvSpPr>
        <p:spPr>
          <a:xfrm>
            <a:off x="13018551" y="4390733"/>
            <a:ext cx="109104" cy="80"/>
          </a:xfrm>
          <a:custGeom>
            <a:avLst/>
            <a:gdLst/>
            <a:ahLst/>
            <a:cxnLst/>
            <a:pathLst>
              <a:path w="129886" h="95">
                <a:moveTo>
                  <a:pt x="0" y="0"/>
                </a:moveTo>
                <a:lnTo>
                  <a:pt x="129886" y="0"/>
                </a:lnTo>
              </a:path>
            </a:pathLst>
          </a:custGeom>
          <a:solidFill>
            <a:srgbClr val="000000"/>
          </a:solidFill>
          <a:ln w="14547">
            <a:solidFill>
              <a:srgbClr val="B6A58E"/>
            </a:solidFill>
            <a:prstDash val="dash"/>
          </a:ln>
        </p:spPr>
      </p:sp>
      <p:sp xmlns:a="http://schemas.openxmlformats.org/drawingml/2006/main">
        <p:nvSpPr>
          <p:cNvPr id="216" name="text-718"/>
          <p:cNvSpPr>
            <a:spLocks noGrp="1"/>
          </p:cNvSpPr>
          <p:nvPr/>
        </p:nvSpPr>
        <p:spPr>
          <a:xfrm>
            <a:off x="13164024" y="4324350"/>
            <a:ext cx="531181" cy="137108"/>
          </a:xfrm>
          <a:prstGeom prst="rect">
            <a:avLst/>
          </a:prstGeom>
          <a:noFill/>
          <a:ln w="0">
            <a:noFill/>
          </a:ln>
        </p:spPr>
        <p:txBody>
          <a:bodyPr wrap="none" lIns="0" tIns="0" rIns="0" bIns="0" anchor="t">
            <a:noAutofit/>
          </a:bodyPr>
          <a:lstStyle>
            <a:defPPr algn="l">
              <a:defRPr sz="832" b="0" i="0">
                <a:solidFill>
                  <a:srgbClr val="B6A58E"/>
                </a:solidFill>
                <a:latin typeface="Arial" panose="020B0604020202090204"/>
                <a:ea typeface="Arial" panose="020B0604020202090204"/>
                <a:cs typeface="Arial" panose="020B0604020202090204"/>
              </a:defRPr>
            </a:defPPr>
            <a:lvl1pPr algn="l">
              <a:defRPr sz="832" b="0" i="0">
                <a:solidFill>
                  <a:srgbClr val="B6A58E"/>
                </a:solidFill>
                <a:latin typeface="Arial" panose="020B0604020202090204"/>
                <a:ea typeface="Arial" panose="020B0604020202090204"/>
                <a:cs typeface="Arial" panose="020B0604020202090204"/>
              </a:defRPr>
            </a:lvl1pPr>
            <a:lvl2pPr algn="l">
              <a:defRPr sz="832" b="0" i="0">
                <a:solidFill>
                  <a:srgbClr val="B6A58E"/>
                </a:solidFill>
                <a:latin typeface="Arial" panose="020B0604020202090204"/>
                <a:ea typeface="Arial" panose="020B0604020202090204"/>
                <a:cs typeface="Arial" panose="020B0604020202090204"/>
              </a:defRPr>
            </a:lvl2pPr>
            <a:lvl3pPr algn="l">
              <a:defRPr sz="832" b="0" i="0">
                <a:solidFill>
                  <a:srgbClr val="B6A58E"/>
                </a:solidFill>
                <a:latin typeface="Arial" panose="020B0604020202090204"/>
                <a:ea typeface="Arial" panose="020B0604020202090204"/>
                <a:cs typeface="Arial" panose="020B0604020202090204"/>
              </a:defRPr>
            </a:lvl3pPr>
            <a:lvl4pPr algn="l">
              <a:defRPr sz="832" b="0" i="0">
                <a:solidFill>
                  <a:srgbClr val="B6A58E"/>
                </a:solidFill>
                <a:latin typeface="Arial" panose="020B0604020202090204"/>
                <a:ea typeface="Arial" panose="020B0604020202090204"/>
                <a:cs typeface="Arial" panose="020B0604020202090204"/>
              </a:defRPr>
            </a:lvl4pPr>
            <a:lvl5pPr algn="l">
              <a:defRPr sz="832" b="0" i="0">
                <a:solidFill>
                  <a:srgbClr val="B6A58E"/>
                </a:solidFill>
                <a:latin typeface="Arial" panose="020B0604020202090204"/>
                <a:ea typeface="Arial" panose="020B0604020202090204"/>
                <a:cs typeface="Arial" panose="020B0604020202090204"/>
              </a:defRPr>
            </a:lvl5pPr>
            <a:lvl6pPr algn="l">
              <a:defRPr sz="832" b="0" i="0">
                <a:solidFill>
                  <a:srgbClr val="B6A58E"/>
                </a:solidFill>
                <a:latin typeface="Arial" panose="020B0604020202090204"/>
                <a:ea typeface="Arial" panose="020B0604020202090204"/>
                <a:cs typeface="Arial" panose="020B0604020202090204"/>
              </a:defRPr>
            </a:lvl6pPr>
            <a:lvl7pPr algn="l">
              <a:defRPr sz="832" b="0" i="0">
                <a:solidFill>
                  <a:srgbClr val="B6A58E"/>
                </a:solidFill>
                <a:latin typeface="Arial" panose="020B0604020202090204"/>
                <a:ea typeface="Arial" panose="020B0604020202090204"/>
                <a:cs typeface="Arial" panose="020B0604020202090204"/>
              </a:defRPr>
            </a:lvl7pPr>
            <a:lvl8pPr algn="l">
              <a:defRPr sz="832" b="0" i="0">
                <a:solidFill>
                  <a:srgbClr val="B6A58E"/>
                </a:solidFill>
                <a:latin typeface="Arial" panose="020B0604020202090204"/>
                <a:ea typeface="Arial" panose="020B0604020202090204"/>
                <a:cs typeface="Arial" panose="020B0604020202090204"/>
              </a:defRPr>
            </a:lvl8pPr>
            <a:lvl9pPr algn="l">
              <a:defRPr sz="832" b="0" i="0">
                <a:solidFill>
                  <a:srgbClr val="B6A58E"/>
                </a:solidFill>
                <a:latin typeface="Arial" panose="020B0604020202090204"/>
                <a:ea typeface="Arial" panose="020B0604020202090204"/>
                <a:cs typeface="Arial" panose="020B0604020202090204"/>
              </a:defRPr>
            </a:lvl9pPr>
          </a:lstStyle>
          <a:p>
            <a:pPr algn="l">
              <a:defRPr sz="832" b="0" i="0">
                <a:solidFill>
                  <a:srgbClr val="B6A58E"/>
                </a:solidFill>
                <a:latin typeface="Arial" panose="020B0604020202090204"/>
                <a:ea typeface="Arial" panose="020B0604020202090204"/>
                <a:cs typeface="Arial" panose="020B0604020202090204"/>
              </a:defRPr>
            </a:pPr>
            <a:r>
              <a:rPr sz="832" b="0" i="0">
                <a:solidFill>
                  <a:srgbClr val="B6A58E"/>
                </a:solidFill>
                <a:latin typeface="Arial" panose="020B0604020202090204"/>
                <a:ea typeface="Arial" panose="020B0604020202090204"/>
                <a:cs typeface="Arial" panose="020B0604020202090204"/>
              </a:rPr>
              <a:t>OpenVLA</a:t>
            </a:r>
            <a:endParaRPr sz="832" b="0" i="0">
              <a:solidFill>
                <a:srgbClr val="B6A58E"/>
              </a:solidFill>
              <a:latin typeface="Arial" panose="020B0604020202090204"/>
              <a:ea typeface="Arial" panose="020B0604020202090204"/>
              <a:cs typeface="Arial" panose="020B0604020202090204"/>
            </a:endParaRPr>
          </a:p>
        </p:txBody>
      </p:sp>
      <p:sp xmlns:a="http://schemas.openxmlformats.org/drawingml/2006/main">
        <p:nvSpPr>
          <p:cNvPr id="217" name="line-719"/>
          <p:cNvSpPr>
            <a:spLocks noGrp="1"/>
          </p:cNvSpPr>
          <p:nvPr/>
        </p:nvSpPr>
        <p:spPr>
          <a:xfrm>
            <a:off x="10483689" y="4572573"/>
            <a:ext cx="109104" cy="80"/>
          </a:xfrm>
          <a:custGeom>
            <a:avLst/>
            <a:gdLst/>
            <a:ahLst/>
            <a:cxnLst/>
            <a:pathLst>
              <a:path w="129886" h="95">
                <a:moveTo>
                  <a:pt x="0" y="0"/>
                </a:moveTo>
                <a:lnTo>
                  <a:pt x="129886" y="0"/>
                </a:lnTo>
              </a:path>
            </a:pathLst>
          </a:custGeom>
          <a:solidFill>
            <a:srgbClr val="000000"/>
          </a:solidFill>
          <a:ln w="14547">
            <a:solidFill>
              <a:srgbClr val="92A2BA"/>
            </a:solidFill>
            <a:prstDash val="dash"/>
          </a:ln>
        </p:spPr>
      </p:sp>
      <p:sp xmlns:a="http://schemas.openxmlformats.org/drawingml/2006/main">
        <p:nvSpPr>
          <p:cNvPr id="218" name="text-720"/>
          <p:cNvSpPr>
            <a:spLocks noGrp="1"/>
          </p:cNvSpPr>
          <p:nvPr/>
        </p:nvSpPr>
        <p:spPr>
          <a:xfrm>
            <a:off x="10629162" y="4506191"/>
            <a:ext cx="777186" cy="137108"/>
          </a:xfrm>
          <a:prstGeom prst="rect">
            <a:avLst/>
          </a:prstGeom>
          <a:noFill/>
          <a:ln w="0">
            <a:noFill/>
          </a:ln>
        </p:spPr>
        <p:txBody>
          <a:bodyPr wrap="none" lIns="0" tIns="0" rIns="0" bIns="0" anchor="t">
            <a:noAutofit/>
          </a:bodyPr>
          <a:lstStyle>
            <a:defPPr algn="l">
              <a:defRPr sz="832" b="0" i="0">
                <a:solidFill>
                  <a:srgbClr val="92A2BA"/>
                </a:solidFill>
                <a:latin typeface="Arial" panose="020B0604020202090204"/>
                <a:ea typeface="Arial" panose="020B0604020202090204"/>
                <a:cs typeface="Arial" panose="020B0604020202090204"/>
              </a:defRPr>
            </a:defPPr>
            <a:lvl1pPr algn="l">
              <a:defRPr sz="832" b="0" i="0">
                <a:solidFill>
                  <a:srgbClr val="92A2BA"/>
                </a:solidFill>
                <a:latin typeface="Arial" panose="020B0604020202090204"/>
                <a:ea typeface="Arial" panose="020B0604020202090204"/>
                <a:cs typeface="Arial" panose="020B0604020202090204"/>
              </a:defRPr>
            </a:lvl1pPr>
            <a:lvl2pPr algn="l">
              <a:defRPr sz="832" b="0" i="0">
                <a:solidFill>
                  <a:srgbClr val="92A2BA"/>
                </a:solidFill>
                <a:latin typeface="Arial" panose="020B0604020202090204"/>
                <a:ea typeface="Arial" panose="020B0604020202090204"/>
                <a:cs typeface="Arial" panose="020B0604020202090204"/>
              </a:defRPr>
            </a:lvl2pPr>
            <a:lvl3pPr algn="l">
              <a:defRPr sz="832" b="0" i="0">
                <a:solidFill>
                  <a:srgbClr val="92A2BA"/>
                </a:solidFill>
                <a:latin typeface="Arial" panose="020B0604020202090204"/>
                <a:ea typeface="Arial" panose="020B0604020202090204"/>
                <a:cs typeface="Arial" panose="020B0604020202090204"/>
              </a:defRPr>
            </a:lvl3pPr>
            <a:lvl4pPr algn="l">
              <a:defRPr sz="832" b="0" i="0">
                <a:solidFill>
                  <a:srgbClr val="92A2BA"/>
                </a:solidFill>
                <a:latin typeface="Arial" panose="020B0604020202090204"/>
                <a:ea typeface="Arial" panose="020B0604020202090204"/>
                <a:cs typeface="Arial" panose="020B0604020202090204"/>
              </a:defRPr>
            </a:lvl4pPr>
            <a:lvl5pPr algn="l">
              <a:defRPr sz="832" b="0" i="0">
                <a:solidFill>
                  <a:srgbClr val="92A2BA"/>
                </a:solidFill>
                <a:latin typeface="Arial" panose="020B0604020202090204"/>
                <a:ea typeface="Arial" panose="020B0604020202090204"/>
                <a:cs typeface="Arial" panose="020B0604020202090204"/>
              </a:defRPr>
            </a:lvl5pPr>
            <a:lvl6pPr algn="l">
              <a:defRPr sz="832" b="0" i="0">
                <a:solidFill>
                  <a:srgbClr val="92A2BA"/>
                </a:solidFill>
                <a:latin typeface="Arial" panose="020B0604020202090204"/>
                <a:ea typeface="Arial" panose="020B0604020202090204"/>
                <a:cs typeface="Arial" panose="020B0604020202090204"/>
              </a:defRPr>
            </a:lvl6pPr>
            <a:lvl7pPr algn="l">
              <a:defRPr sz="832" b="0" i="0">
                <a:solidFill>
                  <a:srgbClr val="92A2BA"/>
                </a:solidFill>
                <a:latin typeface="Arial" panose="020B0604020202090204"/>
                <a:ea typeface="Arial" panose="020B0604020202090204"/>
                <a:cs typeface="Arial" panose="020B0604020202090204"/>
              </a:defRPr>
            </a:lvl7pPr>
            <a:lvl8pPr algn="l">
              <a:defRPr sz="832" b="0" i="0">
                <a:solidFill>
                  <a:srgbClr val="92A2BA"/>
                </a:solidFill>
                <a:latin typeface="Arial" panose="020B0604020202090204"/>
                <a:ea typeface="Arial" panose="020B0604020202090204"/>
                <a:cs typeface="Arial" panose="020B0604020202090204"/>
              </a:defRPr>
            </a:lvl8pPr>
            <a:lvl9pPr algn="l">
              <a:defRPr sz="832" b="0" i="0">
                <a:solidFill>
                  <a:srgbClr val="92A2BA"/>
                </a:solidFill>
                <a:latin typeface="Arial" panose="020B0604020202090204"/>
                <a:ea typeface="Arial" panose="020B0604020202090204"/>
                <a:cs typeface="Arial" panose="020B0604020202090204"/>
              </a:defRPr>
            </a:lvl9pPr>
          </a:lstStyle>
          <a:p>
            <a:pPr algn="l">
              <a:defRPr sz="832" b="0" i="0">
                <a:solidFill>
                  <a:srgbClr val="92A2BA"/>
                </a:solidFill>
                <a:latin typeface="Arial" panose="020B0604020202090204"/>
                <a:ea typeface="Arial" panose="020B0604020202090204"/>
                <a:cs typeface="Arial" panose="020B0604020202090204"/>
              </a:defRPr>
            </a:pPr>
            <a:r>
              <a:rPr sz="832" b="0" i="0">
                <a:solidFill>
                  <a:srgbClr val="92A2BA"/>
                </a:solidFill>
                <a:latin typeface="Arial" panose="020B0604020202090204"/>
                <a:ea typeface="Arial" panose="020B0604020202090204"/>
                <a:cs typeface="Arial" panose="020B0604020202090204"/>
              </a:rPr>
              <a:t>OpenVLA-OFT</a:t>
            </a:r>
            <a:endParaRPr sz="832" b="0" i="0">
              <a:solidFill>
                <a:srgbClr val="92A2BA"/>
              </a:solidFill>
              <a:latin typeface="Arial" panose="020B0604020202090204"/>
              <a:ea typeface="Arial" panose="020B0604020202090204"/>
              <a:cs typeface="Arial" panose="020B0604020202090204"/>
            </a:endParaRPr>
          </a:p>
        </p:txBody>
      </p:sp>
      <p:sp xmlns:a="http://schemas.openxmlformats.org/drawingml/2006/main">
        <p:nvSpPr>
          <p:cNvPr id="219" name="line-721"/>
          <p:cNvSpPr>
            <a:spLocks noGrp="1"/>
          </p:cNvSpPr>
          <p:nvPr/>
        </p:nvSpPr>
        <p:spPr>
          <a:xfrm>
            <a:off x="11756576" y="4572573"/>
            <a:ext cx="109104" cy="80"/>
          </a:xfrm>
          <a:custGeom>
            <a:avLst/>
            <a:gdLst/>
            <a:ahLst/>
            <a:cxnLst/>
            <a:pathLst>
              <a:path w="129886" h="95">
                <a:moveTo>
                  <a:pt x="0" y="0"/>
                </a:moveTo>
                <a:lnTo>
                  <a:pt x="129886" y="0"/>
                </a:lnTo>
              </a:path>
            </a:pathLst>
          </a:custGeom>
          <a:solidFill>
            <a:srgbClr val="000000"/>
          </a:solidFill>
          <a:ln w="14547">
            <a:solidFill>
              <a:srgbClr val="99AAA1"/>
            </a:solidFill>
            <a:prstDash val="dash"/>
          </a:ln>
        </p:spPr>
      </p:sp>
      <p:sp xmlns:a="http://schemas.openxmlformats.org/drawingml/2006/main">
        <p:nvSpPr>
          <p:cNvPr id="220" name="text-722"/>
          <p:cNvSpPr>
            <a:spLocks noGrp="1"/>
          </p:cNvSpPr>
          <p:nvPr/>
        </p:nvSpPr>
        <p:spPr>
          <a:xfrm>
            <a:off x="11902049" y="4506191"/>
            <a:ext cx="80962" cy="142875"/>
          </a:xfrm>
          <a:prstGeom prst="rect">
            <a:avLst/>
          </a:prstGeom>
          <a:noFill/>
          <a:ln w="0">
            <a:noFill/>
          </a:ln>
        </p:spPr>
        <p:txBody>
          <a:bodyPr wrap="none" lIns="0" tIns="0" rIns="0" bIns="0" anchor="t">
            <a:noAutofit/>
          </a:bodyPr>
          <a:lstStyle>
            <a:defPPr algn="l">
              <a:defRPr sz="840" b="0" i="0">
                <a:solidFill>
                  <a:srgbClr val="99AAA1"/>
                </a:solidFill>
                <a:latin typeface="Arial" panose="020B0604020202090204"/>
                <a:ea typeface="Arial" panose="020B0604020202090204"/>
                <a:cs typeface="Arial" panose="020B0604020202090204"/>
              </a:defRPr>
            </a:defPPr>
            <a:lvl1pPr algn="l">
              <a:defRPr sz="840" b="0" i="0">
                <a:solidFill>
                  <a:srgbClr val="99AAA1"/>
                </a:solidFill>
                <a:latin typeface="Arial" panose="020B0604020202090204"/>
                <a:ea typeface="Arial" panose="020B0604020202090204"/>
                <a:cs typeface="Arial" panose="020B0604020202090204"/>
              </a:defRPr>
            </a:lvl1pPr>
            <a:lvl2pPr algn="l">
              <a:defRPr sz="840" b="0" i="0">
                <a:solidFill>
                  <a:srgbClr val="99AAA1"/>
                </a:solidFill>
                <a:latin typeface="Arial" panose="020B0604020202090204"/>
                <a:ea typeface="Arial" panose="020B0604020202090204"/>
                <a:cs typeface="Arial" panose="020B0604020202090204"/>
              </a:defRPr>
            </a:lvl2pPr>
            <a:lvl3pPr algn="l">
              <a:defRPr sz="840" b="0" i="0">
                <a:solidFill>
                  <a:srgbClr val="99AAA1"/>
                </a:solidFill>
                <a:latin typeface="Arial" panose="020B0604020202090204"/>
                <a:ea typeface="Arial" panose="020B0604020202090204"/>
                <a:cs typeface="Arial" panose="020B0604020202090204"/>
              </a:defRPr>
            </a:lvl3pPr>
            <a:lvl4pPr algn="l">
              <a:defRPr sz="840" b="0" i="0">
                <a:solidFill>
                  <a:srgbClr val="99AAA1"/>
                </a:solidFill>
                <a:latin typeface="Arial" panose="020B0604020202090204"/>
                <a:ea typeface="Arial" panose="020B0604020202090204"/>
                <a:cs typeface="Arial" panose="020B0604020202090204"/>
              </a:defRPr>
            </a:lvl4pPr>
            <a:lvl5pPr algn="l">
              <a:defRPr sz="840" b="0" i="0">
                <a:solidFill>
                  <a:srgbClr val="99AAA1"/>
                </a:solidFill>
                <a:latin typeface="Arial" panose="020B0604020202090204"/>
                <a:ea typeface="Arial" panose="020B0604020202090204"/>
                <a:cs typeface="Arial" panose="020B0604020202090204"/>
              </a:defRPr>
            </a:lvl5pPr>
            <a:lvl6pPr algn="l">
              <a:defRPr sz="840" b="0" i="0">
                <a:solidFill>
                  <a:srgbClr val="99AAA1"/>
                </a:solidFill>
                <a:latin typeface="Arial" panose="020B0604020202090204"/>
                <a:ea typeface="Arial" panose="020B0604020202090204"/>
                <a:cs typeface="Arial" panose="020B0604020202090204"/>
              </a:defRPr>
            </a:lvl6pPr>
            <a:lvl7pPr algn="l">
              <a:defRPr sz="840" b="0" i="0">
                <a:solidFill>
                  <a:srgbClr val="99AAA1"/>
                </a:solidFill>
                <a:latin typeface="Arial" panose="020B0604020202090204"/>
                <a:ea typeface="Arial" panose="020B0604020202090204"/>
                <a:cs typeface="Arial" panose="020B0604020202090204"/>
              </a:defRPr>
            </a:lvl7pPr>
            <a:lvl8pPr algn="l">
              <a:defRPr sz="840" b="0" i="0">
                <a:solidFill>
                  <a:srgbClr val="99AAA1"/>
                </a:solidFill>
                <a:latin typeface="Arial" panose="020B0604020202090204"/>
                <a:ea typeface="Arial" panose="020B0604020202090204"/>
                <a:cs typeface="Arial" panose="020B0604020202090204"/>
              </a:defRPr>
            </a:lvl8pPr>
            <a:lvl9pPr algn="l">
              <a:defRPr sz="840" b="0" i="0">
                <a:solidFill>
                  <a:srgbClr val="99AAA1"/>
                </a:solidFill>
                <a:latin typeface="Arial" panose="020B0604020202090204"/>
                <a:ea typeface="Arial" panose="020B0604020202090204"/>
                <a:cs typeface="Arial" panose="020B0604020202090204"/>
              </a:defRPr>
            </a:lvl9pPr>
          </a:lstStyle>
          <a:p>
            <a:pPr algn="l">
              <a:defRPr sz="840" b="0" i="0">
                <a:solidFill>
                  <a:srgbClr val="99AAA1"/>
                </a:solidFill>
                <a:latin typeface="Arial" panose="020B0604020202090204"/>
                <a:ea typeface="Arial" panose="020B0604020202090204"/>
                <a:cs typeface="Arial" panose="020B0604020202090204"/>
              </a:defRPr>
            </a:pPr>
            <a:r>
              <a:rPr sz="840" b="0" i="0">
                <a:solidFill>
                  <a:srgbClr val="99AAA1"/>
                </a:solidFill>
                <a:latin typeface="Arial" panose="020B0604020202090204"/>
                <a:ea typeface="Arial" panose="020B0604020202090204"/>
                <a:cs typeface="Arial" panose="020B0604020202090204"/>
              </a:rPr>
              <a:t>π</a:t>
            </a:r>
            <a:endParaRPr sz="840" b="0" i="0">
              <a:solidFill>
                <a:srgbClr val="99AAA1"/>
              </a:solidFill>
              <a:latin typeface="Arial" panose="020B0604020202090204"/>
              <a:ea typeface="Arial" panose="020B0604020202090204"/>
              <a:cs typeface="Arial" panose="020B0604020202090204"/>
            </a:endParaRPr>
          </a:p>
        </p:txBody>
      </p:sp>
      <p:sp xmlns:a="http://schemas.openxmlformats.org/drawingml/2006/main">
        <p:nvSpPr>
          <p:cNvPr id="221" name="text-722"/>
          <p:cNvSpPr>
            <a:spLocks noGrp="1"/>
          </p:cNvSpPr>
          <p:nvPr/>
        </p:nvSpPr>
        <p:spPr>
          <a:xfrm>
            <a:off x="11987774" y="4553816"/>
            <a:ext cx="76200" cy="104775"/>
          </a:xfrm>
          <a:prstGeom prst="rect">
            <a:avLst/>
          </a:prstGeom>
          <a:noFill/>
          <a:ln w="0">
            <a:noFill/>
          </a:ln>
        </p:spPr>
        <p:txBody>
          <a:bodyPr wrap="none" lIns="0" tIns="0" rIns="0" bIns="0" anchor="t">
            <a:noAutofit/>
          </a:bodyPr>
          <a:lstStyle>
            <a:defPPr algn="l">
              <a:defRPr sz="638" b="0" i="0">
                <a:solidFill>
                  <a:srgbClr val="99AAA1"/>
                </a:solidFill>
                <a:latin typeface="Arial" panose="020B0604020202090204"/>
                <a:ea typeface="Arial" panose="020B0604020202090204"/>
                <a:cs typeface="Arial" panose="020B0604020202090204"/>
              </a:defRPr>
            </a:defPPr>
            <a:lvl1pPr algn="l">
              <a:defRPr sz="638" b="0" i="0">
                <a:solidFill>
                  <a:srgbClr val="99AAA1"/>
                </a:solidFill>
                <a:latin typeface="Arial" panose="020B0604020202090204"/>
                <a:ea typeface="Arial" panose="020B0604020202090204"/>
                <a:cs typeface="Arial" panose="020B0604020202090204"/>
              </a:defRPr>
            </a:lvl1pPr>
            <a:lvl2pPr algn="l">
              <a:defRPr sz="638" b="0" i="0">
                <a:solidFill>
                  <a:srgbClr val="99AAA1"/>
                </a:solidFill>
                <a:latin typeface="Arial" panose="020B0604020202090204"/>
                <a:ea typeface="Arial" panose="020B0604020202090204"/>
                <a:cs typeface="Arial" panose="020B0604020202090204"/>
              </a:defRPr>
            </a:lvl2pPr>
            <a:lvl3pPr algn="l">
              <a:defRPr sz="638" b="0" i="0">
                <a:solidFill>
                  <a:srgbClr val="99AAA1"/>
                </a:solidFill>
                <a:latin typeface="Arial" panose="020B0604020202090204"/>
                <a:ea typeface="Arial" panose="020B0604020202090204"/>
                <a:cs typeface="Arial" panose="020B0604020202090204"/>
              </a:defRPr>
            </a:lvl3pPr>
            <a:lvl4pPr algn="l">
              <a:defRPr sz="638" b="0" i="0">
                <a:solidFill>
                  <a:srgbClr val="99AAA1"/>
                </a:solidFill>
                <a:latin typeface="Arial" panose="020B0604020202090204"/>
                <a:ea typeface="Arial" panose="020B0604020202090204"/>
                <a:cs typeface="Arial" panose="020B0604020202090204"/>
              </a:defRPr>
            </a:lvl4pPr>
            <a:lvl5pPr algn="l">
              <a:defRPr sz="638" b="0" i="0">
                <a:solidFill>
                  <a:srgbClr val="99AAA1"/>
                </a:solidFill>
                <a:latin typeface="Arial" panose="020B0604020202090204"/>
                <a:ea typeface="Arial" panose="020B0604020202090204"/>
                <a:cs typeface="Arial" panose="020B0604020202090204"/>
              </a:defRPr>
            </a:lvl5pPr>
            <a:lvl6pPr algn="l">
              <a:defRPr sz="638" b="0" i="0">
                <a:solidFill>
                  <a:srgbClr val="99AAA1"/>
                </a:solidFill>
                <a:latin typeface="Arial" panose="020B0604020202090204"/>
                <a:ea typeface="Arial" panose="020B0604020202090204"/>
                <a:cs typeface="Arial" panose="020B0604020202090204"/>
              </a:defRPr>
            </a:lvl6pPr>
            <a:lvl7pPr algn="l">
              <a:defRPr sz="638" b="0" i="0">
                <a:solidFill>
                  <a:srgbClr val="99AAA1"/>
                </a:solidFill>
                <a:latin typeface="Arial" panose="020B0604020202090204"/>
                <a:ea typeface="Arial" panose="020B0604020202090204"/>
                <a:cs typeface="Arial" panose="020B0604020202090204"/>
              </a:defRPr>
            </a:lvl7pPr>
            <a:lvl8pPr algn="l">
              <a:defRPr sz="638" b="0" i="0">
                <a:solidFill>
                  <a:srgbClr val="99AAA1"/>
                </a:solidFill>
                <a:latin typeface="Arial" panose="020B0604020202090204"/>
                <a:ea typeface="Arial" panose="020B0604020202090204"/>
                <a:cs typeface="Arial" panose="020B0604020202090204"/>
              </a:defRPr>
            </a:lvl8pPr>
            <a:lvl9pPr algn="l">
              <a:defRPr sz="638" b="0" i="0">
                <a:solidFill>
                  <a:srgbClr val="99AAA1"/>
                </a:solidFill>
                <a:latin typeface="Arial" panose="020B0604020202090204"/>
                <a:ea typeface="Arial" panose="020B0604020202090204"/>
                <a:cs typeface="Arial" panose="020B0604020202090204"/>
              </a:defRPr>
            </a:lvl9pPr>
          </a:lstStyle>
          <a:p>
            <a:pPr algn="l">
              <a:defRPr sz="638" b="0" i="0">
                <a:solidFill>
                  <a:srgbClr val="99AAA1"/>
                </a:solidFill>
                <a:latin typeface="Arial" panose="020B0604020202090204"/>
                <a:ea typeface="Arial" panose="020B0604020202090204"/>
                <a:cs typeface="Arial" panose="020B0604020202090204"/>
              </a:defRPr>
            </a:pPr>
            <a:r>
              <a:rPr sz="638" b="0" i="0">
                <a:solidFill>
                  <a:srgbClr val="99AAA1"/>
                </a:solidFill>
                <a:latin typeface="Arial" panose="020B0604020202090204"/>
                <a:ea typeface="Arial" panose="020B0604020202090204"/>
                <a:cs typeface="Arial" panose="020B0604020202090204"/>
              </a:rPr>
              <a:t>0</a:t>
            </a:r>
            <a:endParaRPr sz="638" b="0" i="0">
              <a:solidFill>
                <a:srgbClr val="99AAA1"/>
              </a:solidFill>
              <a:latin typeface="Arial" panose="020B0604020202090204"/>
              <a:ea typeface="Arial" panose="020B0604020202090204"/>
              <a:cs typeface="Arial" panose="020B0604020202090204"/>
            </a:endParaRPr>
          </a:p>
        </p:txBody>
      </p:sp>
      <p:sp xmlns:a="http://schemas.openxmlformats.org/drawingml/2006/main">
        <p:nvSpPr>
          <p:cNvPr id="222" name="line-724"/>
          <p:cNvSpPr>
            <a:spLocks noGrp="1"/>
          </p:cNvSpPr>
          <p:nvPr/>
        </p:nvSpPr>
        <p:spPr>
          <a:xfrm>
            <a:off x="13018551" y="4572573"/>
            <a:ext cx="109104" cy="80"/>
          </a:xfrm>
          <a:custGeom>
            <a:avLst/>
            <a:gdLst/>
            <a:ahLst/>
            <a:cxnLst/>
            <a:pathLst>
              <a:path w="129886" h="95">
                <a:moveTo>
                  <a:pt x="0" y="0"/>
                </a:moveTo>
                <a:lnTo>
                  <a:pt x="129886" y="0"/>
                </a:lnTo>
              </a:path>
            </a:pathLst>
          </a:custGeom>
          <a:solidFill>
            <a:srgbClr val="000000"/>
          </a:solidFill>
          <a:ln w="14547">
            <a:solidFill>
              <a:srgbClr val="8799AC"/>
            </a:solidFill>
            <a:prstDash val="dash"/>
          </a:ln>
        </p:spPr>
      </p:sp>
      <p:sp xmlns:a="http://schemas.openxmlformats.org/drawingml/2006/main">
        <p:nvSpPr>
          <p:cNvPr id="223" name="text-725"/>
          <p:cNvSpPr>
            <a:spLocks noGrp="1"/>
          </p:cNvSpPr>
          <p:nvPr/>
        </p:nvSpPr>
        <p:spPr>
          <a:xfrm>
            <a:off x="13164024" y="4506191"/>
            <a:ext cx="80962" cy="142875"/>
          </a:xfrm>
          <a:prstGeom prst="rect">
            <a:avLst/>
          </a:prstGeom>
          <a:noFill/>
          <a:ln w="0">
            <a:noFill/>
          </a:ln>
        </p:spPr>
        <p:txBody>
          <a:bodyPr wrap="none" lIns="0" tIns="0" rIns="0" bIns="0" anchor="t">
            <a:noAutofit/>
          </a:bodyPr>
          <a:lstStyle>
            <a:defPPr algn="l">
              <a:defRPr sz="840" b="0" i="0">
                <a:solidFill>
                  <a:srgbClr val="8799AC"/>
                </a:solidFill>
                <a:latin typeface="Arial" panose="020B0604020202090204"/>
                <a:ea typeface="Arial" panose="020B0604020202090204"/>
                <a:cs typeface="Arial" panose="020B0604020202090204"/>
              </a:defRPr>
            </a:defPPr>
            <a:lvl1pPr algn="l">
              <a:defRPr sz="840" b="0" i="0">
                <a:solidFill>
                  <a:srgbClr val="8799AC"/>
                </a:solidFill>
                <a:latin typeface="Arial" panose="020B0604020202090204"/>
                <a:ea typeface="Arial" panose="020B0604020202090204"/>
                <a:cs typeface="Arial" panose="020B0604020202090204"/>
              </a:defRPr>
            </a:lvl1pPr>
            <a:lvl2pPr algn="l">
              <a:defRPr sz="840" b="0" i="0">
                <a:solidFill>
                  <a:srgbClr val="8799AC"/>
                </a:solidFill>
                <a:latin typeface="Arial" panose="020B0604020202090204"/>
                <a:ea typeface="Arial" panose="020B0604020202090204"/>
                <a:cs typeface="Arial" panose="020B0604020202090204"/>
              </a:defRPr>
            </a:lvl2pPr>
            <a:lvl3pPr algn="l">
              <a:defRPr sz="840" b="0" i="0">
                <a:solidFill>
                  <a:srgbClr val="8799AC"/>
                </a:solidFill>
                <a:latin typeface="Arial" panose="020B0604020202090204"/>
                <a:ea typeface="Arial" panose="020B0604020202090204"/>
                <a:cs typeface="Arial" panose="020B0604020202090204"/>
              </a:defRPr>
            </a:lvl3pPr>
            <a:lvl4pPr algn="l">
              <a:defRPr sz="840" b="0" i="0">
                <a:solidFill>
                  <a:srgbClr val="8799AC"/>
                </a:solidFill>
                <a:latin typeface="Arial" panose="020B0604020202090204"/>
                <a:ea typeface="Arial" panose="020B0604020202090204"/>
                <a:cs typeface="Arial" panose="020B0604020202090204"/>
              </a:defRPr>
            </a:lvl4pPr>
            <a:lvl5pPr algn="l">
              <a:defRPr sz="840" b="0" i="0">
                <a:solidFill>
                  <a:srgbClr val="8799AC"/>
                </a:solidFill>
                <a:latin typeface="Arial" panose="020B0604020202090204"/>
                <a:ea typeface="Arial" panose="020B0604020202090204"/>
                <a:cs typeface="Arial" panose="020B0604020202090204"/>
              </a:defRPr>
            </a:lvl5pPr>
            <a:lvl6pPr algn="l">
              <a:defRPr sz="840" b="0" i="0">
                <a:solidFill>
                  <a:srgbClr val="8799AC"/>
                </a:solidFill>
                <a:latin typeface="Arial" panose="020B0604020202090204"/>
                <a:ea typeface="Arial" panose="020B0604020202090204"/>
                <a:cs typeface="Arial" panose="020B0604020202090204"/>
              </a:defRPr>
            </a:lvl6pPr>
            <a:lvl7pPr algn="l">
              <a:defRPr sz="840" b="0" i="0">
                <a:solidFill>
                  <a:srgbClr val="8799AC"/>
                </a:solidFill>
                <a:latin typeface="Arial" panose="020B0604020202090204"/>
                <a:ea typeface="Arial" panose="020B0604020202090204"/>
                <a:cs typeface="Arial" panose="020B0604020202090204"/>
              </a:defRPr>
            </a:lvl7pPr>
            <a:lvl8pPr algn="l">
              <a:defRPr sz="840" b="0" i="0">
                <a:solidFill>
                  <a:srgbClr val="8799AC"/>
                </a:solidFill>
                <a:latin typeface="Arial" panose="020B0604020202090204"/>
                <a:ea typeface="Arial" panose="020B0604020202090204"/>
                <a:cs typeface="Arial" panose="020B0604020202090204"/>
              </a:defRPr>
            </a:lvl8pPr>
            <a:lvl9pPr algn="l">
              <a:defRPr sz="840" b="0" i="0">
                <a:solidFill>
                  <a:srgbClr val="8799AC"/>
                </a:solidFill>
                <a:latin typeface="Arial" panose="020B0604020202090204"/>
                <a:ea typeface="Arial" panose="020B0604020202090204"/>
                <a:cs typeface="Arial" panose="020B0604020202090204"/>
              </a:defRPr>
            </a:lvl9pPr>
          </a:lstStyle>
          <a:p>
            <a:pPr algn="l">
              <a:defRPr sz="840" b="0" i="0">
                <a:solidFill>
                  <a:srgbClr val="8799AC"/>
                </a:solidFill>
                <a:latin typeface="Arial" panose="020B0604020202090204"/>
                <a:ea typeface="Arial" panose="020B0604020202090204"/>
                <a:cs typeface="Arial" panose="020B0604020202090204"/>
              </a:defRPr>
            </a:pPr>
            <a:r>
              <a:rPr sz="840" b="0" i="0">
                <a:solidFill>
                  <a:srgbClr val="8799AC"/>
                </a:solidFill>
                <a:latin typeface="Arial" panose="020B0604020202090204"/>
                <a:ea typeface="Arial" panose="020B0604020202090204"/>
                <a:cs typeface="Arial" panose="020B0604020202090204"/>
              </a:rPr>
              <a:t>π</a:t>
            </a:r>
            <a:endParaRPr sz="840" b="0" i="0">
              <a:solidFill>
                <a:srgbClr val="8799AC"/>
              </a:solidFill>
              <a:latin typeface="Arial" panose="020B0604020202090204"/>
              <a:ea typeface="Arial" panose="020B0604020202090204"/>
              <a:cs typeface="Arial" panose="020B0604020202090204"/>
            </a:endParaRPr>
          </a:p>
        </p:txBody>
      </p:sp>
      <p:sp xmlns:a="http://schemas.openxmlformats.org/drawingml/2006/main">
        <p:nvSpPr>
          <p:cNvPr id="224" name="text-725"/>
          <p:cNvSpPr>
            <a:spLocks noGrp="1"/>
          </p:cNvSpPr>
          <p:nvPr/>
        </p:nvSpPr>
        <p:spPr>
          <a:xfrm>
            <a:off x="13249749" y="4553816"/>
            <a:ext cx="152400" cy="104775"/>
          </a:xfrm>
          <a:prstGeom prst="rect">
            <a:avLst/>
          </a:prstGeom>
          <a:noFill/>
          <a:ln w="0">
            <a:noFill/>
          </a:ln>
        </p:spPr>
        <p:txBody>
          <a:bodyPr wrap="none" lIns="0" tIns="0" rIns="0" bIns="0" anchor="t">
            <a:noAutofit/>
          </a:bodyPr>
          <a:lstStyle>
            <a:defPPr algn="l">
              <a:defRPr sz="638" b="0" i="0">
                <a:solidFill>
                  <a:srgbClr val="8799AC"/>
                </a:solidFill>
                <a:latin typeface="Arial" panose="020B0604020202090204"/>
                <a:ea typeface="Arial" panose="020B0604020202090204"/>
                <a:cs typeface="Arial" panose="020B0604020202090204"/>
              </a:defRPr>
            </a:defPPr>
            <a:lvl1pPr algn="l">
              <a:defRPr sz="638" b="0" i="0">
                <a:solidFill>
                  <a:srgbClr val="8799AC"/>
                </a:solidFill>
                <a:latin typeface="Arial" panose="020B0604020202090204"/>
                <a:ea typeface="Arial" panose="020B0604020202090204"/>
                <a:cs typeface="Arial" panose="020B0604020202090204"/>
              </a:defRPr>
            </a:lvl1pPr>
            <a:lvl2pPr algn="l">
              <a:defRPr sz="638" b="0" i="0">
                <a:solidFill>
                  <a:srgbClr val="8799AC"/>
                </a:solidFill>
                <a:latin typeface="Arial" panose="020B0604020202090204"/>
                <a:ea typeface="Arial" panose="020B0604020202090204"/>
                <a:cs typeface="Arial" panose="020B0604020202090204"/>
              </a:defRPr>
            </a:lvl2pPr>
            <a:lvl3pPr algn="l">
              <a:defRPr sz="638" b="0" i="0">
                <a:solidFill>
                  <a:srgbClr val="8799AC"/>
                </a:solidFill>
                <a:latin typeface="Arial" panose="020B0604020202090204"/>
                <a:ea typeface="Arial" panose="020B0604020202090204"/>
                <a:cs typeface="Arial" panose="020B0604020202090204"/>
              </a:defRPr>
            </a:lvl3pPr>
            <a:lvl4pPr algn="l">
              <a:defRPr sz="638" b="0" i="0">
                <a:solidFill>
                  <a:srgbClr val="8799AC"/>
                </a:solidFill>
                <a:latin typeface="Arial" panose="020B0604020202090204"/>
                <a:ea typeface="Arial" panose="020B0604020202090204"/>
                <a:cs typeface="Arial" panose="020B0604020202090204"/>
              </a:defRPr>
            </a:lvl4pPr>
            <a:lvl5pPr algn="l">
              <a:defRPr sz="638" b="0" i="0">
                <a:solidFill>
                  <a:srgbClr val="8799AC"/>
                </a:solidFill>
                <a:latin typeface="Arial" panose="020B0604020202090204"/>
                <a:ea typeface="Arial" panose="020B0604020202090204"/>
                <a:cs typeface="Arial" panose="020B0604020202090204"/>
              </a:defRPr>
            </a:lvl5pPr>
            <a:lvl6pPr algn="l">
              <a:defRPr sz="638" b="0" i="0">
                <a:solidFill>
                  <a:srgbClr val="8799AC"/>
                </a:solidFill>
                <a:latin typeface="Arial" panose="020B0604020202090204"/>
                <a:ea typeface="Arial" panose="020B0604020202090204"/>
                <a:cs typeface="Arial" panose="020B0604020202090204"/>
              </a:defRPr>
            </a:lvl6pPr>
            <a:lvl7pPr algn="l">
              <a:defRPr sz="638" b="0" i="0">
                <a:solidFill>
                  <a:srgbClr val="8799AC"/>
                </a:solidFill>
                <a:latin typeface="Arial" panose="020B0604020202090204"/>
                <a:ea typeface="Arial" panose="020B0604020202090204"/>
                <a:cs typeface="Arial" panose="020B0604020202090204"/>
              </a:defRPr>
            </a:lvl7pPr>
            <a:lvl8pPr algn="l">
              <a:defRPr sz="638" b="0" i="0">
                <a:solidFill>
                  <a:srgbClr val="8799AC"/>
                </a:solidFill>
                <a:latin typeface="Arial" panose="020B0604020202090204"/>
                <a:ea typeface="Arial" panose="020B0604020202090204"/>
                <a:cs typeface="Arial" panose="020B0604020202090204"/>
              </a:defRPr>
            </a:lvl8pPr>
            <a:lvl9pPr algn="l">
              <a:defRPr sz="638" b="0" i="0">
                <a:solidFill>
                  <a:srgbClr val="8799AC"/>
                </a:solidFill>
                <a:latin typeface="Arial" panose="020B0604020202090204"/>
                <a:ea typeface="Arial" panose="020B0604020202090204"/>
                <a:cs typeface="Arial" panose="020B0604020202090204"/>
              </a:defRPr>
            </a:lvl9pPr>
          </a:lstStyle>
          <a:p>
            <a:pPr algn="l">
              <a:defRPr sz="638" b="0" i="0">
                <a:solidFill>
                  <a:srgbClr val="8799AC"/>
                </a:solidFill>
                <a:latin typeface="Arial" panose="020B0604020202090204"/>
                <a:ea typeface="Arial" panose="020B0604020202090204"/>
                <a:cs typeface="Arial" panose="020B0604020202090204"/>
              </a:defRPr>
            </a:pPr>
            <a:r>
              <a:rPr sz="638" b="0" i="0">
                <a:solidFill>
                  <a:srgbClr val="8799AC"/>
                </a:solidFill>
                <a:latin typeface="Arial" panose="020B0604020202090204"/>
                <a:ea typeface="Arial" panose="020B0604020202090204"/>
                <a:cs typeface="Arial" panose="020B0604020202090204"/>
              </a:rPr>
              <a:t>0.5</a:t>
            </a:r>
            <a:endParaRPr sz="638" b="0" i="0">
              <a:solidFill>
                <a:srgbClr val="8799AC"/>
              </a:solidFill>
              <a:latin typeface="Arial" panose="020B0604020202090204"/>
              <a:ea typeface="Arial" panose="020B0604020202090204"/>
              <a:cs typeface="Arial" panose="020B0604020202090204"/>
            </a:endParaRPr>
          </a:p>
        </p:txBody>
      </p:sp>
      <p:sp xmlns:a="http://schemas.openxmlformats.org/drawingml/2006/main">
        <p:nvSpPr>
          <p:cNvPr id="225" name="line-727"/>
          <p:cNvSpPr>
            <a:spLocks noGrp="1"/>
          </p:cNvSpPr>
          <p:nvPr/>
        </p:nvSpPr>
        <p:spPr>
          <a:xfrm>
            <a:off x="10483689" y="4754415"/>
            <a:ext cx="109104" cy="80"/>
          </a:xfrm>
          <a:custGeom>
            <a:avLst/>
            <a:gdLst/>
            <a:ahLst/>
            <a:cxnLst/>
            <a:pathLst>
              <a:path w="129886" h="95">
                <a:moveTo>
                  <a:pt x="0" y="0"/>
                </a:moveTo>
                <a:lnTo>
                  <a:pt x="129886" y="0"/>
                </a:lnTo>
              </a:path>
            </a:pathLst>
          </a:custGeom>
          <a:solidFill>
            <a:srgbClr val="000000"/>
          </a:solidFill>
          <a:ln w="14547">
            <a:solidFill>
              <a:srgbClr val="BD9692"/>
            </a:solidFill>
            <a:prstDash val="dash"/>
          </a:ln>
        </p:spPr>
      </p:sp>
      <p:sp xmlns:a="http://schemas.openxmlformats.org/drawingml/2006/main">
        <p:nvSpPr>
          <p:cNvPr id="226" name="text-728"/>
          <p:cNvSpPr>
            <a:spLocks noGrp="1"/>
          </p:cNvSpPr>
          <p:nvPr/>
        </p:nvSpPr>
        <p:spPr>
          <a:xfrm>
            <a:off x="10629162" y="4688032"/>
            <a:ext cx="378643" cy="137108"/>
          </a:xfrm>
          <a:prstGeom prst="rect">
            <a:avLst/>
          </a:prstGeom>
          <a:noFill/>
          <a:ln w="0">
            <a:noFill/>
          </a:ln>
        </p:spPr>
        <p:txBody>
          <a:bodyPr wrap="none" lIns="0" tIns="0" rIns="0" bIns="0" anchor="t">
            <a:noAutofit/>
          </a:bodyPr>
          <a:lstStyle>
            <a:defPPr algn="l">
              <a:defRPr sz="832" b="0" i="0">
                <a:solidFill>
                  <a:srgbClr val="BD9692"/>
                </a:solidFill>
                <a:latin typeface="Arial" panose="020B0604020202090204"/>
                <a:ea typeface="Arial" panose="020B0604020202090204"/>
                <a:cs typeface="Arial" panose="020B0604020202090204"/>
              </a:defRPr>
            </a:defPPr>
            <a:lvl1pPr algn="l">
              <a:defRPr sz="832" b="0" i="0">
                <a:solidFill>
                  <a:srgbClr val="BD9692"/>
                </a:solidFill>
                <a:latin typeface="Arial" panose="020B0604020202090204"/>
                <a:ea typeface="Arial" panose="020B0604020202090204"/>
                <a:cs typeface="Arial" panose="020B0604020202090204"/>
              </a:defRPr>
            </a:lvl1pPr>
            <a:lvl2pPr algn="l">
              <a:defRPr sz="832" b="0" i="0">
                <a:solidFill>
                  <a:srgbClr val="BD9692"/>
                </a:solidFill>
                <a:latin typeface="Arial" panose="020B0604020202090204"/>
                <a:ea typeface="Arial" panose="020B0604020202090204"/>
                <a:cs typeface="Arial" panose="020B0604020202090204"/>
              </a:defRPr>
            </a:lvl2pPr>
            <a:lvl3pPr algn="l">
              <a:defRPr sz="832" b="0" i="0">
                <a:solidFill>
                  <a:srgbClr val="BD9692"/>
                </a:solidFill>
                <a:latin typeface="Arial" panose="020B0604020202090204"/>
                <a:ea typeface="Arial" panose="020B0604020202090204"/>
                <a:cs typeface="Arial" panose="020B0604020202090204"/>
              </a:defRPr>
            </a:lvl3pPr>
            <a:lvl4pPr algn="l">
              <a:defRPr sz="832" b="0" i="0">
                <a:solidFill>
                  <a:srgbClr val="BD9692"/>
                </a:solidFill>
                <a:latin typeface="Arial" panose="020B0604020202090204"/>
                <a:ea typeface="Arial" panose="020B0604020202090204"/>
                <a:cs typeface="Arial" panose="020B0604020202090204"/>
              </a:defRPr>
            </a:lvl4pPr>
            <a:lvl5pPr algn="l">
              <a:defRPr sz="832" b="0" i="0">
                <a:solidFill>
                  <a:srgbClr val="BD9692"/>
                </a:solidFill>
                <a:latin typeface="Arial" panose="020B0604020202090204"/>
                <a:ea typeface="Arial" panose="020B0604020202090204"/>
                <a:cs typeface="Arial" panose="020B0604020202090204"/>
              </a:defRPr>
            </a:lvl5pPr>
            <a:lvl6pPr algn="l">
              <a:defRPr sz="832" b="0" i="0">
                <a:solidFill>
                  <a:srgbClr val="BD9692"/>
                </a:solidFill>
                <a:latin typeface="Arial" panose="020B0604020202090204"/>
                <a:ea typeface="Arial" panose="020B0604020202090204"/>
                <a:cs typeface="Arial" panose="020B0604020202090204"/>
              </a:defRPr>
            </a:lvl6pPr>
            <a:lvl7pPr algn="l">
              <a:defRPr sz="832" b="0" i="0">
                <a:solidFill>
                  <a:srgbClr val="BD9692"/>
                </a:solidFill>
                <a:latin typeface="Arial" panose="020B0604020202090204"/>
                <a:ea typeface="Arial" panose="020B0604020202090204"/>
                <a:cs typeface="Arial" panose="020B0604020202090204"/>
              </a:defRPr>
            </a:lvl7pPr>
            <a:lvl8pPr algn="l">
              <a:defRPr sz="832" b="0" i="0">
                <a:solidFill>
                  <a:srgbClr val="BD9692"/>
                </a:solidFill>
                <a:latin typeface="Arial" panose="020B0604020202090204"/>
                <a:ea typeface="Arial" panose="020B0604020202090204"/>
                <a:cs typeface="Arial" panose="020B0604020202090204"/>
              </a:defRPr>
            </a:lvl8pPr>
            <a:lvl9pPr algn="l">
              <a:defRPr sz="832" b="0" i="0">
                <a:solidFill>
                  <a:srgbClr val="BD9692"/>
                </a:solidFill>
                <a:latin typeface="Arial" panose="020B0604020202090204"/>
                <a:ea typeface="Arial" panose="020B0604020202090204"/>
                <a:cs typeface="Arial" panose="020B0604020202090204"/>
              </a:defRPr>
            </a:lvl9pPr>
          </a:lstStyle>
          <a:p>
            <a:pPr algn="l">
              <a:defRPr sz="832" b="0" i="0">
                <a:solidFill>
                  <a:srgbClr val="BD9692"/>
                </a:solidFill>
                <a:latin typeface="Arial" panose="020B0604020202090204"/>
                <a:ea typeface="Arial" panose="020B0604020202090204"/>
                <a:cs typeface="Arial" panose="020B0604020202090204"/>
              </a:defRPr>
            </a:pPr>
            <a:r>
              <a:rPr sz="832" b="0" i="0">
                <a:solidFill>
                  <a:srgbClr val="BD9692"/>
                </a:solidFill>
                <a:latin typeface="Arial" panose="020B0604020202090204"/>
                <a:ea typeface="Arial" panose="020B0604020202090204"/>
                <a:cs typeface="Arial" panose="020B0604020202090204"/>
              </a:rPr>
              <a:t>X-VLA</a:t>
            </a:r>
            <a:endParaRPr sz="832" b="0" i="0">
              <a:solidFill>
                <a:srgbClr val="BD9692"/>
              </a:solidFill>
              <a:latin typeface="Arial" panose="020B0604020202090204"/>
              <a:ea typeface="Arial" panose="020B0604020202090204"/>
              <a:cs typeface="Arial" panose="020B0604020202090204"/>
            </a:endParaRPr>
          </a:p>
        </p:txBody>
      </p:sp>
      <p:sp xmlns:a="http://schemas.openxmlformats.org/drawingml/2006/main">
        <p:nvSpPr>
          <p:cNvPr id="227" name="line-729"/>
          <p:cNvSpPr>
            <a:spLocks noGrp="1"/>
          </p:cNvSpPr>
          <p:nvPr/>
        </p:nvSpPr>
        <p:spPr>
          <a:xfrm>
            <a:off x="11756576" y="4754415"/>
            <a:ext cx="109104" cy="80"/>
          </a:xfrm>
          <a:custGeom>
            <a:avLst/>
            <a:gdLst/>
            <a:ahLst/>
            <a:cxnLst/>
            <a:pathLst>
              <a:path w="129886" h="95">
                <a:moveTo>
                  <a:pt x="0" y="0"/>
                </a:moveTo>
                <a:lnTo>
                  <a:pt x="129886" y="0"/>
                </a:lnTo>
              </a:path>
            </a:pathLst>
          </a:custGeom>
          <a:solidFill>
            <a:srgbClr val="000000"/>
          </a:solidFill>
          <a:ln w="14547">
            <a:solidFill>
              <a:srgbClr val="9E94B2"/>
            </a:solidFill>
            <a:prstDash val="dash"/>
          </a:ln>
        </p:spPr>
      </p:sp>
      <p:sp xmlns:a="http://schemas.openxmlformats.org/drawingml/2006/main">
        <p:nvSpPr>
          <p:cNvPr id="228" name="text-730"/>
          <p:cNvSpPr>
            <a:spLocks noGrp="1"/>
          </p:cNvSpPr>
          <p:nvPr/>
        </p:nvSpPr>
        <p:spPr>
          <a:xfrm>
            <a:off x="11902049" y="4688032"/>
            <a:ext cx="466602" cy="137108"/>
          </a:xfrm>
          <a:prstGeom prst="rect">
            <a:avLst/>
          </a:prstGeom>
          <a:noFill/>
          <a:ln w="0">
            <a:noFill/>
          </a:ln>
        </p:spPr>
        <p:txBody>
          <a:bodyPr wrap="none" lIns="0" tIns="0" rIns="0" bIns="0" anchor="t">
            <a:noAutofit/>
          </a:bodyPr>
          <a:lstStyle>
            <a:defPPr algn="l">
              <a:defRPr sz="832" b="0" i="0">
                <a:solidFill>
                  <a:srgbClr val="9E94B2"/>
                </a:solidFill>
                <a:latin typeface="Arial" panose="020B0604020202090204"/>
                <a:ea typeface="Arial" panose="020B0604020202090204"/>
                <a:cs typeface="Arial" panose="020B0604020202090204"/>
              </a:defRPr>
            </a:defPPr>
            <a:lvl1pPr algn="l">
              <a:defRPr sz="832" b="0" i="0">
                <a:solidFill>
                  <a:srgbClr val="9E94B2"/>
                </a:solidFill>
                <a:latin typeface="Arial" panose="020B0604020202090204"/>
                <a:ea typeface="Arial" panose="020B0604020202090204"/>
                <a:cs typeface="Arial" panose="020B0604020202090204"/>
              </a:defRPr>
            </a:lvl1pPr>
            <a:lvl2pPr algn="l">
              <a:defRPr sz="832" b="0" i="0">
                <a:solidFill>
                  <a:srgbClr val="9E94B2"/>
                </a:solidFill>
                <a:latin typeface="Arial" panose="020B0604020202090204"/>
                <a:ea typeface="Arial" panose="020B0604020202090204"/>
                <a:cs typeface="Arial" panose="020B0604020202090204"/>
              </a:defRPr>
            </a:lvl2pPr>
            <a:lvl3pPr algn="l">
              <a:defRPr sz="832" b="0" i="0">
                <a:solidFill>
                  <a:srgbClr val="9E94B2"/>
                </a:solidFill>
                <a:latin typeface="Arial" panose="020B0604020202090204"/>
                <a:ea typeface="Arial" panose="020B0604020202090204"/>
                <a:cs typeface="Arial" panose="020B0604020202090204"/>
              </a:defRPr>
            </a:lvl3pPr>
            <a:lvl4pPr algn="l">
              <a:defRPr sz="832" b="0" i="0">
                <a:solidFill>
                  <a:srgbClr val="9E94B2"/>
                </a:solidFill>
                <a:latin typeface="Arial" panose="020B0604020202090204"/>
                <a:ea typeface="Arial" panose="020B0604020202090204"/>
                <a:cs typeface="Arial" panose="020B0604020202090204"/>
              </a:defRPr>
            </a:lvl4pPr>
            <a:lvl5pPr algn="l">
              <a:defRPr sz="832" b="0" i="0">
                <a:solidFill>
                  <a:srgbClr val="9E94B2"/>
                </a:solidFill>
                <a:latin typeface="Arial" panose="020B0604020202090204"/>
                <a:ea typeface="Arial" panose="020B0604020202090204"/>
                <a:cs typeface="Arial" panose="020B0604020202090204"/>
              </a:defRPr>
            </a:lvl5pPr>
            <a:lvl6pPr algn="l">
              <a:defRPr sz="832" b="0" i="0">
                <a:solidFill>
                  <a:srgbClr val="9E94B2"/>
                </a:solidFill>
                <a:latin typeface="Arial" panose="020B0604020202090204"/>
                <a:ea typeface="Arial" panose="020B0604020202090204"/>
                <a:cs typeface="Arial" panose="020B0604020202090204"/>
              </a:defRPr>
            </a:lvl6pPr>
            <a:lvl7pPr algn="l">
              <a:defRPr sz="832" b="0" i="0">
                <a:solidFill>
                  <a:srgbClr val="9E94B2"/>
                </a:solidFill>
                <a:latin typeface="Arial" panose="020B0604020202090204"/>
                <a:ea typeface="Arial" panose="020B0604020202090204"/>
                <a:cs typeface="Arial" panose="020B0604020202090204"/>
              </a:defRPr>
            </a:lvl7pPr>
            <a:lvl8pPr algn="l">
              <a:defRPr sz="832" b="0" i="0">
                <a:solidFill>
                  <a:srgbClr val="9E94B2"/>
                </a:solidFill>
                <a:latin typeface="Arial" panose="020B0604020202090204"/>
                <a:ea typeface="Arial" panose="020B0604020202090204"/>
                <a:cs typeface="Arial" panose="020B0604020202090204"/>
              </a:defRPr>
            </a:lvl8pPr>
            <a:lvl9pPr algn="l">
              <a:defRPr sz="832" b="0" i="0">
                <a:solidFill>
                  <a:srgbClr val="9E94B2"/>
                </a:solidFill>
                <a:latin typeface="Arial" panose="020B0604020202090204"/>
                <a:ea typeface="Arial" panose="020B0604020202090204"/>
                <a:cs typeface="Arial" panose="020B0604020202090204"/>
              </a:defRPr>
            </a:lvl9pPr>
          </a:lstStyle>
          <a:p>
            <a:pPr algn="l">
              <a:defRPr sz="832" b="0" i="0">
                <a:solidFill>
                  <a:srgbClr val="9E94B2"/>
                </a:solidFill>
                <a:latin typeface="Arial" panose="020B0604020202090204"/>
                <a:ea typeface="Arial" panose="020B0604020202090204"/>
                <a:cs typeface="Arial" panose="020B0604020202090204"/>
              </a:defRPr>
            </a:pPr>
            <a:r>
              <a:rPr sz="832" b="0" i="0">
                <a:solidFill>
                  <a:srgbClr val="9E94B2"/>
                </a:solidFill>
                <a:latin typeface="Arial" panose="020B0604020202090204"/>
                <a:ea typeface="Arial" panose="020B0604020202090204"/>
                <a:cs typeface="Arial" panose="020B0604020202090204"/>
              </a:rPr>
              <a:t>StarVLA</a:t>
            </a:r>
            <a:endParaRPr sz="832" b="0" i="0">
              <a:solidFill>
                <a:srgbClr val="9E94B2"/>
              </a:solidFill>
              <a:latin typeface="Arial" panose="020B0604020202090204"/>
              <a:ea typeface="Arial" panose="020B0604020202090204"/>
              <a:cs typeface="Arial" panose="020B0604020202090204"/>
            </a:endParaRPr>
          </a:p>
        </p:txBody>
      </p:sp>
      <p:sp xmlns:a="http://schemas.openxmlformats.org/drawingml/2006/main">
        <p:nvSpPr>
          <p:cNvPr id="229" name="line-731"/>
          <p:cNvSpPr>
            <a:spLocks noGrp="1"/>
          </p:cNvSpPr>
          <p:nvPr/>
        </p:nvSpPr>
        <p:spPr>
          <a:xfrm>
            <a:off x="13018551" y="4754415"/>
            <a:ext cx="109104" cy="80"/>
          </a:xfrm>
          <a:custGeom>
            <a:avLst/>
            <a:gdLst/>
            <a:ahLst/>
            <a:cxnLst/>
            <a:pathLst>
              <a:path w="129886" h="95">
                <a:moveTo>
                  <a:pt x="0" y="0"/>
                </a:moveTo>
                <a:lnTo>
                  <a:pt x="129886" y="0"/>
                </a:lnTo>
              </a:path>
            </a:pathLst>
          </a:custGeom>
          <a:solidFill>
            <a:srgbClr val="000000"/>
          </a:solidFill>
          <a:ln w="14547">
            <a:solidFill>
              <a:srgbClr val="A3AA7D"/>
            </a:solidFill>
            <a:prstDash val="dash"/>
          </a:ln>
        </p:spPr>
      </p:sp>
      <p:sp xmlns:a="http://schemas.openxmlformats.org/drawingml/2006/main">
        <p:nvSpPr>
          <p:cNvPr id="230" name="text-732"/>
          <p:cNvSpPr>
            <a:spLocks noGrp="1"/>
          </p:cNvSpPr>
          <p:nvPr/>
        </p:nvSpPr>
        <p:spPr>
          <a:xfrm>
            <a:off x="13164024" y="4688032"/>
            <a:ext cx="665848" cy="137108"/>
          </a:xfrm>
          <a:prstGeom prst="rect">
            <a:avLst/>
          </a:prstGeom>
          <a:noFill/>
          <a:ln w="0">
            <a:noFill/>
          </a:ln>
        </p:spPr>
        <p:txBody>
          <a:bodyPr wrap="none" lIns="0" tIns="0" rIns="0" bIns="0" anchor="t">
            <a:noAutofit/>
          </a:bodyPr>
          <a:lstStyle>
            <a:defPPr algn="l">
              <a:defRPr sz="832" b="0" i="0">
                <a:solidFill>
                  <a:srgbClr val="A3AA7D"/>
                </a:solidFill>
                <a:latin typeface="Arial" panose="020B0604020202090204"/>
                <a:ea typeface="Arial" panose="020B0604020202090204"/>
                <a:cs typeface="Arial" panose="020B0604020202090204"/>
              </a:defRPr>
            </a:defPPr>
            <a:lvl1pPr algn="l">
              <a:defRPr sz="832" b="0" i="0">
                <a:solidFill>
                  <a:srgbClr val="A3AA7D"/>
                </a:solidFill>
                <a:latin typeface="Arial" panose="020B0604020202090204"/>
                <a:ea typeface="Arial" panose="020B0604020202090204"/>
                <a:cs typeface="Arial" panose="020B0604020202090204"/>
              </a:defRPr>
            </a:lvl1pPr>
            <a:lvl2pPr algn="l">
              <a:defRPr sz="832" b="0" i="0">
                <a:solidFill>
                  <a:srgbClr val="A3AA7D"/>
                </a:solidFill>
                <a:latin typeface="Arial" panose="020B0604020202090204"/>
                <a:ea typeface="Arial" panose="020B0604020202090204"/>
                <a:cs typeface="Arial" panose="020B0604020202090204"/>
              </a:defRPr>
            </a:lvl2pPr>
            <a:lvl3pPr algn="l">
              <a:defRPr sz="832" b="0" i="0">
                <a:solidFill>
                  <a:srgbClr val="A3AA7D"/>
                </a:solidFill>
                <a:latin typeface="Arial" panose="020B0604020202090204"/>
                <a:ea typeface="Arial" panose="020B0604020202090204"/>
                <a:cs typeface="Arial" panose="020B0604020202090204"/>
              </a:defRPr>
            </a:lvl3pPr>
            <a:lvl4pPr algn="l">
              <a:defRPr sz="832" b="0" i="0">
                <a:solidFill>
                  <a:srgbClr val="A3AA7D"/>
                </a:solidFill>
                <a:latin typeface="Arial" panose="020B0604020202090204"/>
                <a:ea typeface="Arial" panose="020B0604020202090204"/>
                <a:cs typeface="Arial" panose="020B0604020202090204"/>
              </a:defRPr>
            </a:lvl4pPr>
            <a:lvl5pPr algn="l">
              <a:defRPr sz="832" b="0" i="0">
                <a:solidFill>
                  <a:srgbClr val="A3AA7D"/>
                </a:solidFill>
                <a:latin typeface="Arial" panose="020B0604020202090204"/>
                <a:ea typeface="Arial" panose="020B0604020202090204"/>
                <a:cs typeface="Arial" panose="020B0604020202090204"/>
              </a:defRPr>
            </a:lvl5pPr>
            <a:lvl6pPr algn="l">
              <a:defRPr sz="832" b="0" i="0">
                <a:solidFill>
                  <a:srgbClr val="A3AA7D"/>
                </a:solidFill>
                <a:latin typeface="Arial" panose="020B0604020202090204"/>
                <a:ea typeface="Arial" panose="020B0604020202090204"/>
                <a:cs typeface="Arial" panose="020B0604020202090204"/>
              </a:defRPr>
            </a:lvl6pPr>
            <a:lvl7pPr algn="l">
              <a:defRPr sz="832" b="0" i="0">
                <a:solidFill>
                  <a:srgbClr val="A3AA7D"/>
                </a:solidFill>
                <a:latin typeface="Arial" panose="020B0604020202090204"/>
                <a:ea typeface="Arial" panose="020B0604020202090204"/>
                <a:cs typeface="Arial" panose="020B0604020202090204"/>
              </a:defRPr>
            </a:lvl7pPr>
            <a:lvl8pPr algn="l">
              <a:defRPr sz="832" b="0" i="0">
                <a:solidFill>
                  <a:srgbClr val="A3AA7D"/>
                </a:solidFill>
                <a:latin typeface="Arial" panose="020B0604020202090204"/>
                <a:ea typeface="Arial" panose="020B0604020202090204"/>
                <a:cs typeface="Arial" panose="020B0604020202090204"/>
              </a:defRPr>
            </a:lvl8pPr>
            <a:lvl9pPr algn="l">
              <a:defRPr sz="832" b="0" i="0">
                <a:solidFill>
                  <a:srgbClr val="A3AA7D"/>
                </a:solidFill>
                <a:latin typeface="Arial" panose="020B0604020202090204"/>
                <a:ea typeface="Arial" panose="020B0604020202090204"/>
                <a:cs typeface="Arial" panose="020B0604020202090204"/>
              </a:defRPr>
            </a:lvl9pPr>
          </a:lstStyle>
          <a:p>
            <a:pPr algn="l">
              <a:defRPr sz="832" b="0" i="0">
                <a:solidFill>
                  <a:srgbClr val="A3AA7D"/>
                </a:solidFill>
                <a:latin typeface="Arial" panose="020B0604020202090204"/>
                <a:ea typeface="Arial" panose="020B0604020202090204"/>
                <a:cs typeface="Arial" panose="020B0604020202090204"/>
              </a:defRPr>
            </a:pPr>
            <a:r>
              <a:rPr sz="832" b="0" i="0">
                <a:solidFill>
                  <a:srgbClr val="A3AA7D"/>
                </a:solidFill>
                <a:latin typeface="Arial" panose="020B0604020202090204"/>
                <a:ea typeface="Arial" panose="020B0604020202090204"/>
                <a:cs typeface="Arial" panose="020B0604020202090204"/>
              </a:rPr>
              <a:t>GR00T N1.6</a:t>
            </a:r>
            <a:endParaRPr sz="832" b="0" i="0">
              <a:solidFill>
                <a:srgbClr val="A3AA7D"/>
              </a:solidFill>
              <a:latin typeface="Arial" panose="020B0604020202090204"/>
              <a:ea typeface="Arial" panose="020B0604020202090204"/>
              <a:cs typeface="Arial" panose="020B0604020202090204"/>
            </a:endParaRPr>
          </a:p>
        </p:txBody>
      </p:sp>
      <p:sp xmlns:a="http://schemas.openxmlformats.org/drawingml/2006/main">
        <p:nvSpPr>
          <p:cNvPr id="231" name="line-733"/>
          <p:cNvSpPr>
            <a:spLocks noGrp="1"/>
          </p:cNvSpPr>
          <p:nvPr/>
        </p:nvSpPr>
        <p:spPr>
          <a:xfrm>
            <a:off x="10483689" y="4936256"/>
            <a:ext cx="109104" cy="80"/>
          </a:xfrm>
          <a:custGeom>
            <a:avLst/>
            <a:gdLst/>
            <a:ahLst/>
            <a:cxnLst/>
            <a:pathLst>
              <a:path w="129886" h="95">
                <a:moveTo>
                  <a:pt x="0" y="0"/>
                </a:moveTo>
                <a:lnTo>
                  <a:pt x="129886" y="0"/>
                </a:lnTo>
              </a:path>
            </a:pathLst>
          </a:custGeom>
          <a:solidFill>
            <a:srgbClr val="000000"/>
          </a:solidFill>
          <a:ln w="14547">
            <a:solidFill>
              <a:srgbClr val="87A8AE"/>
            </a:solidFill>
            <a:prstDash val="dash"/>
          </a:ln>
        </p:spPr>
      </p:sp>
      <p:sp xmlns:a="http://schemas.openxmlformats.org/drawingml/2006/main">
        <p:nvSpPr>
          <p:cNvPr id="232" name="text-734"/>
          <p:cNvSpPr>
            <a:spLocks noGrp="1"/>
          </p:cNvSpPr>
          <p:nvPr/>
        </p:nvSpPr>
        <p:spPr>
          <a:xfrm>
            <a:off x="10629162" y="4869873"/>
            <a:ext cx="484111" cy="137108"/>
          </a:xfrm>
          <a:prstGeom prst="rect">
            <a:avLst/>
          </a:prstGeom>
          <a:noFill/>
          <a:ln w="0">
            <a:noFill/>
          </a:ln>
        </p:spPr>
        <p:txBody>
          <a:bodyPr wrap="none" lIns="0" tIns="0" rIns="0" bIns="0" anchor="t">
            <a:noAutofit/>
          </a:bodyPr>
          <a:lstStyle>
            <a:defPPr algn="l">
              <a:defRPr sz="832" b="0" i="0">
                <a:solidFill>
                  <a:srgbClr val="87A8AE"/>
                </a:solidFill>
                <a:latin typeface="Arial" panose="020B0604020202090204"/>
                <a:ea typeface="Arial" panose="020B0604020202090204"/>
                <a:cs typeface="Arial" panose="020B0604020202090204"/>
              </a:defRPr>
            </a:defPPr>
            <a:lvl1pPr algn="l">
              <a:defRPr sz="832" b="0" i="0">
                <a:solidFill>
                  <a:srgbClr val="87A8AE"/>
                </a:solidFill>
                <a:latin typeface="Arial" panose="020B0604020202090204"/>
                <a:ea typeface="Arial" panose="020B0604020202090204"/>
                <a:cs typeface="Arial" panose="020B0604020202090204"/>
              </a:defRPr>
            </a:lvl1pPr>
            <a:lvl2pPr algn="l">
              <a:defRPr sz="832" b="0" i="0">
                <a:solidFill>
                  <a:srgbClr val="87A8AE"/>
                </a:solidFill>
                <a:latin typeface="Arial" panose="020B0604020202090204"/>
                <a:ea typeface="Arial" panose="020B0604020202090204"/>
                <a:cs typeface="Arial" panose="020B0604020202090204"/>
              </a:defRPr>
            </a:lvl2pPr>
            <a:lvl3pPr algn="l">
              <a:defRPr sz="832" b="0" i="0">
                <a:solidFill>
                  <a:srgbClr val="87A8AE"/>
                </a:solidFill>
                <a:latin typeface="Arial" panose="020B0604020202090204"/>
                <a:ea typeface="Arial" panose="020B0604020202090204"/>
                <a:cs typeface="Arial" panose="020B0604020202090204"/>
              </a:defRPr>
            </a:lvl3pPr>
            <a:lvl4pPr algn="l">
              <a:defRPr sz="832" b="0" i="0">
                <a:solidFill>
                  <a:srgbClr val="87A8AE"/>
                </a:solidFill>
                <a:latin typeface="Arial" panose="020B0604020202090204"/>
                <a:ea typeface="Arial" panose="020B0604020202090204"/>
                <a:cs typeface="Arial" panose="020B0604020202090204"/>
              </a:defRPr>
            </a:lvl4pPr>
            <a:lvl5pPr algn="l">
              <a:defRPr sz="832" b="0" i="0">
                <a:solidFill>
                  <a:srgbClr val="87A8AE"/>
                </a:solidFill>
                <a:latin typeface="Arial" panose="020B0604020202090204"/>
                <a:ea typeface="Arial" panose="020B0604020202090204"/>
                <a:cs typeface="Arial" panose="020B0604020202090204"/>
              </a:defRPr>
            </a:lvl5pPr>
            <a:lvl6pPr algn="l">
              <a:defRPr sz="832" b="0" i="0">
                <a:solidFill>
                  <a:srgbClr val="87A8AE"/>
                </a:solidFill>
                <a:latin typeface="Arial" panose="020B0604020202090204"/>
                <a:ea typeface="Arial" panose="020B0604020202090204"/>
                <a:cs typeface="Arial" panose="020B0604020202090204"/>
              </a:defRPr>
            </a:lvl6pPr>
            <a:lvl7pPr algn="l">
              <a:defRPr sz="832" b="0" i="0">
                <a:solidFill>
                  <a:srgbClr val="87A8AE"/>
                </a:solidFill>
                <a:latin typeface="Arial" panose="020B0604020202090204"/>
                <a:ea typeface="Arial" panose="020B0604020202090204"/>
                <a:cs typeface="Arial" panose="020B0604020202090204"/>
              </a:defRPr>
            </a:lvl7pPr>
            <a:lvl8pPr algn="l">
              <a:defRPr sz="832" b="0" i="0">
                <a:solidFill>
                  <a:srgbClr val="87A8AE"/>
                </a:solidFill>
                <a:latin typeface="Arial" panose="020B0604020202090204"/>
                <a:ea typeface="Arial" panose="020B0604020202090204"/>
                <a:cs typeface="Arial" panose="020B0604020202090204"/>
              </a:defRPr>
            </a:lvl8pPr>
            <a:lvl9pPr algn="l">
              <a:defRPr sz="832" b="0" i="0">
                <a:solidFill>
                  <a:srgbClr val="87A8AE"/>
                </a:solidFill>
                <a:latin typeface="Arial" panose="020B0604020202090204"/>
                <a:ea typeface="Arial" panose="020B0604020202090204"/>
                <a:cs typeface="Arial" panose="020B0604020202090204"/>
              </a:defRPr>
            </a:lvl9pPr>
          </a:lstStyle>
          <a:p>
            <a:pPr algn="l">
              <a:defRPr sz="832" b="0" i="0">
                <a:solidFill>
                  <a:srgbClr val="87A8AE"/>
                </a:solidFill>
                <a:latin typeface="Arial" panose="020B0604020202090204"/>
                <a:ea typeface="Arial" panose="020B0604020202090204"/>
                <a:cs typeface="Arial" panose="020B0604020202090204"/>
              </a:defRPr>
            </a:pPr>
            <a:r>
              <a:rPr sz="832" b="0" i="0">
                <a:solidFill>
                  <a:srgbClr val="87A8AE"/>
                </a:solidFill>
                <a:latin typeface="Arial" panose="020B0604020202090204"/>
                <a:ea typeface="Arial" panose="020B0604020202090204"/>
                <a:cs typeface="Arial" panose="020B0604020202090204"/>
              </a:rPr>
              <a:t>ABot-M0</a:t>
            </a:r>
            <a:endParaRPr sz="832" b="0" i="0">
              <a:solidFill>
                <a:srgbClr val="87A8AE"/>
              </a:solidFill>
              <a:latin typeface="Arial" panose="020B0604020202090204"/>
              <a:ea typeface="Arial" panose="020B0604020202090204"/>
              <a:cs typeface="Arial" panose="020B0604020202090204"/>
            </a:endParaRPr>
          </a:p>
        </p:txBody>
      </p:sp>
      <p:sp xmlns:a="http://schemas.openxmlformats.org/drawingml/2006/main">
        <p:nvSpPr>
          <p:cNvPr id="233" name="line-735"/>
          <p:cNvSpPr>
            <a:spLocks noGrp="1"/>
          </p:cNvSpPr>
          <p:nvPr/>
        </p:nvSpPr>
        <p:spPr>
          <a:xfrm>
            <a:off x="11756576" y="4936256"/>
            <a:ext cx="109104" cy="80"/>
          </a:xfrm>
          <a:custGeom>
            <a:avLst/>
            <a:gdLst/>
            <a:ahLst/>
            <a:cxnLst/>
            <a:pathLst>
              <a:path w="129886" h="95">
                <a:moveTo>
                  <a:pt x="0" y="0"/>
                </a:moveTo>
                <a:lnTo>
                  <a:pt x="129886" y="0"/>
                </a:lnTo>
              </a:path>
            </a:pathLst>
          </a:custGeom>
          <a:solidFill>
            <a:srgbClr val="000000"/>
          </a:solidFill>
          <a:ln w="14547">
            <a:solidFill>
              <a:srgbClr val="B8A58F"/>
            </a:solidFill>
            <a:prstDash val="dash"/>
          </a:ln>
        </p:spPr>
      </p:sp>
      <p:sp xmlns:a="http://schemas.openxmlformats.org/drawingml/2006/main">
        <p:nvSpPr>
          <p:cNvPr id="234" name="text-736"/>
          <p:cNvSpPr>
            <a:spLocks noGrp="1"/>
          </p:cNvSpPr>
          <p:nvPr/>
        </p:nvSpPr>
        <p:spPr>
          <a:xfrm>
            <a:off x="11902049" y="4869873"/>
            <a:ext cx="478344" cy="137108"/>
          </a:xfrm>
          <a:prstGeom prst="rect">
            <a:avLst/>
          </a:prstGeom>
          <a:noFill/>
          <a:ln w="0">
            <a:noFill/>
          </a:ln>
        </p:spPr>
        <p:txBody>
          <a:bodyPr wrap="none" lIns="0" tIns="0" rIns="0" bIns="0" anchor="t">
            <a:noAutofit/>
          </a:bodyPr>
          <a:lstStyle>
            <a:defPPr algn="l">
              <a:defRPr sz="832" b="0" i="0">
                <a:solidFill>
                  <a:srgbClr val="B8A58F"/>
                </a:solidFill>
                <a:latin typeface="Arial" panose="020B0604020202090204"/>
                <a:ea typeface="Arial" panose="020B0604020202090204"/>
                <a:cs typeface="Arial" panose="020B0604020202090204"/>
              </a:defRPr>
            </a:defPPr>
            <a:lvl1pPr algn="l">
              <a:defRPr sz="832" b="0" i="0">
                <a:solidFill>
                  <a:srgbClr val="B8A58F"/>
                </a:solidFill>
                <a:latin typeface="Arial" panose="020B0604020202090204"/>
                <a:ea typeface="Arial" panose="020B0604020202090204"/>
                <a:cs typeface="Arial" panose="020B0604020202090204"/>
              </a:defRPr>
            </a:lvl1pPr>
            <a:lvl2pPr algn="l">
              <a:defRPr sz="832" b="0" i="0">
                <a:solidFill>
                  <a:srgbClr val="B8A58F"/>
                </a:solidFill>
                <a:latin typeface="Arial" panose="020B0604020202090204"/>
                <a:ea typeface="Arial" panose="020B0604020202090204"/>
                <a:cs typeface="Arial" panose="020B0604020202090204"/>
              </a:defRPr>
            </a:lvl2pPr>
            <a:lvl3pPr algn="l">
              <a:defRPr sz="832" b="0" i="0">
                <a:solidFill>
                  <a:srgbClr val="B8A58F"/>
                </a:solidFill>
                <a:latin typeface="Arial" panose="020B0604020202090204"/>
                <a:ea typeface="Arial" panose="020B0604020202090204"/>
                <a:cs typeface="Arial" panose="020B0604020202090204"/>
              </a:defRPr>
            </a:lvl3pPr>
            <a:lvl4pPr algn="l">
              <a:defRPr sz="832" b="0" i="0">
                <a:solidFill>
                  <a:srgbClr val="B8A58F"/>
                </a:solidFill>
                <a:latin typeface="Arial" panose="020B0604020202090204"/>
                <a:ea typeface="Arial" panose="020B0604020202090204"/>
                <a:cs typeface="Arial" panose="020B0604020202090204"/>
              </a:defRPr>
            </a:lvl4pPr>
            <a:lvl5pPr algn="l">
              <a:defRPr sz="832" b="0" i="0">
                <a:solidFill>
                  <a:srgbClr val="B8A58F"/>
                </a:solidFill>
                <a:latin typeface="Arial" panose="020B0604020202090204"/>
                <a:ea typeface="Arial" panose="020B0604020202090204"/>
                <a:cs typeface="Arial" panose="020B0604020202090204"/>
              </a:defRPr>
            </a:lvl5pPr>
            <a:lvl6pPr algn="l">
              <a:defRPr sz="832" b="0" i="0">
                <a:solidFill>
                  <a:srgbClr val="B8A58F"/>
                </a:solidFill>
                <a:latin typeface="Arial" panose="020B0604020202090204"/>
                <a:ea typeface="Arial" panose="020B0604020202090204"/>
                <a:cs typeface="Arial" panose="020B0604020202090204"/>
              </a:defRPr>
            </a:lvl6pPr>
            <a:lvl7pPr algn="l">
              <a:defRPr sz="832" b="0" i="0">
                <a:solidFill>
                  <a:srgbClr val="B8A58F"/>
                </a:solidFill>
                <a:latin typeface="Arial" panose="020B0604020202090204"/>
                <a:ea typeface="Arial" panose="020B0604020202090204"/>
                <a:cs typeface="Arial" panose="020B0604020202090204"/>
              </a:defRPr>
            </a:lvl7pPr>
            <a:lvl8pPr algn="l">
              <a:defRPr sz="832" b="0" i="0">
                <a:solidFill>
                  <a:srgbClr val="B8A58F"/>
                </a:solidFill>
                <a:latin typeface="Arial" panose="020B0604020202090204"/>
                <a:ea typeface="Arial" panose="020B0604020202090204"/>
                <a:cs typeface="Arial" panose="020B0604020202090204"/>
              </a:defRPr>
            </a:lvl8pPr>
            <a:lvl9pPr algn="l">
              <a:defRPr sz="832" b="0" i="0">
                <a:solidFill>
                  <a:srgbClr val="B8A58F"/>
                </a:solidFill>
                <a:latin typeface="Arial" panose="020B0604020202090204"/>
                <a:ea typeface="Arial" panose="020B0604020202090204"/>
                <a:cs typeface="Arial" panose="020B0604020202090204"/>
              </a:defRPr>
            </a:lvl9pPr>
          </a:lstStyle>
          <a:p>
            <a:pPr algn="l">
              <a:defRPr sz="832" b="0" i="0">
                <a:solidFill>
                  <a:srgbClr val="B8A58F"/>
                </a:solidFill>
                <a:latin typeface="Arial" panose="020B0604020202090204"/>
                <a:ea typeface="Arial" panose="020B0604020202090204"/>
                <a:cs typeface="Arial" panose="020B0604020202090204"/>
              </a:defRPr>
            </a:pPr>
            <a:r>
              <a:rPr sz="832" b="0" i="0">
                <a:solidFill>
                  <a:srgbClr val="B8A58F"/>
                </a:solidFill>
                <a:latin typeface="Arial" panose="020B0604020202090204"/>
                <a:ea typeface="Arial" panose="020B0604020202090204"/>
                <a:cs typeface="Arial" panose="020B0604020202090204"/>
              </a:rPr>
              <a:t>FineVLA</a:t>
            </a:r>
            <a:endParaRPr sz="832" b="0" i="0">
              <a:solidFill>
                <a:srgbClr val="B8A58F"/>
              </a:solidFill>
              <a:latin typeface="Arial" panose="020B0604020202090204"/>
              <a:ea typeface="Arial" panose="020B0604020202090204"/>
              <a:cs typeface="Arial" panose="020B0604020202090204"/>
            </a:endParaRPr>
          </a:p>
        </p:txBody>
      </p:sp>
      <p:sp xmlns:a="http://schemas.openxmlformats.org/drawingml/2006/main">
        <p:nvSpPr>
          <p:cNvPr id="235" name="line-737"/>
          <p:cNvSpPr>
            <a:spLocks noGrp="1"/>
          </p:cNvSpPr>
          <p:nvPr/>
        </p:nvSpPr>
        <p:spPr>
          <a:xfrm>
            <a:off x="13018551" y="4936256"/>
            <a:ext cx="109104" cy="80"/>
          </a:xfrm>
          <a:custGeom>
            <a:avLst/>
            <a:gdLst/>
            <a:ahLst/>
            <a:cxnLst/>
            <a:pathLst>
              <a:path w="129886" h="95">
                <a:moveTo>
                  <a:pt x="0" y="0"/>
                </a:moveTo>
                <a:lnTo>
                  <a:pt x="129886" y="0"/>
                </a:lnTo>
              </a:path>
            </a:pathLst>
          </a:custGeom>
          <a:solidFill>
            <a:srgbClr val="000000"/>
          </a:solidFill>
          <a:ln w="14547">
            <a:solidFill>
              <a:srgbClr val="AA8FAE"/>
            </a:solidFill>
            <a:prstDash val="dash"/>
          </a:ln>
        </p:spPr>
      </p:sp>
      <p:sp xmlns:a="http://schemas.openxmlformats.org/drawingml/2006/main">
        <p:nvSpPr>
          <p:cNvPr id="236" name="text-738"/>
          <p:cNvSpPr>
            <a:spLocks noGrp="1"/>
          </p:cNvSpPr>
          <p:nvPr/>
        </p:nvSpPr>
        <p:spPr>
          <a:xfrm>
            <a:off x="13164024" y="4869873"/>
            <a:ext cx="278944" cy="137108"/>
          </a:xfrm>
          <a:prstGeom prst="rect">
            <a:avLst/>
          </a:prstGeom>
          <a:noFill/>
          <a:ln w="0">
            <a:noFill/>
          </a:ln>
        </p:spPr>
        <p:txBody>
          <a:bodyPr wrap="none" lIns="0" tIns="0" rIns="0" bIns="0" anchor="t">
            <a:noAutofit/>
          </a:bodyPr>
          <a:lstStyle>
            <a:defPPr algn="l">
              <a:defRPr sz="832" b="0" i="0">
                <a:solidFill>
                  <a:srgbClr val="AA8FAE"/>
                </a:solidFill>
                <a:latin typeface="Arial" panose="020B0604020202090204"/>
                <a:ea typeface="Arial" panose="020B0604020202090204"/>
                <a:cs typeface="Arial" panose="020B0604020202090204"/>
              </a:defRPr>
            </a:defPPr>
            <a:lvl1pPr algn="l">
              <a:defRPr sz="832" b="0" i="0">
                <a:solidFill>
                  <a:srgbClr val="AA8FAE"/>
                </a:solidFill>
                <a:latin typeface="Arial" panose="020B0604020202090204"/>
                <a:ea typeface="Arial" panose="020B0604020202090204"/>
                <a:cs typeface="Arial" panose="020B0604020202090204"/>
              </a:defRPr>
            </a:lvl1pPr>
            <a:lvl2pPr algn="l">
              <a:defRPr sz="832" b="0" i="0">
                <a:solidFill>
                  <a:srgbClr val="AA8FAE"/>
                </a:solidFill>
                <a:latin typeface="Arial" panose="020B0604020202090204"/>
                <a:ea typeface="Arial" panose="020B0604020202090204"/>
                <a:cs typeface="Arial" panose="020B0604020202090204"/>
              </a:defRPr>
            </a:lvl2pPr>
            <a:lvl3pPr algn="l">
              <a:defRPr sz="832" b="0" i="0">
                <a:solidFill>
                  <a:srgbClr val="AA8FAE"/>
                </a:solidFill>
                <a:latin typeface="Arial" panose="020B0604020202090204"/>
                <a:ea typeface="Arial" panose="020B0604020202090204"/>
                <a:cs typeface="Arial" panose="020B0604020202090204"/>
              </a:defRPr>
            </a:lvl3pPr>
            <a:lvl4pPr algn="l">
              <a:defRPr sz="832" b="0" i="0">
                <a:solidFill>
                  <a:srgbClr val="AA8FAE"/>
                </a:solidFill>
                <a:latin typeface="Arial" panose="020B0604020202090204"/>
                <a:ea typeface="Arial" panose="020B0604020202090204"/>
                <a:cs typeface="Arial" panose="020B0604020202090204"/>
              </a:defRPr>
            </a:lvl4pPr>
            <a:lvl5pPr algn="l">
              <a:defRPr sz="832" b="0" i="0">
                <a:solidFill>
                  <a:srgbClr val="AA8FAE"/>
                </a:solidFill>
                <a:latin typeface="Arial" panose="020B0604020202090204"/>
                <a:ea typeface="Arial" panose="020B0604020202090204"/>
                <a:cs typeface="Arial" panose="020B0604020202090204"/>
              </a:defRPr>
            </a:lvl5pPr>
            <a:lvl6pPr algn="l">
              <a:defRPr sz="832" b="0" i="0">
                <a:solidFill>
                  <a:srgbClr val="AA8FAE"/>
                </a:solidFill>
                <a:latin typeface="Arial" panose="020B0604020202090204"/>
                <a:ea typeface="Arial" panose="020B0604020202090204"/>
                <a:cs typeface="Arial" panose="020B0604020202090204"/>
              </a:defRPr>
            </a:lvl6pPr>
            <a:lvl7pPr algn="l">
              <a:defRPr sz="832" b="0" i="0">
                <a:solidFill>
                  <a:srgbClr val="AA8FAE"/>
                </a:solidFill>
                <a:latin typeface="Arial" panose="020B0604020202090204"/>
                <a:ea typeface="Arial" panose="020B0604020202090204"/>
                <a:cs typeface="Arial" panose="020B0604020202090204"/>
              </a:defRPr>
            </a:lvl7pPr>
            <a:lvl8pPr algn="l">
              <a:defRPr sz="832" b="0" i="0">
                <a:solidFill>
                  <a:srgbClr val="AA8FAE"/>
                </a:solidFill>
                <a:latin typeface="Arial" panose="020B0604020202090204"/>
                <a:ea typeface="Arial" panose="020B0604020202090204"/>
                <a:cs typeface="Arial" panose="020B0604020202090204"/>
              </a:defRPr>
            </a:lvl8pPr>
            <a:lvl9pPr algn="l">
              <a:defRPr sz="832" b="0" i="0">
                <a:solidFill>
                  <a:srgbClr val="AA8FAE"/>
                </a:solidFill>
                <a:latin typeface="Arial" panose="020B0604020202090204"/>
                <a:ea typeface="Arial" panose="020B0604020202090204"/>
                <a:cs typeface="Arial" panose="020B0604020202090204"/>
              </a:defRPr>
            </a:lvl9pPr>
          </a:lstStyle>
          <a:p>
            <a:pPr algn="l">
              <a:defRPr sz="832" b="0" i="0">
                <a:solidFill>
                  <a:srgbClr val="AA8FAE"/>
                </a:solidFill>
                <a:latin typeface="Arial" panose="020B0604020202090204"/>
                <a:ea typeface="Arial" panose="020B0604020202090204"/>
                <a:cs typeface="Arial" panose="020B0604020202090204"/>
              </a:defRPr>
            </a:pPr>
            <a:r>
              <a:rPr sz="832" b="0" i="0">
                <a:solidFill>
                  <a:srgbClr val="AA8FAE"/>
                </a:solidFill>
                <a:latin typeface="Arial" panose="020B0604020202090204"/>
                <a:ea typeface="Arial" panose="020B0604020202090204"/>
                <a:cs typeface="Arial" panose="020B0604020202090204"/>
              </a:rPr>
              <a:t>APT</a:t>
            </a:r>
            <a:endParaRPr sz="832" b="0" i="0">
              <a:solidFill>
                <a:srgbClr val="AA8FAE"/>
              </a:solidFill>
              <a:latin typeface="Arial" panose="020B0604020202090204"/>
              <a:ea typeface="Arial" panose="020B0604020202090204"/>
              <a:cs typeface="Arial" panose="020B0604020202090204"/>
            </a:endParaRPr>
          </a:p>
        </p:txBody>
      </p:sp>
      <p:sp xmlns:a="http://schemas.openxmlformats.org/drawingml/2006/main">
        <p:nvSpPr>
          <p:cNvPr id="237" name="line-739"/>
          <p:cNvSpPr>
            <a:spLocks noGrp="1"/>
          </p:cNvSpPr>
          <p:nvPr/>
        </p:nvSpPr>
        <p:spPr>
          <a:xfrm>
            <a:off x="10483689" y="5118096"/>
            <a:ext cx="109104" cy="80"/>
          </a:xfrm>
          <a:custGeom>
            <a:avLst/>
            <a:gdLst/>
            <a:ahLst/>
            <a:cxnLst/>
            <a:pathLst>
              <a:path w="129886" h="95">
                <a:moveTo>
                  <a:pt x="0" y="0"/>
                </a:moveTo>
                <a:lnTo>
                  <a:pt x="129886" y="0"/>
                </a:lnTo>
              </a:path>
            </a:pathLst>
          </a:custGeom>
          <a:solidFill>
            <a:srgbClr val="000000"/>
          </a:solidFill>
          <a:ln w="14547">
            <a:solidFill>
              <a:srgbClr val="8B9F8B"/>
            </a:solidFill>
            <a:prstDash val="dash"/>
          </a:ln>
        </p:spPr>
      </p:sp>
      <p:sp xmlns:a="http://schemas.openxmlformats.org/drawingml/2006/main">
        <p:nvSpPr>
          <p:cNvPr id="238" name="text-740"/>
          <p:cNvSpPr>
            <a:spLocks noGrp="1"/>
          </p:cNvSpPr>
          <p:nvPr/>
        </p:nvSpPr>
        <p:spPr>
          <a:xfrm>
            <a:off x="10629162" y="5051714"/>
            <a:ext cx="443119" cy="137108"/>
          </a:xfrm>
          <a:prstGeom prst="rect">
            <a:avLst/>
          </a:prstGeom>
          <a:noFill/>
          <a:ln w="0">
            <a:noFill/>
          </a:ln>
        </p:spPr>
        <p:txBody>
          <a:bodyPr wrap="none" lIns="0" tIns="0" rIns="0" bIns="0" anchor="t">
            <a:noAutofit/>
          </a:bodyPr>
          <a:lstStyle>
            <a:defPPr algn="l">
              <a:defRPr sz="832" b="0" i="0">
                <a:solidFill>
                  <a:srgbClr val="8B9F8B"/>
                </a:solidFill>
                <a:latin typeface="Arial" panose="020B0604020202090204"/>
                <a:ea typeface="Arial" panose="020B0604020202090204"/>
                <a:cs typeface="Arial" panose="020B0604020202090204"/>
              </a:defRPr>
            </a:defPPr>
            <a:lvl1pPr algn="l">
              <a:defRPr sz="832" b="0" i="0">
                <a:solidFill>
                  <a:srgbClr val="8B9F8B"/>
                </a:solidFill>
                <a:latin typeface="Arial" panose="020B0604020202090204"/>
                <a:ea typeface="Arial" panose="020B0604020202090204"/>
                <a:cs typeface="Arial" panose="020B0604020202090204"/>
              </a:defRPr>
            </a:lvl1pPr>
            <a:lvl2pPr algn="l">
              <a:defRPr sz="832" b="0" i="0">
                <a:solidFill>
                  <a:srgbClr val="8B9F8B"/>
                </a:solidFill>
                <a:latin typeface="Arial" panose="020B0604020202090204"/>
                <a:ea typeface="Arial" panose="020B0604020202090204"/>
                <a:cs typeface="Arial" panose="020B0604020202090204"/>
              </a:defRPr>
            </a:lvl2pPr>
            <a:lvl3pPr algn="l">
              <a:defRPr sz="832" b="0" i="0">
                <a:solidFill>
                  <a:srgbClr val="8B9F8B"/>
                </a:solidFill>
                <a:latin typeface="Arial" panose="020B0604020202090204"/>
                <a:ea typeface="Arial" panose="020B0604020202090204"/>
                <a:cs typeface="Arial" panose="020B0604020202090204"/>
              </a:defRPr>
            </a:lvl3pPr>
            <a:lvl4pPr algn="l">
              <a:defRPr sz="832" b="0" i="0">
                <a:solidFill>
                  <a:srgbClr val="8B9F8B"/>
                </a:solidFill>
                <a:latin typeface="Arial" panose="020B0604020202090204"/>
                <a:ea typeface="Arial" panose="020B0604020202090204"/>
                <a:cs typeface="Arial" panose="020B0604020202090204"/>
              </a:defRPr>
            </a:lvl4pPr>
            <a:lvl5pPr algn="l">
              <a:defRPr sz="832" b="0" i="0">
                <a:solidFill>
                  <a:srgbClr val="8B9F8B"/>
                </a:solidFill>
                <a:latin typeface="Arial" panose="020B0604020202090204"/>
                <a:ea typeface="Arial" panose="020B0604020202090204"/>
                <a:cs typeface="Arial" panose="020B0604020202090204"/>
              </a:defRPr>
            </a:lvl5pPr>
            <a:lvl6pPr algn="l">
              <a:defRPr sz="832" b="0" i="0">
                <a:solidFill>
                  <a:srgbClr val="8B9F8B"/>
                </a:solidFill>
                <a:latin typeface="Arial" panose="020B0604020202090204"/>
                <a:ea typeface="Arial" panose="020B0604020202090204"/>
                <a:cs typeface="Arial" panose="020B0604020202090204"/>
              </a:defRPr>
            </a:lvl6pPr>
            <a:lvl7pPr algn="l">
              <a:defRPr sz="832" b="0" i="0">
                <a:solidFill>
                  <a:srgbClr val="8B9F8B"/>
                </a:solidFill>
                <a:latin typeface="Arial" panose="020B0604020202090204"/>
                <a:ea typeface="Arial" panose="020B0604020202090204"/>
                <a:cs typeface="Arial" panose="020B0604020202090204"/>
              </a:defRPr>
            </a:lvl7pPr>
            <a:lvl8pPr algn="l">
              <a:defRPr sz="832" b="0" i="0">
                <a:solidFill>
                  <a:srgbClr val="8B9F8B"/>
                </a:solidFill>
                <a:latin typeface="Arial" panose="020B0604020202090204"/>
                <a:ea typeface="Arial" panose="020B0604020202090204"/>
                <a:cs typeface="Arial" panose="020B0604020202090204"/>
              </a:defRPr>
            </a:lvl8pPr>
            <a:lvl9pPr algn="l">
              <a:defRPr sz="832" b="0" i="0">
                <a:solidFill>
                  <a:srgbClr val="8B9F8B"/>
                </a:solidFill>
                <a:latin typeface="Arial" panose="020B0604020202090204"/>
                <a:ea typeface="Arial" panose="020B0604020202090204"/>
                <a:cs typeface="Arial" panose="020B0604020202090204"/>
              </a:defRPr>
            </a:lvl9pPr>
          </a:lstStyle>
          <a:p>
            <a:pPr algn="l">
              <a:defRPr sz="832" b="0" i="0">
                <a:solidFill>
                  <a:srgbClr val="8B9F8B"/>
                </a:solidFill>
                <a:latin typeface="Arial" panose="020B0604020202090204"/>
                <a:ea typeface="Arial" panose="020B0604020202090204"/>
                <a:cs typeface="Arial" panose="020B0604020202090204"/>
              </a:defRPr>
            </a:pPr>
            <a:r>
              <a:rPr sz="832" b="0" i="0">
                <a:solidFill>
                  <a:srgbClr val="8B9F8B"/>
                </a:solidFill>
                <a:latin typeface="Arial" panose="020B0604020202090204"/>
                <a:ea typeface="Arial" panose="020B0604020202090204"/>
                <a:cs typeface="Arial" panose="020B0604020202090204"/>
              </a:rPr>
              <a:t>CaP-X†</a:t>
            </a:r>
            <a:endParaRPr sz="832" b="0" i="0">
              <a:solidFill>
                <a:srgbClr val="8B9F8B"/>
              </a:solidFill>
              <a:latin typeface="Arial" panose="020B0604020202090204"/>
              <a:ea typeface="Arial" panose="020B0604020202090204"/>
              <a:cs typeface="Arial" panose="020B0604020202090204"/>
            </a:endParaRPr>
          </a:p>
        </p:txBody>
      </p:sp>
      <p:sp xmlns:a="http://schemas.openxmlformats.org/drawingml/2006/main">
        <p:nvSpPr>
          <p:cNvPr id="239" name="line-741"/>
          <p:cNvSpPr>
            <a:spLocks noGrp="1"/>
          </p:cNvSpPr>
          <p:nvPr/>
        </p:nvSpPr>
        <p:spPr>
          <a:xfrm>
            <a:off x="11756576" y="5118096"/>
            <a:ext cx="109104" cy="80"/>
          </a:xfrm>
          <a:custGeom>
            <a:avLst/>
            <a:gdLst/>
            <a:ahLst/>
            <a:cxnLst/>
            <a:pathLst>
              <a:path w="129886" h="95">
                <a:moveTo>
                  <a:pt x="0" y="0"/>
                </a:moveTo>
                <a:lnTo>
                  <a:pt x="129886" y="0"/>
                </a:lnTo>
              </a:path>
            </a:pathLst>
          </a:custGeom>
          <a:solidFill>
            <a:srgbClr val="000000"/>
          </a:solidFill>
          <a:ln w="14547">
            <a:solidFill>
              <a:srgbClr val="AE989B"/>
            </a:solidFill>
            <a:prstDash val="dash"/>
          </a:ln>
        </p:spPr>
      </p:sp>
      <p:sp xmlns:a="http://schemas.openxmlformats.org/drawingml/2006/main">
        <p:nvSpPr>
          <p:cNvPr id="240" name="text-742"/>
          <p:cNvSpPr>
            <a:spLocks noGrp="1"/>
          </p:cNvSpPr>
          <p:nvPr/>
        </p:nvSpPr>
        <p:spPr>
          <a:xfrm>
            <a:off x="11902049" y="5051714"/>
            <a:ext cx="80962" cy="142875"/>
          </a:xfrm>
          <a:prstGeom prst="rect">
            <a:avLst/>
          </a:prstGeom>
          <a:noFill/>
          <a:ln w="0">
            <a:noFill/>
          </a:ln>
        </p:spPr>
        <p:txBody>
          <a:bodyPr wrap="none" lIns="0" tIns="0" rIns="0" bIns="0" anchor="t">
            <a:noAutofit/>
          </a:bodyPr>
          <a:lstStyle>
            <a:defPPr algn="l">
              <a:defRPr sz="840" b="0" i="0">
                <a:solidFill>
                  <a:srgbClr val="AE989B"/>
                </a:solidFill>
                <a:latin typeface="Arial" panose="020B0604020202090204"/>
                <a:ea typeface="Arial" panose="020B0604020202090204"/>
                <a:cs typeface="Arial" panose="020B0604020202090204"/>
              </a:defRPr>
            </a:defPPr>
            <a:lvl1pPr algn="l">
              <a:defRPr sz="840" b="0" i="0">
                <a:solidFill>
                  <a:srgbClr val="AE989B"/>
                </a:solidFill>
                <a:latin typeface="Arial" panose="020B0604020202090204"/>
                <a:ea typeface="Arial" panose="020B0604020202090204"/>
                <a:cs typeface="Arial" panose="020B0604020202090204"/>
              </a:defRPr>
            </a:lvl1pPr>
            <a:lvl2pPr algn="l">
              <a:defRPr sz="840" b="0" i="0">
                <a:solidFill>
                  <a:srgbClr val="AE989B"/>
                </a:solidFill>
                <a:latin typeface="Arial" panose="020B0604020202090204"/>
                <a:ea typeface="Arial" panose="020B0604020202090204"/>
                <a:cs typeface="Arial" panose="020B0604020202090204"/>
              </a:defRPr>
            </a:lvl2pPr>
            <a:lvl3pPr algn="l">
              <a:defRPr sz="840" b="0" i="0">
                <a:solidFill>
                  <a:srgbClr val="AE989B"/>
                </a:solidFill>
                <a:latin typeface="Arial" panose="020B0604020202090204"/>
                <a:ea typeface="Arial" panose="020B0604020202090204"/>
                <a:cs typeface="Arial" panose="020B0604020202090204"/>
              </a:defRPr>
            </a:lvl3pPr>
            <a:lvl4pPr algn="l">
              <a:defRPr sz="840" b="0" i="0">
                <a:solidFill>
                  <a:srgbClr val="AE989B"/>
                </a:solidFill>
                <a:latin typeface="Arial" panose="020B0604020202090204"/>
                <a:ea typeface="Arial" panose="020B0604020202090204"/>
                <a:cs typeface="Arial" panose="020B0604020202090204"/>
              </a:defRPr>
            </a:lvl4pPr>
            <a:lvl5pPr algn="l">
              <a:defRPr sz="840" b="0" i="0">
                <a:solidFill>
                  <a:srgbClr val="AE989B"/>
                </a:solidFill>
                <a:latin typeface="Arial" panose="020B0604020202090204"/>
                <a:ea typeface="Arial" panose="020B0604020202090204"/>
                <a:cs typeface="Arial" panose="020B0604020202090204"/>
              </a:defRPr>
            </a:lvl5pPr>
            <a:lvl6pPr algn="l">
              <a:defRPr sz="840" b="0" i="0">
                <a:solidFill>
                  <a:srgbClr val="AE989B"/>
                </a:solidFill>
                <a:latin typeface="Arial" panose="020B0604020202090204"/>
                <a:ea typeface="Arial" panose="020B0604020202090204"/>
                <a:cs typeface="Arial" panose="020B0604020202090204"/>
              </a:defRPr>
            </a:lvl6pPr>
            <a:lvl7pPr algn="l">
              <a:defRPr sz="840" b="0" i="0">
                <a:solidFill>
                  <a:srgbClr val="AE989B"/>
                </a:solidFill>
                <a:latin typeface="Arial" panose="020B0604020202090204"/>
                <a:ea typeface="Arial" panose="020B0604020202090204"/>
                <a:cs typeface="Arial" panose="020B0604020202090204"/>
              </a:defRPr>
            </a:lvl7pPr>
            <a:lvl8pPr algn="l">
              <a:defRPr sz="840" b="0" i="0">
                <a:solidFill>
                  <a:srgbClr val="AE989B"/>
                </a:solidFill>
                <a:latin typeface="Arial" panose="020B0604020202090204"/>
                <a:ea typeface="Arial" panose="020B0604020202090204"/>
                <a:cs typeface="Arial" panose="020B0604020202090204"/>
              </a:defRPr>
            </a:lvl8pPr>
            <a:lvl9pPr algn="l">
              <a:defRPr sz="840" b="0" i="0">
                <a:solidFill>
                  <a:srgbClr val="AE989B"/>
                </a:solidFill>
                <a:latin typeface="Arial" panose="020B0604020202090204"/>
                <a:ea typeface="Arial" panose="020B0604020202090204"/>
                <a:cs typeface="Arial" panose="020B0604020202090204"/>
              </a:defRPr>
            </a:lvl9pPr>
          </a:lstStyle>
          <a:p>
            <a:pPr algn="l">
              <a:defRPr sz="840" b="0" i="0">
                <a:solidFill>
                  <a:srgbClr val="AE989B"/>
                </a:solidFill>
                <a:latin typeface="Arial" panose="020B0604020202090204"/>
                <a:ea typeface="Arial" panose="020B0604020202090204"/>
                <a:cs typeface="Arial" panose="020B0604020202090204"/>
              </a:defRPr>
            </a:pPr>
            <a:r>
              <a:rPr sz="840" b="0" i="0">
                <a:solidFill>
                  <a:srgbClr val="AE989B"/>
                </a:solidFill>
                <a:latin typeface="Arial" panose="020B0604020202090204"/>
                <a:ea typeface="Arial" panose="020B0604020202090204"/>
                <a:cs typeface="Arial" panose="020B0604020202090204"/>
              </a:rPr>
              <a:t>π</a:t>
            </a:r>
            <a:endParaRPr sz="840" b="0" i="0">
              <a:solidFill>
                <a:srgbClr val="AE989B"/>
              </a:solidFill>
              <a:latin typeface="Arial" panose="020B0604020202090204"/>
              <a:ea typeface="Arial" panose="020B0604020202090204"/>
              <a:cs typeface="Arial" panose="020B0604020202090204"/>
            </a:endParaRPr>
          </a:p>
        </p:txBody>
      </p:sp>
      <p:sp xmlns:a="http://schemas.openxmlformats.org/drawingml/2006/main">
        <p:nvSpPr>
          <p:cNvPr id="241" name="text-742"/>
          <p:cNvSpPr>
            <a:spLocks noGrp="1"/>
          </p:cNvSpPr>
          <p:nvPr/>
        </p:nvSpPr>
        <p:spPr>
          <a:xfrm>
            <a:off x="11987774" y="5099339"/>
            <a:ext cx="152400" cy="104775"/>
          </a:xfrm>
          <a:prstGeom prst="rect">
            <a:avLst/>
          </a:prstGeom>
          <a:noFill/>
          <a:ln w="0">
            <a:noFill/>
          </a:ln>
        </p:spPr>
        <p:txBody>
          <a:bodyPr wrap="none" lIns="0" tIns="0" rIns="0" bIns="0" anchor="t">
            <a:noAutofit/>
          </a:bodyPr>
          <a:lstStyle>
            <a:defPPr algn="l">
              <a:defRPr sz="638" b="0" i="0">
                <a:solidFill>
                  <a:srgbClr val="AE989B"/>
                </a:solidFill>
                <a:latin typeface="Arial" panose="020B0604020202090204"/>
                <a:ea typeface="Arial" panose="020B0604020202090204"/>
                <a:cs typeface="Arial" panose="020B0604020202090204"/>
              </a:defRPr>
            </a:defPPr>
            <a:lvl1pPr algn="l">
              <a:defRPr sz="638" b="0" i="0">
                <a:solidFill>
                  <a:srgbClr val="AE989B"/>
                </a:solidFill>
                <a:latin typeface="Arial" panose="020B0604020202090204"/>
                <a:ea typeface="Arial" panose="020B0604020202090204"/>
                <a:cs typeface="Arial" panose="020B0604020202090204"/>
              </a:defRPr>
            </a:lvl1pPr>
            <a:lvl2pPr algn="l">
              <a:defRPr sz="638" b="0" i="0">
                <a:solidFill>
                  <a:srgbClr val="AE989B"/>
                </a:solidFill>
                <a:latin typeface="Arial" panose="020B0604020202090204"/>
                <a:ea typeface="Arial" panose="020B0604020202090204"/>
                <a:cs typeface="Arial" panose="020B0604020202090204"/>
              </a:defRPr>
            </a:lvl2pPr>
            <a:lvl3pPr algn="l">
              <a:defRPr sz="638" b="0" i="0">
                <a:solidFill>
                  <a:srgbClr val="AE989B"/>
                </a:solidFill>
                <a:latin typeface="Arial" panose="020B0604020202090204"/>
                <a:ea typeface="Arial" panose="020B0604020202090204"/>
                <a:cs typeface="Arial" panose="020B0604020202090204"/>
              </a:defRPr>
            </a:lvl3pPr>
            <a:lvl4pPr algn="l">
              <a:defRPr sz="638" b="0" i="0">
                <a:solidFill>
                  <a:srgbClr val="AE989B"/>
                </a:solidFill>
                <a:latin typeface="Arial" panose="020B0604020202090204"/>
                <a:ea typeface="Arial" panose="020B0604020202090204"/>
                <a:cs typeface="Arial" panose="020B0604020202090204"/>
              </a:defRPr>
            </a:lvl4pPr>
            <a:lvl5pPr algn="l">
              <a:defRPr sz="638" b="0" i="0">
                <a:solidFill>
                  <a:srgbClr val="AE989B"/>
                </a:solidFill>
                <a:latin typeface="Arial" panose="020B0604020202090204"/>
                <a:ea typeface="Arial" panose="020B0604020202090204"/>
                <a:cs typeface="Arial" panose="020B0604020202090204"/>
              </a:defRPr>
            </a:lvl5pPr>
            <a:lvl6pPr algn="l">
              <a:defRPr sz="638" b="0" i="0">
                <a:solidFill>
                  <a:srgbClr val="AE989B"/>
                </a:solidFill>
                <a:latin typeface="Arial" panose="020B0604020202090204"/>
                <a:ea typeface="Arial" panose="020B0604020202090204"/>
                <a:cs typeface="Arial" panose="020B0604020202090204"/>
              </a:defRPr>
            </a:lvl6pPr>
            <a:lvl7pPr algn="l">
              <a:defRPr sz="638" b="0" i="0">
                <a:solidFill>
                  <a:srgbClr val="AE989B"/>
                </a:solidFill>
                <a:latin typeface="Arial" panose="020B0604020202090204"/>
                <a:ea typeface="Arial" panose="020B0604020202090204"/>
                <a:cs typeface="Arial" panose="020B0604020202090204"/>
              </a:defRPr>
            </a:lvl7pPr>
            <a:lvl8pPr algn="l">
              <a:defRPr sz="638" b="0" i="0">
                <a:solidFill>
                  <a:srgbClr val="AE989B"/>
                </a:solidFill>
                <a:latin typeface="Arial" panose="020B0604020202090204"/>
                <a:ea typeface="Arial" panose="020B0604020202090204"/>
                <a:cs typeface="Arial" panose="020B0604020202090204"/>
              </a:defRPr>
            </a:lvl8pPr>
            <a:lvl9pPr algn="l">
              <a:defRPr sz="638" b="0" i="0">
                <a:solidFill>
                  <a:srgbClr val="AE989B"/>
                </a:solidFill>
                <a:latin typeface="Arial" panose="020B0604020202090204"/>
                <a:ea typeface="Arial" panose="020B0604020202090204"/>
                <a:cs typeface="Arial" panose="020B0604020202090204"/>
              </a:defRPr>
            </a:lvl9pPr>
          </a:lstStyle>
          <a:p>
            <a:pPr algn="l">
              <a:defRPr sz="638" b="0" i="0">
                <a:solidFill>
                  <a:srgbClr val="AE989B"/>
                </a:solidFill>
                <a:latin typeface="Arial" panose="020B0604020202090204"/>
                <a:ea typeface="Arial" panose="020B0604020202090204"/>
                <a:cs typeface="Arial" panose="020B0604020202090204"/>
              </a:defRPr>
            </a:pPr>
            <a:r>
              <a:rPr sz="638" b="0" i="0">
                <a:solidFill>
                  <a:srgbClr val="AE989B"/>
                </a:solidFill>
                <a:latin typeface="Arial" panose="020B0604020202090204"/>
                <a:ea typeface="Arial" panose="020B0604020202090204"/>
                <a:cs typeface="Arial" panose="020B0604020202090204"/>
              </a:rPr>
              <a:t>0.5</a:t>
            </a:r>
            <a:endParaRPr sz="638" b="0" i="0">
              <a:solidFill>
                <a:srgbClr val="AE989B"/>
              </a:solidFill>
              <a:latin typeface="Arial" panose="020B0604020202090204"/>
              <a:ea typeface="Arial" panose="020B0604020202090204"/>
              <a:cs typeface="Arial" panose="020B0604020202090204"/>
            </a:endParaRPr>
          </a:p>
        </p:txBody>
      </p:sp>
      <p:sp xmlns:a="http://schemas.openxmlformats.org/drawingml/2006/main">
        <p:nvSpPr>
          <p:cNvPr id="242" name="text-742"/>
          <p:cNvSpPr>
            <a:spLocks noGrp="1"/>
          </p:cNvSpPr>
          <p:nvPr/>
        </p:nvSpPr>
        <p:spPr>
          <a:xfrm>
            <a:off x="12144936" y="5042189"/>
            <a:ext cx="66675" cy="104775"/>
          </a:xfrm>
          <a:prstGeom prst="rect">
            <a:avLst/>
          </a:prstGeom>
          <a:noFill/>
          <a:ln w="0">
            <a:noFill/>
          </a:ln>
        </p:spPr>
        <p:txBody>
          <a:bodyPr wrap="none" lIns="0" tIns="0" rIns="0" bIns="0" anchor="t">
            <a:noAutofit/>
          </a:bodyPr>
          <a:lstStyle>
            <a:defPPr algn="l">
              <a:defRPr sz="638" b="0" i="0">
                <a:solidFill>
                  <a:srgbClr val="AE989B"/>
                </a:solidFill>
                <a:latin typeface="Arial" panose="020B0604020202090204"/>
                <a:ea typeface="Arial" panose="020B0604020202090204"/>
                <a:cs typeface="Arial" panose="020B0604020202090204"/>
              </a:defRPr>
            </a:defPPr>
            <a:lvl1pPr algn="l">
              <a:defRPr sz="638" b="0" i="0">
                <a:solidFill>
                  <a:srgbClr val="AE989B"/>
                </a:solidFill>
                <a:latin typeface="Arial" panose="020B0604020202090204"/>
                <a:ea typeface="Arial" panose="020B0604020202090204"/>
                <a:cs typeface="Arial" panose="020B0604020202090204"/>
              </a:defRPr>
            </a:lvl1pPr>
            <a:lvl2pPr algn="l">
              <a:defRPr sz="638" b="0" i="0">
                <a:solidFill>
                  <a:srgbClr val="AE989B"/>
                </a:solidFill>
                <a:latin typeface="Arial" panose="020B0604020202090204"/>
                <a:ea typeface="Arial" panose="020B0604020202090204"/>
                <a:cs typeface="Arial" panose="020B0604020202090204"/>
              </a:defRPr>
            </a:lvl2pPr>
            <a:lvl3pPr algn="l">
              <a:defRPr sz="638" b="0" i="0">
                <a:solidFill>
                  <a:srgbClr val="AE989B"/>
                </a:solidFill>
                <a:latin typeface="Arial" panose="020B0604020202090204"/>
                <a:ea typeface="Arial" panose="020B0604020202090204"/>
                <a:cs typeface="Arial" panose="020B0604020202090204"/>
              </a:defRPr>
            </a:lvl3pPr>
            <a:lvl4pPr algn="l">
              <a:defRPr sz="638" b="0" i="0">
                <a:solidFill>
                  <a:srgbClr val="AE989B"/>
                </a:solidFill>
                <a:latin typeface="Arial" panose="020B0604020202090204"/>
                <a:ea typeface="Arial" panose="020B0604020202090204"/>
                <a:cs typeface="Arial" panose="020B0604020202090204"/>
              </a:defRPr>
            </a:lvl4pPr>
            <a:lvl5pPr algn="l">
              <a:defRPr sz="638" b="0" i="0">
                <a:solidFill>
                  <a:srgbClr val="AE989B"/>
                </a:solidFill>
                <a:latin typeface="Arial" panose="020B0604020202090204"/>
                <a:ea typeface="Arial" panose="020B0604020202090204"/>
                <a:cs typeface="Arial" panose="020B0604020202090204"/>
              </a:defRPr>
            </a:lvl5pPr>
            <a:lvl6pPr algn="l">
              <a:defRPr sz="638" b="0" i="0">
                <a:solidFill>
                  <a:srgbClr val="AE989B"/>
                </a:solidFill>
                <a:latin typeface="Arial" panose="020B0604020202090204"/>
                <a:ea typeface="Arial" panose="020B0604020202090204"/>
                <a:cs typeface="Arial" panose="020B0604020202090204"/>
              </a:defRPr>
            </a:lvl6pPr>
            <a:lvl7pPr algn="l">
              <a:defRPr sz="638" b="0" i="0">
                <a:solidFill>
                  <a:srgbClr val="AE989B"/>
                </a:solidFill>
                <a:latin typeface="Arial" panose="020B0604020202090204"/>
                <a:ea typeface="Arial" panose="020B0604020202090204"/>
                <a:cs typeface="Arial" panose="020B0604020202090204"/>
              </a:defRPr>
            </a:lvl7pPr>
            <a:lvl8pPr algn="l">
              <a:defRPr sz="638" b="0" i="0">
                <a:solidFill>
                  <a:srgbClr val="AE989B"/>
                </a:solidFill>
                <a:latin typeface="Arial" panose="020B0604020202090204"/>
                <a:ea typeface="Arial" panose="020B0604020202090204"/>
                <a:cs typeface="Arial" panose="020B0604020202090204"/>
              </a:defRPr>
            </a:lvl8pPr>
            <a:lvl9pPr algn="l">
              <a:defRPr sz="638" b="0" i="0">
                <a:solidFill>
                  <a:srgbClr val="AE989B"/>
                </a:solidFill>
                <a:latin typeface="Arial" panose="020B0604020202090204"/>
                <a:ea typeface="Arial" panose="020B0604020202090204"/>
                <a:cs typeface="Arial" panose="020B0604020202090204"/>
              </a:defRPr>
            </a:lvl9pPr>
          </a:lstStyle>
          <a:p>
            <a:pPr algn="l">
              <a:defRPr sz="638" b="0" i="0">
                <a:solidFill>
                  <a:srgbClr val="AE989B"/>
                </a:solidFill>
                <a:latin typeface="Arial" panose="020B0604020202090204"/>
                <a:ea typeface="Arial" panose="020B0604020202090204"/>
                <a:cs typeface="Arial" panose="020B0604020202090204"/>
              </a:defRPr>
            </a:pPr>
            <a:r>
              <a:rPr sz="638" b="0" i="0">
                <a:solidFill>
                  <a:srgbClr val="AE989B"/>
                </a:solidFill>
                <a:latin typeface="Arial" panose="020B0604020202090204"/>
                <a:ea typeface="Arial" panose="020B0604020202090204"/>
                <a:cs typeface="Arial" panose="020B0604020202090204"/>
              </a:rPr>
              <a:t>†</a:t>
            </a:r>
            <a:endParaRPr sz="638" b="0" i="0">
              <a:solidFill>
                <a:srgbClr val="AE989B"/>
              </a:solidFill>
              <a:latin typeface="Arial" panose="020B0604020202090204"/>
              <a:ea typeface="Arial" panose="020B0604020202090204"/>
              <a:cs typeface="Arial" panose="020B0604020202090204"/>
            </a:endParaRPr>
          </a:p>
        </p:txBody>
      </p:sp>
      <p:sp xmlns:a="http://schemas.openxmlformats.org/drawingml/2006/main">
        <p:nvSpPr>
          <p:cNvPr id="243" name="line-745"/>
          <p:cNvSpPr>
            <a:spLocks noGrp="1"/>
          </p:cNvSpPr>
          <p:nvPr/>
        </p:nvSpPr>
        <p:spPr>
          <a:xfrm>
            <a:off x="13018551" y="5118096"/>
            <a:ext cx="109104" cy="80"/>
          </a:xfrm>
          <a:custGeom>
            <a:avLst/>
            <a:gdLst/>
            <a:ahLst/>
            <a:cxnLst/>
            <a:pathLst>
              <a:path w="129886" h="95">
                <a:moveTo>
                  <a:pt x="0" y="0"/>
                </a:moveTo>
                <a:lnTo>
                  <a:pt x="129886" y="0"/>
                </a:lnTo>
              </a:path>
            </a:pathLst>
          </a:custGeom>
          <a:solidFill>
            <a:srgbClr val="000000"/>
          </a:solidFill>
          <a:ln w="14547">
            <a:solidFill>
              <a:srgbClr val="7694B5"/>
            </a:solidFill>
            <a:prstDash val="dash"/>
          </a:ln>
        </p:spPr>
      </p:sp>
      <p:sp xmlns:a="http://schemas.openxmlformats.org/drawingml/2006/main">
        <p:nvSpPr>
          <p:cNvPr id="244" name="text-746"/>
          <p:cNvSpPr>
            <a:spLocks noGrp="1"/>
          </p:cNvSpPr>
          <p:nvPr/>
        </p:nvSpPr>
        <p:spPr>
          <a:xfrm>
            <a:off x="13164024" y="5051714"/>
            <a:ext cx="1155386" cy="137108"/>
          </a:xfrm>
          <a:prstGeom prst="rect">
            <a:avLst/>
          </a:prstGeom>
          <a:noFill/>
          <a:ln w="0">
            <a:noFill/>
          </a:ln>
        </p:spPr>
        <p:txBody>
          <a:bodyPr wrap="none" lIns="0" tIns="0" rIns="0" bIns="0" anchor="t">
            <a:noAutofit/>
          </a:bodyPr>
          <a:lstStyle>
            <a:defPPr algn="l">
              <a:defRPr sz="832" b="0" i="0">
                <a:solidFill>
                  <a:srgbClr val="7694B5"/>
                </a:solidFill>
                <a:latin typeface="Arial" panose="020B0604020202090204"/>
                <a:ea typeface="Arial" panose="020B0604020202090204"/>
                <a:cs typeface="Arial" panose="020B0604020202090204"/>
              </a:defRPr>
            </a:defPPr>
            <a:lvl1pPr algn="l">
              <a:defRPr sz="832" b="0" i="0">
                <a:solidFill>
                  <a:srgbClr val="7694B5"/>
                </a:solidFill>
                <a:latin typeface="Arial" panose="020B0604020202090204"/>
                <a:ea typeface="Arial" panose="020B0604020202090204"/>
                <a:cs typeface="Arial" panose="020B0604020202090204"/>
              </a:defRPr>
            </a:lvl1pPr>
            <a:lvl2pPr algn="l">
              <a:defRPr sz="832" b="0" i="0">
                <a:solidFill>
                  <a:srgbClr val="7694B5"/>
                </a:solidFill>
                <a:latin typeface="Arial" panose="020B0604020202090204"/>
                <a:ea typeface="Arial" panose="020B0604020202090204"/>
                <a:cs typeface="Arial" panose="020B0604020202090204"/>
              </a:defRPr>
            </a:lvl2pPr>
            <a:lvl3pPr algn="l">
              <a:defRPr sz="832" b="0" i="0">
                <a:solidFill>
                  <a:srgbClr val="7694B5"/>
                </a:solidFill>
                <a:latin typeface="Arial" panose="020B0604020202090204"/>
                <a:ea typeface="Arial" panose="020B0604020202090204"/>
                <a:cs typeface="Arial" panose="020B0604020202090204"/>
              </a:defRPr>
            </a:lvl3pPr>
            <a:lvl4pPr algn="l">
              <a:defRPr sz="832" b="0" i="0">
                <a:solidFill>
                  <a:srgbClr val="7694B5"/>
                </a:solidFill>
                <a:latin typeface="Arial" panose="020B0604020202090204"/>
                <a:ea typeface="Arial" panose="020B0604020202090204"/>
                <a:cs typeface="Arial" panose="020B0604020202090204"/>
              </a:defRPr>
            </a:lvl4pPr>
            <a:lvl5pPr algn="l">
              <a:defRPr sz="832" b="0" i="0">
                <a:solidFill>
                  <a:srgbClr val="7694B5"/>
                </a:solidFill>
                <a:latin typeface="Arial" panose="020B0604020202090204"/>
                <a:ea typeface="Arial" panose="020B0604020202090204"/>
                <a:cs typeface="Arial" panose="020B0604020202090204"/>
              </a:defRPr>
            </a:lvl5pPr>
            <a:lvl6pPr algn="l">
              <a:defRPr sz="832" b="0" i="0">
                <a:solidFill>
                  <a:srgbClr val="7694B5"/>
                </a:solidFill>
                <a:latin typeface="Arial" panose="020B0604020202090204"/>
                <a:ea typeface="Arial" panose="020B0604020202090204"/>
                <a:cs typeface="Arial" panose="020B0604020202090204"/>
              </a:defRPr>
            </a:lvl6pPr>
            <a:lvl7pPr algn="l">
              <a:defRPr sz="832" b="0" i="0">
                <a:solidFill>
                  <a:srgbClr val="7694B5"/>
                </a:solidFill>
                <a:latin typeface="Arial" panose="020B0604020202090204"/>
                <a:ea typeface="Arial" panose="020B0604020202090204"/>
                <a:cs typeface="Arial" panose="020B0604020202090204"/>
              </a:defRPr>
            </a:lvl7pPr>
            <a:lvl8pPr algn="l">
              <a:defRPr sz="832" b="0" i="0">
                <a:solidFill>
                  <a:srgbClr val="7694B5"/>
                </a:solidFill>
                <a:latin typeface="Arial" panose="020B0604020202090204"/>
                <a:ea typeface="Arial" panose="020B0604020202090204"/>
                <a:cs typeface="Arial" panose="020B0604020202090204"/>
              </a:defRPr>
            </a:lvl8pPr>
            <a:lvl9pPr algn="l">
              <a:defRPr sz="832" b="0" i="0">
                <a:solidFill>
                  <a:srgbClr val="7694B5"/>
                </a:solidFill>
                <a:latin typeface="Arial" panose="020B0604020202090204"/>
                <a:ea typeface="Arial" panose="020B0604020202090204"/>
                <a:cs typeface="Arial" panose="020B0604020202090204"/>
              </a:defRPr>
            </a:lvl9pPr>
          </a:lstStyle>
          <a:p>
            <a:pPr algn="l">
              <a:defRPr sz="832" b="0" i="0">
                <a:solidFill>
                  <a:srgbClr val="7694B5"/>
                </a:solidFill>
                <a:latin typeface="Arial" panose="020B0604020202090204"/>
                <a:ea typeface="Arial" panose="020B0604020202090204"/>
                <a:cs typeface="Arial" panose="020B0604020202090204"/>
              </a:defRPr>
            </a:pPr>
            <a:r>
              <a:rPr sz="832" b="0" i="0">
                <a:solidFill>
                  <a:srgbClr val="7694B5"/>
                </a:solidFill>
                <a:latin typeface="Arial" panose="020B0604020202090204"/>
                <a:ea typeface="Arial" panose="020B0604020202090204"/>
                <a:cs typeface="Arial" panose="020B0604020202090204"/>
              </a:rPr>
              <a:t>Agentic+SmartVLA-Pi†</a:t>
            </a:r>
            <a:endParaRPr sz="832" b="0" i="0">
              <a:solidFill>
                <a:srgbClr val="7694B5"/>
              </a:solidFill>
              <a:latin typeface="Arial" panose="020B0604020202090204"/>
              <a:ea typeface="Arial" panose="020B0604020202090204"/>
              <a:cs typeface="Arial" panose="020B0604020202090204"/>
            </a:endParaRPr>
          </a:p>
        </p:txBody>
      </p:sp>
    </p:spTree>
    <p:extLst>
      <p:ext uri="{BB962C8B-B14F-4D97-AF65-F5344CB8AC3E}">
        <p14:creationId xmlns:p14="http://schemas.microsoft.com/office/powerpoint/2010/main" val="18925453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2026-10-21T06:20:42.2640000Z</dcterms:created>
  <dcterms:modified xsi:type="dcterms:W3CDTF">2026-10-21T06:20:42.2640000Z</dcterms:modified>
</coreProperties>
</file>