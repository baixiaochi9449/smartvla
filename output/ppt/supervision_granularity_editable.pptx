
<file path=[Content_Types].xml><?xml version="1.0" encoding="utf-8"?>
<Types xmlns="http://schemas.openxmlformats.org/package/2006/content-types">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Lst>
  <p:sldSz cx="11430000" cy="90678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rgbClr val="7496AB"/>
            </a:solidFill>
            <a:ln w="0">
              <a:noFill/>
              <a:prstDash val="solid"/>
            </a:ln>
          </c:spPr>
          <c:invertIfNegative val="0"/>
          <c:dPt>
            <c:idx val="0"/>
            <c:invertIfNegative val="0"/>
            <c:bubble3D val="0"/>
            <c:spPr>
              <a:solidFill>
                <a:srgbClr val="7496AB"/>
              </a:solidFill>
              <a:ln w="0">
                <a:noFill/>
                <a:prstDash val="solid"/>
              </a:ln>
            </c:spPr>
          </c:dPt>
          <c:dPt>
            <c:idx val="1"/>
            <c:invertIfNegative val="0"/>
            <c:bubble3D val="0"/>
            <c:spPr>
              <a:solidFill>
                <a:srgbClr val="C6B291"/>
              </a:solidFill>
              <a:ln w="0">
                <a:noFill/>
                <a:prstDash val="solid"/>
              </a:ln>
            </c:spPr>
          </c:dPt>
          <c:dPt>
            <c:idx val="2"/>
            <c:invertIfNegative val="0"/>
            <c:bubble3D val="0"/>
            <c:spPr>
              <a:solidFill>
                <a:srgbClr val="B3ABCE"/>
              </a:solidFill>
              <a:ln w="0">
                <a:noFill/>
                <a:prstDash val="solid"/>
              </a:ln>
            </c:spPr>
          </c:dPt>
          <c:dLbls>
            <c:spPr>
              <a:noFill/>
              <a:ln>
                <a:noFill/>
              </a:ln>
              <a:effectLst/>
            </c:spPr>
            <c:txPr>
              <a:bodyPr rot="0" spcFirstLastPara="0" vertOverflow="ellipsis" vert="horz" wrap="square" lIns="38100" tIns="19050" rIns="38100" bIns="19050" anchor="ctr" anchorCtr="1"/>
              <a:lstStyle/>
              <a:p>
                <a:pPr>
                  <a:defRPr lang="zh-CN" sz="14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ext>
            </c:extLst>
          </c:dLbls>
          <c:cat>
            <c:strRef>
              <c:f>'Chart Data'!$A$2:$A$4</c:f>
              <c:strCache>
                <c:ptCount val="3"/>
                <c:pt idx="0">
                  <c:v>Left bar</c:v>
                </c:pt>
                <c:pt idx="1">
                  <c:v>Middle bar</c:v>
                </c:pt>
                <c:pt idx="2">
                  <c:v>Right bar</c:v>
                </c:pt>
              </c:strCache>
            </c:strRef>
          </c:cat>
          <c:val>
            <c:numRef>
              <c:f>'Chart Data'!$B$2:$B$4</c:f>
              <c:numCache>
                <c:formatCode>General</c:formatCode>
                <c:ptCount val="3"/>
                <c:pt idx="0">
                  <c:v>6</c:v>
                </c:pt>
                <c:pt idx="1">
                  <c:v>5</c:v>
                </c:pt>
                <c:pt idx="2">
                  <c:v>25</c:v>
                </c:pt>
              </c:numCache>
            </c:numRef>
          </c:val>
        </c:ser>
        <c:dLbls>
          <c:showLegendKey val="0"/>
          <c:showVal val="1"/>
          <c:showCatName val="0"/>
          <c:showSerName val="0"/>
          <c:showPercent val="0"/>
          <c:showBubbleSize val="0"/>
        </c:dLbls>
        <c:gapWidth val="36"/>
        <c:axId val="48650112"/>
        <c:axId val="48672768"/>
      </c:barChart>
      <c:catAx>
        <c:axId val="48650112"/>
        <c:scaling>
          <c:orientation val="minMax"/>
        </c:scaling>
        <c:delete val="1"/>
        <c:axPos val="b"/>
        <c:numFmt formatCode="General" sourceLinked="1"/>
        <c:majorTickMark val="none"/>
        <c:minorTickMark val="none"/>
        <c:tickLblPos val="none"/>
        <c:txPr>
          <a:bodyPr rot="-60000000" spcFirstLastPara="0" vertOverflow="ellipsis" vert="horz" wrap="square" anchor="ctr" anchorCtr="1"/>
          <a:lstStyle/>
          <a:p>
            <a:pPr>
              <a:defRPr lang="zh-CN" sz="1500" b="0" i="0" u="none" strike="noStrike" kern="1200" baseline="0">
                <a:solidFill>
                  <a:srgbClr val="2B3E4B"/>
                </a:solidFill>
                <a:latin typeface="Arial" panose="020B0604020202090204"/>
                <a:ea typeface="Arial" panose="020B0604020202090204"/>
                <a:cs typeface="Arial" panose="020B0604020202090204"/>
              </a:defRPr>
            </a:pPr>
          </a:p>
        </c:txPr>
        <c:crossAx val="48672768"/>
        <c:crosses val="autoZero"/>
        <c:auto val="1"/>
        <c:lblAlgn val="ctr"/>
        <c:lblOffset val="100"/>
        <c:noMultiLvlLbl val="0"/>
      </c:catAx>
      <c:valAx>
        <c:axId val="48672768"/>
        <c:scaling>
          <c:orientation val="minMax"/>
          <c:max val="110"/>
          <c:min val="0"/>
        </c:scaling>
        <c:delete val="1"/>
        <c:axPos val="l"/>
        <c:numFmt formatCode="General" sourceLinked="1"/>
        <c:majorTickMark val="none"/>
        <c:minorTickMark val="none"/>
        <c:tickLblPos val="none"/>
        <c:txPr>
          <a:bodyPr rot="-60000000" spcFirstLastPara="0" vertOverflow="ellipsis" vert="horz" wrap="square" anchor="ctr" anchorCtr="1"/>
          <a:lstStyle/>
          <a:p>
            <a:pPr>
              <a:defRPr lang="zh-CN" sz="1500" b="0" i="0" u="none" strike="noStrike" kern="1200" baseline="0">
                <a:solidFill>
                  <a:srgbClr val="2B3E4B"/>
                </a:solidFill>
                <a:latin typeface="Arial" panose="020B0604020202090204"/>
                <a:ea typeface="Arial" panose="020B0604020202090204"/>
                <a:cs typeface="Arial" panose="020B0604020202090204"/>
              </a:defRPr>
            </a:pPr>
          </a:p>
        </c:txPr>
        <c:crossAx val="48650112"/>
        <c:crosses val="autoZero"/>
        <c:crossBetween val="between"/>
        <c:majorUnit val="20"/>
      </c:valAx>
      <c:spPr>
        <a:noFill/>
        <a:ln w="0">
          <a:noFill/>
          <a:prstDash val="solid"/>
        </a:ln>
      </c:spPr>
    </c:plotArea>
    <c:plotVisOnly val="1"/>
    <c:dispBlanksAs val="gap"/>
    <c:showDLblsOverMax val="0"/>
    <c:extLst>
      <c:ext uri="{0b15fc19-7d7d-44ad-8c2d-2c3a37ce22c3}">
        <chartProps xmlns="https://web.wps.cn/et/2018/main" chartId="{1879f024-b755-48b3-9528-33f33f2cb95d}"/>
      </c:ext>
    </c:extLst>
  </c:chart>
  <c:spPr>
    <a:noFill/>
    <a:ln w="0">
      <a:noFill/>
      <a:prstDash val="solid"/>
    </a:ln>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911111111111111"/>
          <c:y val="0.033993399339934"/>
          <c:w val="0.902222222222222"/>
          <c:h val="0.854785478547855"/>
        </c:manualLayout>
      </c:layout>
      <c:barChart>
        <c:barDir val="col"/>
        <c:grouping val="clustered"/>
        <c:varyColors val="0"/>
        <c:ser>
          <c:idx val="0"/>
          <c:order val="0"/>
          <c:tx>
            <c:strRef>
              <c:f>'Chart Data'!$B$1</c:f>
              <c:strCache>
                <c:ptCount val="1"/>
                <c:pt idx="0">
                  <c:v>Success rate (%)</c:v>
                </c:pt>
              </c:strCache>
            </c:strRef>
          </c:tx>
          <c:spPr>
            <a:solidFill>
              <a:srgbClr val="7496AB"/>
            </a:solidFill>
            <a:ln w="0">
              <a:noFill/>
              <a:prstDash val="solid"/>
            </a:ln>
          </c:spPr>
          <c:invertIfNegative val="0"/>
          <c:dPt>
            <c:idx val="0"/>
            <c:invertIfNegative val="0"/>
            <c:bubble3D val="0"/>
            <c:spPr>
              <a:solidFill>
                <a:srgbClr val="7496AB"/>
              </a:solidFill>
              <a:ln w="0">
                <a:noFill/>
                <a:prstDash val="solid"/>
              </a:ln>
            </c:spPr>
          </c:dPt>
          <c:dPt>
            <c:idx val="1"/>
            <c:invertIfNegative val="0"/>
            <c:bubble3D val="0"/>
            <c:spPr>
              <a:solidFill>
                <a:srgbClr val="C6B291"/>
              </a:solidFill>
              <a:ln w="0">
                <a:noFill/>
                <a:prstDash val="solid"/>
              </a:ln>
            </c:spPr>
          </c:dPt>
          <c:dPt>
            <c:idx val="2"/>
            <c:invertIfNegative val="0"/>
            <c:bubble3D val="0"/>
            <c:spPr>
              <a:solidFill>
                <a:srgbClr val="B3ABCE"/>
              </a:solidFill>
              <a:ln w="0">
                <a:noFill/>
                <a:prstDash val="solid"/>
              </a:ln>
            </c:spPr>
          </c:dPt>
          <c:dLbls>
            <c:numFmt formatCode="0" sourceLinked="0"/>
            <c:spPr>
              <a:noFill/>
              <a:ln>
                <a:noFill/>
              </a:ln>
              <a:effectLst/>
            </c:spPr>
            <c:txPr>
              <a:bodyPr rot="0" spcFirstLastPara="0" vertOverflow="ellipsis" vert="horz" wrap="square" lIns="38100" tIns="19050" rIns="38100" bIns="19050" anchor="ctr" anchorCtr="1"/>
              <a:lstStyle/>
              <a:p>
                <a:pPr>
                  <a:defRPr lang="zh-CN" sz="14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Data'!$A$2:$A$4</c:f>
              <c:strCache>
                <c:ptCount val="3"/>
                <c:pt idx="0">
                  <c:v>Left bar</c:v>
                </c:pt>
                <c:pt idx="1">
                  <c:v>Middle bar</c:v>
                </c:pt>
                <c:pt idx="2">
                  <c:v>Right bar</c:v>
                </c:pt>
              </c:strCache>
            </c:strRef>
          </c:cat>
          <c:val>
            <c:numRef>
              <c:f>'Chart Data'!$B$2:$B$4</c:f>
              <c:numCache>
                <c:formatCode>0</c:formatCode>
                <c:ptCount val="3"/>
                <c:pt idx="0">
                  <c:v>23</c:v>
                </c:pt>
                <c:pt idx="1">
                  <c:v>16</c:v>
                </c:pt>
                <c:pt idx="2">
                  <c:v>32</c:v>
                </c:pt>
              </c:numCache>
            </c:numRef>
          </c:val>
        </c:ser>
        <c:dLbls>
          <c:showLegendKey val="0"/>
          <c:showVal val="1"/>
          <c:showCatName val="0"/>
          <c:showSerName val="0"/>
          <c:showPercent val="0"/>
          <c:showBubbleSize val="0"/>
        </c:dLbls>
        <c:gapWidth val="36"/>
        <c:axId val="48650112"/>
        <c:axId val="48672768"/>
      </c:barChart>
      <c:catAx>
        <c:axId val="48650112"/>
        <c:scaling>
          <c:orientation val="minMax"/>
        </c:scaling>
        <c:delete val="1"/>
        <c:axPos val="b"/>
        <c:numFmt formatCode="General" sourceLinked="1"/>
        <c:majorTickMark val="none"/>
        <c:minorTickMark val="none"/>
        <c:tickLblPos val="none"/>
        <c:txPr>
          <a:bodyPr rot="-60000000" spcFirstLastPara="0" vertOverflow="ellipsis" vert="horz" wrap="square" anchor="ctr" anchorCtr="1"/>
          <a:lstStyle/>
          <a:p>
            <a:pPr>
              <a:defRPr lang="zh-CN" sz="1500" b="0" i="0" u="none" strike="noStrike" kern="1200" baseline="0">
                <a:solidFill>
                  <a:srgbClr val="2B3E4B"/>
                </a:solidFill>
                <a:latin typeface="Arial" panose="020B0604020202090204"/>
                <a:ea typeface="Arial" panose="020B0604020202090204"/>
                <a:cs typeface="Arial" panose="020B0604020202090204"/>
              </a:defRPr>
            </a:pPr>
          </a:p>
        </c:txPr>
        <c:crossAx val="48672768"/>
        <c:crosses val="autoZero"/>
        <c:auto val="1"/>
        <c:lblAlgn val="ctr"/>
        <c:lblOffset val="100"/>
        <c:noMultiLvlLbl val="0"/>
      </c:catAx>
      <c:valAx>
        <c:axId val="48672768"/>
        <c:scaling>
          <c:orientation val="minMax"/>
          <c:max val="110"/>
          <c:min val="0"/>
        </c:scaling>
        <c:delete val="1"/>
        <c:axPos val="l"/>
        <c:numFmt formatCode="0" sourceLinked="1"/>
        <c:majorTickMark val="none"/>
        <c:minorTickMark val="none"/>
        <c:tickLblPos val="none"/>
        <c:txPr>
          <a:bodyPr rot="-60000000" spcFirstLastPara="0" vertOverflow="ellipsis" vert="horz" wrap="square" anchor="ctr" anchorCtr="1"/>
          <a:lstStyle/>
          <a:p>
            <a:pPr>
              <a:defRPr lang="zh-CN" sz="1500" b="0" i="0" u="none" strike="noStrike" kern="1200" baseline="0">
                <a:solidFill>
                  <a:srgbClr val="2B3E4B"/>
                </a:solidFill>
                <a:latin typeface="Arial" panose="020B0604020202090204"/>
                <a:ea typeface="Arial" panose="020B0604020202090204"/>
                <a:cs typeface="Arial" panose="020B0604020202090204"/>
              </a:defRPr>
            </a:pPr>
          </a:p>
        </c:txPr>
        <c:crossAx val="48650112"/>
        <c:crosses val="autoZero"/>
        <c:crossBetween val="between"/>
        <c:majorUnit val="20"/>
      </c:valAx>
      <c:spPr>
        <a:noFill/>
        <a:ln w="0">
          <a:noFill/>
          <a:prstDash val="solid"/>
        </a:ln>
      </c:spPr>
    </c:plotArea>
    <c:plotVisOnly val="1"/>
    <c:dispBlanksAs val="gap"/>
    <c:showDLblsOverMax val="0"/>
    <c:extLst>
      <c:ext uri="{0b15fc19-7d7d-44ad-8c2d-2c3a37ce22c3}">
        <chartProps xmlns="https://web.wps.cn/et/2018/main" chartId="{d2209983-9a6c-41b2-a919-2b328fb90139}"/>
      </c:ext>
    </c:extLst>
  </c:chart>
  <c:spPr>
    <a:noFill/>
    <a:ln w="0">
      <a:noFill/>
      <a:prstDash val="solid"/>
    </a:ln>
  </c:spPr>
  <c:txPr>
    <a:bodyPr/>
    <a:lstStyle/>
    <a:p>
      <a:pPr>
        <a:defRPr lang="zh-CN"/>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911111111111111"/>
          <c:y val="0.135313531353135"/>
          <c:w val="0.902222222222222"/>
          <c:h val="0.854785478547855"/>
        </c:manualLayout>
      </c:layout>
      <c:barChart>
        <c:barDir val="col"/>
        <c:grouping val="clustered"/>
        <c:varyColors val="0"/>
        <c:ser>
          <c:idx val="0"/>
          <c:order val="0"/>
          <c:tx>
            <c:strRef>
              <c:f>'Chart Data'!$B$1</c:f>
              <c:strCache>
                <c:ptCount val="1"/>
                <c:pt idx="0">
                  <c:v>Success rate (%)</c:v>
                </c:pt>
              </c:strCache>
            </c:strRef>
          </c:tx>
          <c:spPr>
            <a:solidFill>
              <a:srgbClr val="7496AB"/>
            </a:solidFill>
            <a:ln w="0">
              <a:noFill/>
              <a:prstDash val="solid"/>
            </a:ln>
          </c:spPr>
          <c:invertIfNegative val="0"/>
          <c:dPt>
            <c:idx val="0"/>
            <c:invertIfNegative val="0"/>
            <c:bubble3D val="0"/>
            <c:spPr>
              <a:solidFill>
                <a:srgbClr val="7496AB"/>
              </a:solidFill>
              <a:ln w="0">
                <a:noFill/>
                <a:prstDash val="solid"/>
              </a:ln>
            </c:spPr>
          </c:dPt>
          <c:dPt>
            <c:idx val="1"/>
            <c:invertIfNegative val="0"/>
            <c:bubble3D val="0"/>
            <c:spPr>
              <a:solidFill>
                <a:srgbClr val="C6B291"/>
              </a:solidFill>
              <a:ln w="0">
                <a:noFill/>
                <a:prstDash val="solid"/>
              </a:ln>
            </c:spPr>
          </c:dPt>
          <c:dPt>
            <c:idx val="2"/>
            <c:invertIfNegative val="0"/>
            <c:bubble3D val="0"/>
            <c:spPr>
              <a:solidFill>
                <a:srgbClr val="B3ABCE"/>
              </a:solidFill>
              <a:ln w="0">
                <a:noFill/>
                <a:prstDash val="solid"/>
              </a:ln>
            </c:spPr>
          </c:dPt>
          <c:dLbls>
            <c:numFmt formatCode="0" sourceLinked="0"/>
            <c:spPr>
              <a:noFill/>
              <a:ln>
                <a:noFill/>
              </a:ln>
              <a:effectLst/>
            </c:spPr>
            <c:txPr>
              <a:bodyPr rot="0" spcFirstLastPara="0" vertOverflow="ellipsis" vert="horz" wrap="square" lIns="38100" tIns="19050" rIns="38100" bIns="19050" anchor="ctr" anchorCtr="1"/>
              <a:lstStyle/>
              <a:p>
                <a:pPr>
                  <a:defRPr lang="zh-CN" sz="14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Data'!$A$2:$A$4</c:f>
              <c:strCache>
                <c:ptCount val="3"/>
                <c:pt idx="0">
                  <c:v>Left bar</c:v>
                </c:pt>
                <c:pt idx="1">
                  <c:v>Middle bar</c:v>
                </c:pt>
                <c:pt idx="2">
                  <c:v>Right bar</c:v>
                </c:pt>
              </c:strCache>
            </c:strRef>
          </c:cat>
          <c:val>
            <c:numRef>
              <c:f>'Chart Data'!$B$2:$B$4</c:f>
              <c:numCache>
                <c:formatCode>0</c:formatCode>
                <c:ptCount val="3"/>
                <c:pt idx="0">
                  <c:v>35</c:v>
                </c:pt>
                <c:pt idx="1">
                  <c:v>21</c:v>
                </c:pt>
                <c:pt idx="2">
                  <c:v>44</c:v>
                </c:pt>
              </c:numCache>
            </c:numRef>
          </c:val>
        </c:ser>
        <c:dLbls>
          <c:showLegendKey val="0"/>
          <c:showVal val="1"/>
          <c:showCatName val="0"/>
          <c:showSerName val="0"/>
          <c:showPercent val="0"/>
          <c:showBubbleSize val="0"/>
        </c:dLbls>
        <c:gapWidth val="36"/>
        <c:axId val="48650112"/>
        <c:axId val="48672768"/>
      </c:barChart>
      <c:catAx>
        <c:axId val="48650112"/>
        <c:scaling>
          <c:orientation val="minMax"/>
        </c:scaling>
        <c:delete val="1"/>
        <c:axPos val="b"/>
        <c:numFmt formatCode="General" sourceLinked="1"/>
        <c:majorTickMark val="none"/>
        <c:minorTickMark val="none"/>
        <c:tickLblPos val="none"/>
        <c:txPr>
          <a:bodyPr rot="-60000000" spcFirstLastPara="0" vertOverflow="ellipsis" vert="horz" wrap="square" anchor="ctr" anchorCtr="1"/>
          <a:lstStyle/>
          <a:p>
            <a:pPr>
              <a:defRPr lang="zh-CN" sz="1500" b="0" i="0" u="none" strike="noStrike" kern="1200" baseline="0">
                <a:solidFill>
                  <a:srgbClr val="2B3E4B"/>
                </a:solidFill>
                <a:latin typeface="Arial" panose="020B0604020202090204"/>
                <a:ea typeface="Arial" panose="020B0604020202090204"/>
                <a:cs typeface="Arial" panose="020B0604020202090204"/>
              </a:defRPr>
            </a:pPr>
          </a:p>
        </c:txPr>
        <c:crossAx val="48672768"/>
        <c:crosses val="autoZero"/>
        <c:auto val="1"/>
        <c:lblAlgn val="ctr"/>
        <c:lblOffset val="100"/>
        <c:noMultiLvlLbl val="0"/>
      </c:catAx>
      <c:valAx>
        <c:axId val="48672768"/>
        <c:scaling>
          <c:orientation val="minMax"/>
          <c:max val="110"/>
          <c:min val="0"/>
        </c:scaling>
        <c:delete val="1"/>
        <c:axPos val="l"/>
        <c:numFmt formatCode="0" sourceLinked="1"/>
        <c:majorTickMark val="none"/>
        <c:minorTickMark val="none"/>
        <c:tickLblPos val="none"/>
        <c:txPr>
          <a:bodyPr rot="-60000000" spcFirstLastPara="0" vertOverflow="ellipsis" vert="horz" wrap="square" anchor="ctr" anchorCtr="1"/>
          <a:lstStyle/>
          <a:p>
            <a:pPr>
              <a:defRPr lang="zh-CN" sz="1500" b="0" i="0" u="none" strike="noStrike" kern="1200" baseline="0">
                <a:solidFill>
                  <a:srgbClr val="2B3E4B"/>
                </a:solidFill>
                <a:latin typeface="Arial" panose="020B0604020202090204"/>
                <a:ea typeface="Arial" panose="020B0604020202090204"/>
                <a:cs typeface="Arial" panose="020B0604020202090204"/>
              </a:defRPr>
            </a:pPr>
          </a:p>
        </c:txPr>
        <c:crossAx val="48650112"/>
        <c:crosses val="autoZero"/>
        <c:crossBetween val="between"/>
        <c:majorUnit val="20"/>
      </c:valAx>
      <c:spPr>
        <a:noFill/>
        <a:ln w="0">
          <a:noFill/>
          <a:prstDash val="solid"/>
        </a:ln>
      </c:spPr>
    </c:plotArea>
    <c:plotVisOnly val="1"/>
    <c:dispBlanksAs val="gap"/>
    <c:showDLblsOverMax val="0"/>
    <c:extLst>
      <c:ext uri="{0b15fc19-7d7d-44ad-8c2d-2c3a37ce22c3}">
        <chartProps xmlns="https://web.wps.cn/et/2018/main" chartId="{1026a036-c938-481c-a583-bb03dac9e663}"/>
      </c:ext>
    </c:extLst>
  </c:chart>
  <c:spPr>
    <a:noFill/>
    <a:ln w="0">
      <a:noFill/>
      <a:prstDash val="solid"/>
    </a:ln>
  </c:spPr>
  <c:txPr>
    <a:bodyPr/>
    <a:lstStyle/>
    <a:p>
      <a:pPr>
        <a:defRPr lang="zh-CN"/>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Author-provided three-row sketch, supplied in the conversation on 2026-10-20. Styling reference: figures/1-fig1_overview_compact_v32_editable.pdf (Arial, muted blue/red/green bars, light tinted instruction/action regions, thin rounded frames). Author-confirmed values, left to right: task-level row 99, 98, 96; concatenated local-instruction row 23, 16, 32; action-aligned row 35, 21, 44. The latter two rows reproduce the fine-grained instruction, visual-prompt, and corrective-control results from sections/introduction.tex. The first-row values are retained from the author sketch as explicitly confirmed; the sketch does not specify their bar categories. All charts share the same 0–110 plotting range. The visible labels and layout follow the supplied sketch, with only titles and spacing added. All labels, arrows, the 4-by-2 alignment table, and three charts are native editable PowerPoint objects.</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
        <p:nvSpPr>
          <p:cNvPr id="3" name="Title"/>
          <p:cNvSpPr>
            <a:spLocks noGrp="1"/>
          </p:cNvSpPr>
          <p:nvPr>
            <p:ph type="title"/>
          </p:nvPr>
        </p:nvSpPr>
        <p:spPr>
          <a:xfrm>
            <a:off x="1143000" y="3425613"/>
            <a:ext cx="9144000" cy="1309793"/>
          </a:xfrm>
          <a:prstGeom prst="rect">
            <a:avLst/>
          </a:prstGeom>
          <a:noFill/>
          <a:ln>
            <a:noFill/>
            <a:prstDash val="solid"/>
          </a:ln>
        </p:spPr>
        <p:txBody>
          <a:bodyPr wrap="square" lIns="0" tIns="0" rIns="0" bIns="0" anchor="ctr">
            <a:normAutofit/>
          </a:bodyPr>
          <a:lstStyle>
            <a:defPPr algn="ctr">
              <a:defRPr sz="4500" b="1">
                <a:solidFill>
                  <a:schemeClr val="tx1"/>
                </a:solidFill>
                <a:latin typeface="+mj-lt"/>
                <a:ea typeface="+mj-lt"/>
                <a:cs typeface="+mj-lt"/>
              </a:defRPr>
            </a:defPPr>
            <a:lvl1pPr marL="0" indent="0" algn="ctr">
              <a:lnSpc>
                <a:spcPct val="110000"/>
              </a:lnSpc>
              <a:spcBef>
                <a:spcPts val="0"/>
              </a:spcBef>
              <a:spcAft>
                <a:spcPts val="0"/>
              </a:spcAft>
              <a:buNone/>
              <a:defRPr sz="4500" b="1">
                <a:solidFill>
                  <a:schemeClr val="tx1"/>
                </a:solidFill>
                <a:latin typeface="+mj-lt"/>
                <a:ea typeface="+mj-lt"/>
                <a:cs typeface="+mj-lt"/>
              </a:defRPr>
            </a:lvl1pPr>
            <a:lvl2pPr marL="0" indent="0" algn="ctr">
              <a:lnSpc>
                <a:spcPct val="110000"/>
              </a:lnSpc>
              <a:spcBef>
                <a:spcPts val="0"/>
              </a:spcBef>
              <a:spcAft>
                <a:spcPts val="0"/>
              </a:spcAft>
              <a:buNone/>
              <a:defRPr sz="4500" b="1">
                <a:solidFill>
                  <a:schemeClr val="tx1"/>
                </a:solidFill>
                <a:latin typeface="+mj-lt"/>
                <a:ea typeface="+mj-lt"/>
                <a:cs typeface="+mj-lt"/>
              </a:defRPr>
            </a:lvl2pPr>
            <a:lvl3pPr marL="0" indent="0" algn="ctr">
              <a:lnSpc>
                <a:spcPct val="110000"/>
              </a:lnSpc>
              <a:spcBef>
                <a:spcPts val="0"/>
              </a:spcBef>
              <a:spcAft>
                <a:spcPts val="0"/>
              </a:spcAft>
              <a:buNone/>
              <a:defRPr sz="4500" b="1">
                <a:solidFill>
                  <a:schemeClr val="tx1"/>
                </a:solidFill>
                <a:latin typeface="+mj-lt"/>
                <a:ea typeface="+mj-lt"/>
                <a:cs typeface="+mj-lt"/>
              </a:defRPr>
            </a:lvl3pPr>
            <a:lvl4pPr marL="0" indent="0" algn="ctr">
              <a:lnSpc>
                <a:spcPct val="110000"/>
              </a:lnSpc>
              <a:spcBef>
                <a:spcPts val="0"/>
              </a:spcBef>
              <a:spcAft>
                <a:spcPts val="0"/>
              </a:spcAft>
              <a:buNone/>
              <a:defRPr sz="4500" b="1">
                <a:solidFill>
                  <a:schemeClr val="tx1"/>
                </a:solidFill>
                <a:latin typeface="+mj-lt"/>
                <a:ea typeface="+mj-lt"/>
                <a:cs typeface="+mj-lt"/>
              </a:defRPr>
            </a:lvl4pPr>
            <a:lvl5pPr marL="0" indent="0" algn="ctr">
              <a:lnSpc>
                <a:spcPct val="110000"/>
              </a:lnSpc>
              <a:spcBef>
                <a:spcPts val="0"/>
              </a:spcBef>
              <a:spcAft>
                <a:spcPts val="0"/>
              </a:spcAft>
              <a:buNone/>
              <a:defRPr sz="4500" b="1">
                <a:solidFill>
                  <a:schemeClr val="tx1"/>
                </a:solidFill>
                <a:latin typeface="+mj-lt"/>
                <a:ea typeface="+mj-lt"/>
                <a:cs typeface="+mj-lt"/>
              </a:defRPr>
            </a:lvl5pPr>
            <a:lvl6pPr marL="0" indent="0" algn="ctr">
              <a:lnSpc>
                <a:spcPct val="110000"/>
              </a:lnSpc>
              <a:spcBef>
                <a:spcPts val="0"/>
              </a:spcBef>
              <a:spcAft>
                <a:spcPts val="0"/>
              </a:spcAft>
              <a:buNone/>
              <a:defRPr sz="4500" b="1">
                <a:solidFill>
                  <a:schemeClr val="tx1"/>
                </a:solidFill>
                <a:latin typeface="+mj-lt"/>
                <a:ea typeface="+mj-lt"/>
                <a:cs typeface="+mj-lt"/>
              </a:defRPr>
            </a:lvl6pPr>
            <a:lvl7pPr marL="0" indent="0" algn="ctr">
              <a:lnSpc>
                <a:spcPct val="110000"/>
              </a:lnSpc>
              <a:spcBef>
                <a:spcPts val="0"/>
              </a:spcBef>
              <a:spcAft>
                <a:spcPts val="0"/>
              </a:spcAft>
              <a:buNone/>
              <a:defRPr sz="4500" b="1">
                <a:solidFill>
                  <a:schemeClr val="tx1"/>
                </a:solidFill>
                <a:latin typeface="+mj-lt"/>
                <a:ea typeface="+mj-lt"/>
                <a:cs typeface="+mj-lt"/>
              </a:defRPr>
            </a:lvl7pPr>
            <a:lvl8pPr marL="0" indent="0" algn="ctr">
              <a:lnSpc>
                <a:spcPct val="110000"/>
              </a:lnSpc>
              <a:spcBef>
                <a:spcPts val="0"/>
              </a:spcBef>
              <a:spcAft>
                <a:spcPts val="0"/>
              </a:spcAft>
              <a:buNone/>
              <a:defRPr sz="4500" b="1">
                <a:solidFill>
                  <a:schemeClr val="tx1"/>
                </a:solidFill>
                <a:latin typeface="+mj-lt"/>
                <a:ea typeface="+mj-lt"/>
                <a:cs typeface="+mj-lt"/>
              </a:defRPr>
            </a:lvl8pPr>
            <a:lvl9pPr marL="0" indent="0" algn="ctr">
              <a:lnSpc>
                <a:spcPct val="110000"/>
              </a:lnSpc>
              <a:spcBef>
                <a:spcPts val="0"/>
              </a:spcBef>
              <a:spcAft>
                <a:spcPts val="0"/>
              </a:spcAft>
              <a:buNone/>
              <a:defRPr sz="4500" b="1">
                <a:solidFill>
                  <a:schemeClr val="tx1"/>
                </a:solidFill>
                <a:latin typeface="+mj-lt"/>
                <a:ea typeface="+mj-lt"/>
                <a:cs typeface="+mj-lt"/>
              </a:defRPr>
            </a:lvl9pPr>
          </a:lstStyle>
          <a:p/>
        </p:txBody>
      </p:sp>
      <p:sp>
        <p:nvSpPr>
          <p:cNvPr id="2" name="Subtitle"/>
          <p:cNvSpPr>
            <a:spLocks noGrp="1"/>
          </p:cNvSpPr>
          <p:nvPr>
            <p:ph type="subTitle" idx="1"/>
          </p:nvPr>
        </p:nvSpPr>
        <p:spPr>
          <a:xfrm>
            <a:off x="1714500" y="4987290"/>
            <a:ext cx="8001000" cy="1007533"/>
          </a:xfrm>
          <a:prstGeom prst="rect">
            <a:avLst/>
          </a:prstGeom>
          <a:noFill/>
          <a:ln>
            <a:noFill/>
            <a:prstDash val="solid"/>
          </a:ln>
        </p:spPr>
        <p:txBody>
          <a:bodyPr wrap="square" lIns="0" tIns="0" rIns="0" bIns="0" anchor="ctr">
            <a:normAutofit/>
          </a:bodyPr>
          <a:lstStyle>
            <a:defPPr algn="ctr">
              <a:defRPr sz="1970" b="0">
                <a:solidFill>
                  <a:schemeClr val="tx1"/>
                </a:solidFill>
                <a:latin typeface="+mn-lt"/>
                <a:ea typeface="+mn-lt"/>
                <a:cs typeface="+mn-lt"/>
              </a:defRPr>
            </a:defPPr>
            <a:lvl1pPr marL="0" indent="0" algn="ctr">
              <a:lnSpc>
                <a:spcPct val="110000"/>
              </a:lnSpc>
              <a:spcBef>
                <a:spcPts val="0"/>
              </a:spcBef>
              <a:spcAft>
                <a:spcPts val="0"/>
              </a:spcAft>
              <a:buNone/>
              <a:defRPr sz="1970" b="0">
                <a:solidFill>
                  <a:schemeClr val="tx1"/>
                </a:solidFill>
                <a:latin typeface="+mn-lt"/>
                <a:ea typeface="+mn-lt"/>
                <a:cs typeface="+mn-lt"/>
              </a:defRPr>
            </a:lvl1pPr>
            <a:lvl2pPr marL="0" indent="0" algn="ctr">
              <a:lnSpc>
                <a:spcPct val="110000"/>
              </a:lnSpc>
              <a:spcBef>
                <a:spcPts val="0"/>
              </a:spcBef>
              <a:spcAft>
                <a:spcPts val="0"/>
              </a:spcAft>
              <a:buNone/>
              <a:defRPr sz="1970" b="0">
                <a:solidFill>
                  <a:schemeClr val="tx1"/>
                </a:solidFill>
                <a:latin typeface="+mn-lt"/>
                <a:ea typeface="+mn-lt"/>
                <a:cs typeface="+mn-lt"/>
              </a:defRPr>
            </a:lvl2pPr>
            <a:lvl3pPr marL="0" indent="0" algn="ctr">
              <a:lnSpc>
                <a:spcPct val="110000"/>
              </a:lnSpc>
              <a:spcBef>
                <a:spcPts val="0"/>
              </a:spcBef>
              <a:spcAft>
                <a:spcPts val="0"/>
              </a:spcAft>
              <a:buNone/>
              <a:defRPr sz="1970" b="0">
                <a:solidFill>
                  <a:schemeClr val="tx1"/>
                </a:solidFill>
                <a:latin typeface="+mn-lt"/>
                <a:ea typeface="+mn-lt"/>
                <a:cs typeface="+mn-lt"/>
              </a:defRPr>
            </a:lvl3pPr>
            <a:lvl4pPr marL="0" indent="0" algn="ctr">
              <a:lnSpc>
                <a:spcPct val="110000"/>
              </a:lnSpc>
              <a:spcBef>
                <a:spcPts val="0"/>
              </a:spcBef>
              <a:spcAft>
                <a:spcPts val="0"/>
              </a:spcAft>
              <a:buNone/>
              <a:defRPr sz="1970" b="0">
                <a:solidFill>
                  <a:schemeClr val="tx1"/>
                </a:solidFill>
                <a:latin typeface="+mn-lt"/>
                <a:ea typeface="+mn-lt"/>
                <a:cs typeface="+mn-lt"/>
              </a:defRPr>
            </a:lvl4pPr>
            <a:lvl5pPr marL="0" indent="0" algn="ctr">
              <a:lnSpc>
                <a:spcPct val="110000"/>
              </a:lnSpc>
              <a:spcBef>
                <a:spcPts val="0"/>
              </a:spcBef>
              <a:spcAft>
                <a:spcPts val="0"/>
              </a:spcAft>
              <a:buNone/>
              <a:defRPr sz="1970" b="0">
                <a:solidFill>
                  <a:schemeClr val="tx1"/>
                </a:solidFill>
                <a:latin typeface="+mn-lt"/>
                <a:ea typeface="+mn-lt"/>
                <a:cs typeface="+mn-lt"/>
              </a:defRPr>
            </a:lvl5pPr>
            <a:lvl6pPr marL="0" indent="0" algn="ctr">
              <a:lnSpc>
                <a:spcPct val="110000"/>
              </a:lnSpc>
              <a:spcBef>
                <a:spcPts val="0"/>
              </a:spcBef>
              <a:spcAft>
                <a:spcPts val="0"/>
              </a:spcAft>
              <a:buNone/>
              <a:defRPr sz="1970" b="0">
                <a:solidFill>
                  <a:schemeClr val="tx1"/>
                </a:solidFill>
                <a:latin typeface="+mn-lt"/>
                <a:ea typeface="+mn-lt"/>
                <a:cs typeface="+mn-lt"/>
              </a:defRPr>
            </a:lvl6pPr>
            <a:lvl7pPr marL="0" indent="0" algn="ctr">
              <a:lnSpc>
                <a:spcPct val="110000"/>
              </a:lnSpc>
              <a:spcBef>
                <a:spcPts val="0"/>
              </a:spcBef>
              <a:spcAft>
                <a:spcPts val="0"/>
              </a:spcAft>
              <a:buNone/>
              <a:defRPr sz="1970" b="0">
                <a:solidFill>
                  <a:schemeClr val="tx1"/>
                </a:solidFill>
                <a:latin typeface="+mn-lt"/>
                <a:ea typeface="+mn-lt"/>
                <a:cs typeface="+mn-lt"/>
              </a:defRPr>
            </a:lvl7pPr>
            <a:lvl8pPr marL="0" indent="0" algn="ctr">
              <a:lnSpc>
                <a:spcPct val="110000"/>
              </a:lnSpc>
              <a:spcBef>
                <a:spcPts val="0"/>
              </a:spcBef>
              <a:spcAft>
                <a:spcPts val="0"/>
              </a:spcAft>
              <a:buNone/>
              <a:defRPr sz="1970" b="0">
                <a:solidFill>
                  <a:schemeClr val="tx1"/>
                </a:solidFill>
                <a:latin typeface="+mn-lt"/>
                <a:ea typeface="+mn-lt"/>
                <a:cs typeface="+mn-lt"/>
              </a:defRPr>
            </a:lvl8pPr>
            <a:lvl9pPr marL="0" indent="0" algn="ctr">
              <a:lnSpc>
                <a:spcPct val="110000"/>
              </a:lnSpc>
              <a:spcBef>
                <a:spcPts val="0"/>
              </a:spcBef>
              <a:spcAft>
                <a:spcPts val="0"/>
              </a:spcAft>
              <a:buNone/>
              <a:defRPr sz="1970" b="0">
                <a:solidFill>
                  <a:schemeClr val="tx1"/>
                </a:solidFill>
                <a:latin typeface="+mn-lt"/>
                <a:ea typeface="+mn-lt"/>
                <a:cs typeface="+mn-lt"/>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p:sp>
        <p:nvSpPr>
          <p:cNvPr id="2" name="Section title"/>
          <p:cNvSpPr>
            <a:spLocks noGrp="1"/>
          </p:cNvSpPr>
          <p:nvPr>
            <p:ph type="title"/>
          </p:nvPr>
        </p:nvSpPr>
        <p:spPr>
          <a:xfrm>
            <a:off x="1143000" y="3778250"/>
            <a:ext cx="9144000" cy="1511300"/>
          </a:xfrm>
          <a:prstGeom prst="rect">
            <a:avLst/>
          </a:prstGeom>
          <a:noFill/>
          <a:ln>
            <a:noFill/>
            <a:prstDash val="solid"/>
          </a:ln>
        </p:spPr>
        <p:txBody>
          <a:bodyPr wrap="square" lIns="0" tIns="0" rIns="0" bIns="0" anchor="ctr">
            <a:normAutofit/>
          </a:bodyPr>
          <a:lstStyle>
            <a:defPPr algn="ctr">
              <a:defRPr sz="3940" b="1">
                <a:solidFill>
                  <a:schemeClr val="tx1"/>
                </a:solidFill>
                <a:latin typeface="+mj-lt"/>
                <a:ea typeface="+mj-lt"/>
                <a:cs typeface="+mj-lt"/>
              </a:defRPr>
            </a:defPPr>
            <a:lvl1pPr marL="0" indent="0" algn="ctr">
              <a:lnSpc>
                <a:spcPct val="110000"/>
              </a:lnSpc>
              <a:spcBef>
                <a:spcPts val="0"/>
              </a:spcBef>
              <a:spcAft>
                <a:spcPts val="0"/>
              </a:spcAft>
              <a:buNone/>
              <a:defRPr sz="3940" b="1">
                <a:solidFill>
                  <a:schemeClr val="tx1"/>
                </a:solidFill>
                <a:latin typeface="+mj-lt"/>
                <a:ea typeface="+mj-lt"/>
                <a:cs typeface="+mj-lt"/>
              </a:defRPr>
            </a:lvl1pPr>
            <a:lvl2pPr marL="0" indent="0" algn="ctr">
              <a:lnSpc>
                <a:spcPct val="110000"/>
              </a:lnSpc>
              <a:spcBef>
                <a:spcPts val="0"/>
              </a:spcBef>
              <a:spcAft>
                <a:spcPts val="0"/>
              </a:spcAft>
              <a:buNone/>
              <a:defRPr sz="3940" b="1">
                <a:solidFill>
                  <a:schemeClr val="tx1"/>
                </a:solidFill>
                <a:latin typeface="+mj-lt"/>
                <a:ea typeface="+mj-lt"/>
                <a:cs typeface="+mj-lt"/>
              </a:defRPr>
            </a:lvl2pPr>
            <a:lvl3pPr marL="0" indent="0" algn="ctr">
              <a:lnSpc>
                <a:spcPct val="110000"/>
              </a:lnSpc>
              <a:spcBef>
                <a:spcPts val="0"/>
              </a:spcBef>
              <a:spcAft>
                <a:spcPts val="0"/>
              </a:spcAft>
              <a:buNone/>
              <a:defRPr sz="3940" b="1">
                <a:solidFill>
                  <a:schemeClr val="tx1"/>
                </a:solidFill>
                <a:latin typeface="+mj-lt"/>
                <a:ea typeface="+mj-lt"/>
                <a:cs typeface="+mj-lt"/>
              </a:defRPr>
            </a:lvl3pPr>
            <a:lvl4pPr marL="0" indent="0" algn="ctr">
              <a:lnSpc>
                <a:spcPct val="110000"/>
              </a:lnSpc>
              <a:spcBef>
                <a:spcPts val="0"/>
              </a:spcBef>
              <a:spcAft>
                <a:spcPts val="0"/>
              </a:spcAft>
              <a:buNone/>
              <a:defRPr sz="3940" b="1">
                <a:solidFill>
                  <a:schemeClr val="tx1"/>
                </a:solidFill>
                <a:latin typeface="+mj-lt"/>
                <a:ea typeface="+mj-lt"/>
                <a:cs typeface="+mj-lt"/>
              </a:defRPr>
            </a:lvl4pPr>
            <a:lvl5pPr marL="0" indent="0" algn="ctr">
              <a:lnSpc>
                <a:spcPct val="110000"/>
              </a:lnSpc>
              <a:spcBef>
                <a:spcPts val="0"/>
              </a:spcBef>
              <a:spcAft>
                <a:spcPts val="0"/>
              </a:spcAft>
              <a:buNone/>
              <a:defRPr sz="3940" b="1">
                <a:solidFill>
                  <a:schemeClr val="tx1"/>
                </a:solidFill>
                <a:latin typeface="+mj-lt"/>
                <a:ea typeface="+mj-lt"/>
                <a:cs typeface="+mj-lt"/>
              </a:defRPr>
            </a:lvl5pPr>
            <a:lvl6pPr marL="0" indent="0" algn="ctr">
              <a:lnSpc>
                <a:spcPct val="110000"/>
              </a:lnSpc>
              <a:spcBef>
                <a:spcPts val="0"/>
              </a:spcBef>
              <a:spcAft>
                <a:spcPts val="0"/>
              </a:spcAft>
              <a:buNone/>
              <a:defRPr sz="3940" b="1">
                <a:solidFill>
                  <a:schemeClr val="tx1"/>
                </a:solidFill>
                <a:latin typeface="+mj-lt"/>
                <a:ea typeface="+mj-lt"/>
                <a:cs typeface="+mj-lt"/>
              </a:defRPr>
            </a:lvl6pPr>
            <a:lvl7pPr marL="0" indent="0" algn="ctr">
              <a:lnSpc>
                <a:spcPct val="110000"/>
              </a:lnSpc>
              <a:spcBef>
                <a:spcPts val="0"/>
              </a:spcBef>
              <a:spcAft>
                <a:spcPts val="0"/>
              </a:spcAft>
              <a:buNone/>
              <a:defRPr sz="3940" b="1">
                <a:solidFill>
                  <a:schemeClr val="tx1"/>
                </a:solidFill>
                <a:latin typeface="+mj-lt"/>
                <a:ea typeface="+mj-lt"/>
                <a:cs typeface="+mj-lt"/>
              </a:defRPr>
            </a:lvl7pPr>
            <a:lvl8pPr marL="0" indent="0" algn="ctr">
              <a:lnSpc>
                <a:spcPct val="110000"/>
              </a:lnSpc>
              <a:spcBef>
                <a:spcPts val="0"/>
              </a:spcBef>
              <a:spcAft>
                <a:spcPts val="0"/>
              </a:spcAft>
              <a:buNone/>
              <a:defRPr sz="3940" b="1">
                <a:solidFill>
                  <a:schemeClr val="tx1"/>
                </a:solidFill>
                <a:latin typeface="+mj-lt"/>
                <a:ea typeface="+mj-lt"/>
                <a:cs typeface="+mj-lt"/>
              </a:defRPr>
            </a:lvl8pPr>
            <a:lvl9pPr marL="0" indent="0" algn="ctr">
              <a:lnSpc>
                <a:spcPct val="110000"/>
              </a:lnSpc>
              <a:spcBef>
                <a:spcPts val="0"/>
              </a:spcBef>
              <a:spcAft>
                <a:spcPts val="0"/>
              </a:spcAft>
              <a:buNone/>
              <a:defRPr sz="3940" b="1">
                <a:solidFill>
                  <a:schemeClr val="tx1"/>
                </a:solidFill>
                <a:latin typeface="+mj-lt"/>
                <a:ea typeface="+mj-lt"/>
                <a:cs typeface="+mj-l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p:sp>
        <p:nvSpPr>
          <p:cNvPr id="3" name="Title"/>
          <p:cNvSpPr>
            <a:spLocks noGrp="1"/>
          </p:cNvSpPr>
          <p:nvPr>
            <p:ph type="title"/>
          </p:nvPr>
        </p:nvSpPr>
        <p:spPr>
          <a:xfrm>
            <a:off x="642938" y="705273"/>
            <a:ext cx="10144125" cy="1108287"/>
          </a:xfrm>
          <a:prstGeom prst="rect">
            <a:avLst/>
          </a:prstGeom>
          <a:noFill/>
          <a:ln>
            <a:noFill/>
            <a:prstDash val="solid"/>
          </a:ln>
        </p:spPr>
        <p:txBody>
          <a:bodyPr wrap="square" lIns="0" tIns="0" rIns="0" bIns="0" anchor="t">
            <a:normAutofit/>
          </a:bodyPr>
          <a:lstStyle>
            <a:defPPr algn="l">
              <a:defRPr sz="3095" b="1">
                <a:solidFill>
                  <a:schemeClr val="tx1"/>
                </a:solidFill>
                <a:latin typeface="+mj-lt"/>
                <a:ea typeface="+mj-lt"/>
                <a:cs typeface="+mj-lt"/>
              </a:defRPr>
            </a:defPPr>
            <a:lvl1pPr marL="0" indent="0" algn="l">
              <a:lnSpc>
                <a:spcPct val="110000"/>
              </a:lnSpc>
              <a:spcBef>
                <a:spcPts val="0"/>
              </a:spcBef>
              <a:spcAft>
                <a:spcPts val="0"/>
              </a:spcAft>
              <a:buNone/>
              <a:defRPr sz="3095" b="1">
                <a:solidFill>
                  <a:schemeClr val="tx1"/>
                </a:solidFill>
                <a:latin typeface="+mj-lt"/>
                <a:ea typeface="+mj-lt"/>
                <a:cs typeface="+mj-lt"/>
              </a:defRPr>
            </a:lvl1pPr>
            <a:lvl2pPr marL="0" indent="0" algn="l">
              <a:lnSpc>
                <a:spcPct val="110000"/>
              </a:lnSpc>
              <a:spcBef>
                <a:spcPts val="0"/>
              </a:spcBef>
              <a:spcAft>
                <a:spcPts val="0"/>
              </a:spcAft>
              <a:buNone/>
              <a:defRPr sz="3095" b="1">
                <a:solidFill>
                  <a:schemeClr val="tx1"/>
                </a:solidFill>
                <a:latin typeface="+mj-lt"/>
                <a:ea typeface="+mj-lt"/>
                <a:cs typeface="+mj-lt"/>
              </a:defRPr>
            </a:lvl2pPr>
            <a:lvl3pPr marL="0" indent="0" algn="l">
              <a:lnSpc>
                <a:spcPct val="110000"/>
              </a:lnSpc>
              <a:spcBef>
                <a:spcPts val="0"/>
              </a:spcBef>
              <a:spcAft>
                <a:spcPts val="0"/>
              </a:spcAft>
              <a:buNone/>
              <a:defRPr sz="3095" b="1">
                <a:solidFill>
                  <a:schemeClr val="tx1"/>
                </a:solidFill>
                <a:latin typeface="+mj-lt"/>
                <a:ea typeface="+mj-lt"/>
                <a:cs typeface="+mj-lt"/>
              </a:defRPr>
            </a:lvl3pPr>
            <a:lvl4pPr marL="0" indent="0" algn="l">
              <a:lnSpc>
                <a:spcPct val="110000"/>
              </a:lnSpc>
              <a:spcBef>
                <a:spcPts val="0"/>
              </a:spcBef>
              <a:spcAft>
                <a:spcPts val="0"/>
              </a:spcAft>
              <a:buNone/>
              <a:defRPr sz="3095" b="1">
                <a:solidFill>
                  <a:schemeClr val="tx1"/>
                </a:solidFill>
                <a:latin typeface="+mj-lt"/>
                <a:ea typeface="+mj-lt"/>
                <a:cs typeface="+mj-lt"/>
              </a:defRPr>
            </a:lvl4pPr>
            <a:lvl5pPr marL="0" indent="0" algn="l">
              <a:lnSpc>
                <a:spcPct val="110000"/>
              </a:lnSpc>
              <a:spcBef>
                <a:spcPts val="0"/>
              </a:spcBef>
              <a:spcAft>
                <a:spcPts val="0"/>
              </a:spcAft>
              <a:buNone/>
              <a:defRPr sz="3095" b="1">
                <a:solidFill>
                  <a:schemeClr val="tx1"/>
                </a:solidFill>
                <a:latin typeface="+mj-lt"/>
                <a:ea typeface="+mj-lt"/>
                <a:cs typeface="+mj-lt"/>
              </a:defRPr>
            </a:lvl5pPr>
            <a:lvl6pPr marL="0" indent="0" algn="l">
              <a:lnSpc>
                <a:spcPct val="110000"/>
              </a:lnSpc>
              <a:spcBef>
                <a:spcPts val="0"/>
              </a:spcBef>
              <a:spcAft>
                <a:spcPts val="0"/>
              </a:spcAft>
              <a:buNone/>
              <a:defRPr sz="3095" b="1">
                <a:solidFill>
                  <a:schemeClr val="tx1"/>
                </a:solidFill>
                <a:latin typeface="+mj-lt"/>
                <a:ea typeface="+mj-lt"/>
                <a:cs typeface="+mj-lt"/>
              </a:defRPr>
            </a:lvl6pPr>
            <a:lvl7pPr marL="0" indent="0" algn="l">
              <a:lnSpc>
                <a:spcPct val="110000"/>
              </a:lnSpc>
              <a:spcBef>
                <a:spcPts val="0"/>
              </a:spcBef>
              <a:spcAft>
                <a:spcPts val="0"/>
              </a:spcAft>
              <a:buNone/>
              <a:defRPr sz="3095" b="1">
                <a:solidFill>
                  <a:schemeClr val="tx1"/>
                </a:solidFill>
                <a:latin typeface="+mj-lt"/>
                <a:ea typeface="+mj-lt"/>
                <a:cs typeface="+mj-lt"/>
              </a:defRPr>
            </a:lvl7pPr>
            <a:lvl8pPr marL="0" indent="0" algn="l">
              <a:lnSpc>
                <a:spcPct val="110000"/>
              </a:lnSpc>
              <a:spcBef>
                <a:spcPts val="0"/>
              </a:spcBef>
              <a:spcAft>
                <a:spcPts val="0"/>
              </a:spcAft>
              <a:buNone/>
              <a:defRPr sz="3095" b="1">
                <a:solidFill>
                  <a:schemeClr val="tx1"/>
                </a:solidFill>
                <a:latin typeface="+mj-lt"/>
                <a:ea typeface="+mj-lt"/>
                <a:cs typeface="+mj-lt"/>
              </a:defRPr>
            </a:lvl8pPr>
            <a:lvl9pPr marL="0" indent="0" algn="l">
              <a:lnSpc>
                <a:spcPct val="110000"/>
              </a:lnSpc>
              <a:spcBef>
                <a:spcPts val="0"/>
              </a:spcBef>
              <a:spcAft>
                <a:spcPts val="0"/>
              </a:spcAft>
              <a:buNone/>
              <a:defRPr sz="3095" b="1">
                <a:solidFill>
                  <a:schemeClr val="tx1"/>
                </a:solidFill>
                <a:latin typeface="+mj-lt"/>
                <a:ea typeface="+mj-lt"/>
                <a:cs typeface="+mj-lt"/>
              </a:defRPr>
            </a:lvl9pPr>
          </a:lstStyle>
          <a:p/>
        </p:txBody>
      </p:sp>
      <p:sp>
        <p:nvSpPr>
          <p:cNvPr id="2" name="Body"/>
          <p:cNvSpPr>
            <a:spLocks noGrp="1"/>
          </p:cNvSpPr>
          <p:nvPr>
            <p:ph type="body" idx="1"/>
          </p:nvPr>
        </p:nvSpPr>
        <p:spPr>
          <a:xfrm>
            <a:off x="642938" y="2518833"/>
            <a:ext cx="10144125" cy="5642187"/>
          </a:xfrm>
          <a:prstGeom prst="rect">
            <a:avLst/>
          </a:prstGeom>
          <a:noFill/>
          <a:ln>
            <a:noFill/>
            <a:prstDash val="solid"/>
          </a:ln>
        </p:spPr>
        <p:txBody>
          <a:bodyPr wrap="square" lIns="0" tIns="0" rIns="0" bIns="0" anchor="t">
            <a:normAutofit/>
          </a:bodyPr>
          <a:lstStyle>
            <a:defPPr algn="l">
              <a:defRPr sz="2110" b="0">
                <a:solidFill>
                  <a:schemeClr val="tx1"/>
                </a:solidFill>
                <a:latin typeface="+mn-lt"/>
                <a:ea typeface="+mn-lt"/>
                <a:cs typeface="+mn-lt"/>
              </a:defRPr>
            </a:defPPr>
            <a:lvl1pPr marL="214630" indent="-213995" algn="l">
              <a:lnSpc>
                <a:spcPct val="110000"/>
              </a:lnSpc>
              <a:spcBef>
                <a:spcPts val="0"/>
              </a:spcBef>
              <a:spcAft>
                <a:spcPts val="1125"/>
              </a:spcAft>
              <a:buChar char="•"/>
              <a:defRPr sz="2110" b="0">
                <a:solidFill>
                  <a:schemeClr val="tx1"/>
                </a:solidFill>
                <a:latin typeface="+mn-lt"/>
                <a:ea typeface="+mn-lt"/>
                <a:cs typeface="+mn-lt"/>
              </a:defRPr>
            </a:lvl1pPr>
            <a:lvl2pPr marL="500380" indent="-213995" algn="l">
              <a:lnSpc>
                <a:spcPct val="110000"/>
              </a:lnSpc>
              <a:spcBef>
                <a:spcPts val="0"/>
              </a:spcBef>
              <a:spcAft>
                <a:spcPts val="1125"/>
              </a:spcAft>
              <a:buChar char="•"/>
              <a:defRPr sz="2110" b="0">
                <a:solidFill>
                  <a:schemeClr val="tx1"/>
                </a:solidFill>
                <a:latin typeface="+mn-lt"/>
                <a:ea typeface="+mn-lt"/>
                <a:cs typeface="+mn-lt"/>
              </a:defRPr>
            </a:lvl2pPr>
            <a:lvl3pPr marL="786130" indent="-213995" algn="l">
              <a:lnSpc>
                <a:spcPct val="110000"/>
              </a:lnSpc>
              <a:spcBef>
                <a:spcPts val="0"/>
              </a:spcBef>
              <a:spcAft>
                <a:spcPts val="1125"/>
              </a:spcAft>
              <a:buChar char="•"/>
              <a:defRPr sz="2110" b="0">
                <a:solidFill>
                  <a:schemeClr val="tx1"/>
                </a:solidFill>
                <a:latin typeface="+mn-lt"/>
                <a:ea typeface="+mn-lt"/>
                <a:cs typeface="+mn-lt"/>
              </a:defRPr>
            </a:lvl3pPr>
            <a:lvl4pPr marL="1071880" indent="-213995" algn="l">
              <a:lnSpc>
                <a:spcPct val="110000"/>
              </a:lnSpc>
              <a:spcBef>
                <a:spcPts val="0"/>
              </a:spcBef>
              <a:spcAft>
                <a:spcPts val="1125"/>
              </a:spcAft>
              <a:buChar char="•"/>
              <a:defRPr sz="2110" b="0">
                <a:solidFill>
                  <a:schemeClr val="tx1"/>
                </a:solidFill>
                <a:latin typeface="+mn-lt"/>
                <a:ea typeface="+mn-lt"/>
                <a:cs typeface="+mn-lt"/>
              </a:defRPr>
            </a:lvl4pPr>
            <a:lvl5pPr marL="1357630" indent="-213995" algn="l">
              <a:lnSpc>
                <a:spcPct val="110000"/>
              </a:lnSpc>
              <a:spcBef>
                <a:spcPts val="0"/>
              </a:spcBef>
              <a:spcAft>
                <a:spcPts val="1125"/>
              </a:spcAft>
              <a:buChar char="•"/>
              <a:defRPr sz="2110" b="0">
                <a:solidFill>
                  <a:schemeClr val="tx1"/>
                </a:solidFill>
                <a:latin typeface="+mn-lt"/>
                <a:ea typeface="+mn-lt"/>
                <a:cs typeface="+mn-lt"/>
              </a:defRPr>
            </a:lvl5pPr>
            <a:lvl6pPr marL="1643380" indent="-213995" algn="l">
              <a:lnSpc>
                <a:spcPct val="110000"/>
              </a:lnSpc>
              <a:spcBef>
                <a:spcPts val="0"/>
              </a:spcBef>
              <a:spcAft>
                <a:spcPts val="1125"/>
              </a:spcAft>
              <a:buChar char="•"/>
              <a:defRPr sz="2110" b="0">
                <a:solidFill>
                  <a:schemeClr val="tx1"/>
                </a:solidFill>
                <a:latin typeface="+mn-lt"/>
                <a:ea typeface="+mn-lt"/>
                <a:cs typeface="+mn-lt"/>
              </a:defRPr>
            </a:lvl6pPr>
            <a:lvl7pPr marL="1929130" indent="-213995" algn="l">
              <a:lnSpc>
                <a:spcPct val="110000"/>
              </a:lnSpc>
              <a:spcBef>
                <a:spcPts val="0"/>
              </a:spcBef>
              <a:spcAft>
                <a:spcPts val="1125"/>
              </a:spcAft>
              <a:buChar char="•"/>
              <a:defRPr sz="2110" b="0">
                <a:solidFill>
                  <a:schemeClr val="tx1"/>
                </a:solidFill>
                <a:latin typeface="+mn-lt"/>
                <a:ea typeface="+mn-lt"/>
                <a:cs typeface="+mn-lt"/>
              </a:defRPr>
            </a:lvl7pPr>
            <a:lvl8pPr marL="2214880" indent="-213995" algn="l">
              <a:lnSpc>
                <a:spcPct val="110000"/>
              </a:lnSpc>
              <a:spcBef>
                <a:spcPts val="0"/>
              </a:spcBef>
              <a:spcAft>
                <a:spcPts val="1125"/>
              </a:spcAft>
              <a:buChar char="•"/>
              <a:defRPr sz="2110" b="0">
                <a:solidFill>
                  <a:schemeClr val="tx1"/>
                </a:solidFill>
                <a:latin typeface="+mn-lt"/>
                <a:ea typeface="+mn-lt"/>
                <a:cs typeface="+mn-lt"/>
              </a:defRPr>
            </a:lvl8pPr>
            <a:lvl9pPr marL="2500630" indent="-213995" algn="l">
              <a:lnSpc>
                <a:spcPct val="110000"/>
              </a:lnSpc>
              <a:spcBef>
                <a:spcPts val="0"/>
              </a:spcBef>
              <a:spcAft>
                <a:spcPts val="1125"/>
              </a:spcAft>
              <a:buChar char="•"/>
              <a:defRPr sz="2110" b="0">
                <a:solidFill>
                  <a:schemeClr val="tx1"/>
                </a:solidFill>
                <a:latin typeface="+mn-lt"/>
                <a:ea typeface="+mn-lt"/>
                <a:cs typeface="+mn-lt"/>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p:sp>
        <p:nvSpPr>
          <p:cNvPr id="4" name="Title"/>
          <p:cNvSpPr>
            <a:spLocks noGrp="1"/>
          </p:cNvSpPr>
          <p:nvPr>
            <p:ph type="title"/>
          </p:nvPr>
        </p:nvSpPr>
        <p:spPr>
          <a:xfrm>
            <a:off x="642938" y="705273"/>
            <a:ext cx="10144125" cy="1108287"/>
          </a:xfrm>
          <a:prstGeom prst="rect">
            <a:avLst/>
          </a:prstGeom>
          <a:noFill/>
          <a:ln>
            <a:noFill/>
            <a:prstDash val="solid"/>
          </a:ln>
        </p:spPr>
        <p:txBody>
          <a:bodyPr wrap="square" lIns="0" tIns="0" rIns="0" bIns="0" anchor="t">
            <a:normAutofit/>
          </a:bodyPr>
          <a:lstStyle>
            <a:defPPr algn="l">
              <a:defRPr sz="3095" b="1">
                <a:solidFill>
                  <a:schemeClr val="tx1"/>
                </a:solidFill>
                <a:latin typeface="+mj-lt"/>
                <a:ea typeface="+mj-lt"/>
                <a:cs typeface="+mj-lt"/>
              </a:defRPr>
            </a:defPPr>
            <a:lvl1pPr marL="0" indent="0" algn="l">
              <a:lnSpc>
                <a:spcPct val="110000"/>
              </a:lnSpc>
              <a:spcBef>
                <a:spcPts val="0"/>
              </a:spcBef>
              <a:spcAft>
                <a:spcPts val="0"/>
              </a:spcAft>
              <a:buNone/>
              <a:defRPr sz="3095" b="1">
                <a:solidFill>
                  <a:schemeClr val="tx1"/>
                </a:solidFill>
                <a:latin typeface="+mj-lt"/>
                <a:ea typeface="+mj-lt"/>
                <a:cs typeface="+mj-lt"/>
              </a:defRPr>
            </a:lvl1pPr>
            <a:lvl2pPr marL="0" indent="0" algn="l">
              <a:lnSpc>
                <a:spcPct val="110000"/>
              </a:lnSpc>
              <a:spcBef>
                <a:spcPts val="0"/>
              </a:spcBef>
              <a:spcAft>
                <a:spcPts val="0"/>
              </a:spcAft>
              <a:buNone/>
              <a:defRPr sz="3095" b="1">
                <a:solidFill>
                  <a:schemeClr val="tx1"/>
                </a:solidFill>
                <a:latin typeface="+mj-lt"/>
                <a:ea typeface="+mj-lt"/>
                <a:cs typeface="+mj-lt"/>
              </a:defRPr>
            </a:lvl2pPr>
            <a:lvl3pPr marL="0" indent="0" algn="l">
              <a:lnSpc>
                <a:spcPct val="110000"/>
              </a:lnSpc>
              <a:spcBef>
                <a:spcPts val="0"/>
              </a:spcBef>
              <a:spcAft>
                <a:spcPts val="0"/>
              </a:spcAft>
              <a:buNone/>
              <a:defRPr sz="3095" b="1">
                <a:solidFill>
                  <a:schemeClr val="tx1"/>
                </a:solidFill>
                <a:latin typeface="+mj-lt"/>
                <a:ea typeface="+mj-lt"/>
                <a:cs typeface="+mj-lt"/>
              </a:defRPr>
            </a:lvl3pPr>
            <a:lvl4pPr marL="0" indent="0" algn="l">
              <a:lnSpc>
                <a:spcPct val="110000"/>
              </a:lnSpc>
              <a:spcBef>
                <a:spcPts val="0"/>
              </a:spcBef>
              <a:spcAft>
                <a:spcPts val="0"/>
              </a:spcAft>
              <a:buNone/>
              <a:defRPr sz="3095" b="1">
                <a:solidFill>
                  <a:schemeClr val="tx1"/>
                </a:solidFill>
                <a:latin typeface="+mj-lt"/>
                <a:ea typeface="+mj-lt"/>
                <a:cs typeface="+mj-lt"/>
              </a:defRPr>
            </a:lvl4pPr>
            <a:lvl5pPr marL="0" indent="0" algn="l">
              <a:lnSpc>
                <a:spcPct val="110000"/>
              </a:lnSpc>
              <a:spcBef>
                <a:spcPts val="0"/>
              </a:spcBef>
              <a:spcAft>
                <a:spcPts val="0"/>
              </a:spcAft>
              <a:buNone/>
              <a:defRPr sz="3095" b="1">
                <a:solidFill>
                  <a:schemeClr val="tx1"/>
                </a:solidFill>
                <a:latin typeface="+mj-lt"/>
                <a:ea typeface="+mj-lt"/>
                <a:cs typeface="+mj-lt"/>
              </a:defRPr>
            </a:lvl5pPr>
            <a:lvl6pPr marL="0" indent="0" algn="l">
              <a:lnSpc>
                <a:spcPct val="110000"/>
              </a:lnSpc>
              <a:spcBef>
                <a:spcPts val="0"/>
              </a:spcBef>
              <a:spcAft>
                <a:spcPts val="0"/>
              </a:spcAft>
              <a:buNone/>
              <a:defRPr sz="3095" b="1">
                <a:solidFill>
                  <a:schemeClr val="tx1"/>
                </a:solidFill>
                <a:latin typeface="+mj-lt"/>
                <a:ea typeface="+mj-lt"/>
                <a:cs typeface="+mj-lt"/>
              </a:defRPr>
            </a:lvl6pPr>
            <a:lvl7pPr marL="0" indent="0" algn="l">
              <a:lnSpc>
                <a:spcPct val="110000"/>
              </a:lnSpc>
              <a:spcBef>
                <a:spcPts val="0"/>
              </a:spcBef>
              <a:spcAft>
                <a:spcPts val="0"/>
              </a:spcAft>
              <a:buNone/>
              <a:defRPr sz="3095" b="1">
                <a:solidFill>
                  <a:schemeClr val="tx1"/>
                </a:solidFill>
                <a:latin typeface="+mj-lt"/>
                <a:ea typeface="+mj-lt"/>
                <a:cs typeface="+mj-lt"/>
              </a:defRPr>
            </a:lvl7pPr>
            <a:lvl8pPr marL="0" indent="0" algn="l">
              <a:lnSpc>
                <a:spcPct val="110000"/>
              </a:lnSpc>
              <a:spcBef>
                <a:spcPts val="0"/>
              </a:spcBef>
              <a:spcAft>
                <a:spcPts val="0"/>
              </a:spcAft>
              <a:buNone/>
              <a:defRPr sz="3095" b="1">
                <a:solidFill>
                  <a:schemeClr val="tx1"/>
                </a:solidFill>
                <a:latin typeface="+mj-lt"/>
                <a:ea typeface="+mj-lt"/>
                <a:cs typeface="+mj-lt"/>
              </a:defRPr>
            </a:lvl8pPr>
            <a:lvl9pPr marL="0" indent="0" algn="l">
              <a:lnSpc>
                <a:spcPct val="110000"/>
              </a:lnSpc>
              <a:spcBef>
                <a:spcPts val="0"/>
              </a:spcBef>
              <a:spcAft>
                <a:spcPts val="0"/>
              </a:spcAft>
              <a:buNone/>
              <a:defRPr sz="3095" b="1">
                <a:solidFill>
                  <a:schemeClr val="tx1"/>
                </a:solidFill>
                <a:latin typeface="+mj-lt"/>
                <a:ea typeface="+mj-lt"/>
                <a:cs typeface="+mj-lt"/>
              </a:defRPr>
            </a:lvl9pPr>
          </a:lstStyle>
          <a:p/>
        </p:txBody>
      </p:sp>
      <p:sp>
        <p:nvSpPr>
          <p:cNvPr id="2" name="Left column"/>
          <p:cNvSpPr>
            <a:spLocks noGrp="1"/>
          </p:cNvSpPr>
          <p:nvPr>
            <p:ph type="body" idx="1"/>
          </p:nvPr>
        </p:nvSpPr>
        <p:spPr>
          <a:xfrm>
            <a:off x="642938" y="2518833"/>
            <a:ext cx="4714875" cy="5642187"/>
          </a:xfrm>
          <a:prstGeom prst="rect">
            <a:avLst/>
          </a:prstGeom>
          <a:noFill/>
          <a:ln>
            <a:noFill/>
            <a:prstDash val="solid"/>
          </a:ln>
        </p:spPr>
        <p:txBody>
          <a:bodyPr wrap="square" lIns="0" tIns="0" rIns="0" bIns="0" anchor="t">
            <a:normAutofit/>
          </a:bodyPr>
          <a:lstStyle>
            <a:defPPr algn="l">
              <a:defRPr sz="1970" b="0">
                <a:solidFill>
                  <a:schemeClr val="tx1"/>
                </a:solidFill>
                <a:latin typeface="+mn-lt"/>
                <a:ea typeface="+mn-lt"/>
                <a:cs typeface="+mn-lt"/>
              </a:defRPr>
            </a:defPPr>
            <a:lvl1pPr marL="214630" indent="-213995" algn="l">
              <a:lnSpc>
                <a:spcPct val="110000"/>
              </a:lnSpc>
              <a:spcBef>
                <a:spcPts val="0"/>
              </a:spcBef>
              <a:spcAft>
                <a:spcPts val="1125"/>
              </a:spcAft>
              <a:buChar char="•"/>
              <a:defRPr sz="1970" b="0">
                <a:solidFill>
                  <a:schemeClr val="tx1"/>
                </a:solidFill>
                <a:latin typeface="+mn-lt"/>
                <a:ea typeface="+mn-lt"/>
                <a:cs typeface="+mn-lt"/>
              </a:defRPr>
            </a:lvl1pPr>
            <a:lvl2pPr marL="500380" indent="-213995" algn="l">
              <a:lnSpc>
                <a:spcPct val="110000"/>
              </a:lnSpc>
              <a:spcBef>
                <a:spcPts val="0"/>
              </a:spcBef>
              <a:spcAft>
                <a:spcPts val="1125"/>
              </a:spcAft>
              <a:buChar char="•"/>
              <a:defRPr sz="1970" b="0">
                <a:solidFill>
                  <a:schemeClr val="tx1"/>
                </a:solidFill>
                <a:latin typeface="+mn-lt"/>
                <a:ea typeface="+mn-lt"/>
                <a:cs typeface="+mn-lt"/>
              </a:defRPr>
            </a:lvl2pPr>
            <a:lvl3pPr marL="786130" indent="-213995" algn="l">
              <a:lnSpc>
                <a:spcPct val="110000"/>
              </a:lnSpc>
              <a:spcBef>
                <a:spcPts val="0"/>
              </a:spcBef>
              <a:spcAft>
                <a:spcPts val="1125"/>
              </a:spcAft>
              <a:buChar char="•"/>
              <a:defRPr sz="1970" b="0">
                <a:solidFill>
                  <a:schemeClr val="tx1"/>
                </a:solidFill>
                <a:latin typeface="+mn-lt"/>
                <a:ea typeface="+mn-lt"/>
                <a:cs typeface="+mn-lt"/>
              </a:defRPr>
            </a:lvl3pPr>
            <a:lvl4pPr marL="1071880" indent="-213995" algn="l">
              <a:lnSpc>
                <a:spcPct val="110000"/>
              </a:lnSpc>
              <a:spcBef>
                <a:spcPts val="0"/>
              </a:spcBef>
              <a:spcAft>
                <a:spcPts val="1125"/>
              </a:spcAft>
              <a:buChar char="•"/>
              <a:defRPr sz="1970" b="0">
                <a:solidFill>
                  <a:schemeClr val="tx1"/>
                </a:solidFill>
                <a:latin typeface="+mn-lt"/>
                <a:ea typeface="+mn-lt"/>
                <a:cs typeface="+mn-lt"/>
              </a:defRPr>
            </a:lvl4pPr>
            <a:lvl5pPr marL="1357630" indent="-213995" algn="l">
              <a:lnSpc>
                <a:spcPct val="110000"/>
              </a:lnSpc>
              <a:spcBef>
                <a:spcPts val="0"/>
              </a:spcBef>
              <a:spcAft>
                <a:spcPts val="1125"/>
              </a:spcAft>
              <a:buChar char="•"/>
              <a:defRPr sz="1970" b="0">
                <a:solidFill>
                  <a:schemeClr val="tx1"/>
                </a:solidFill>
                <a:latin typeface="+mn-lt"/>
                <a:ea typeface="+mn-lt"/>
                <a:cs typeface="+mn-lt"/>
              </a:defRPr>
            </a:lvl5pPr>
            <a:lvl6pPr marL="1643380" indent="-213995" algn="l">
              <a:lnSpc>
                <a:spcPct val="110000"/>
              </a:lnSpc>
              <a:spcBef>
                <a:spcPts val="0"/>
              </a:spcBef>
              <a:spcAft>
                <a:spcPts val="1125"/>
              </a:spcAft>
              <a:buChar char="•"/>
              <a:defRPr sz="1970" b="0">
                <a:solidFill>
                  <a:schemeClr val="tx1"/>
                </a:solidFill>
                <a:latin typeface="+mn-lt"/>
                <a:ea typeface="+mn-lt"/>
                <a:cs typeface="+mn-lt"/>
              </a:defRPr>
            </a:lvl6pPr>
            <a:lvl7pPr marL="1929130" indent="-213995" algn="l">
              <a:lnSpc>
                <a:spcPct val="110000"/>
              </a:lnSpc>
              <a:spcBef>
                <a:spcPts val="0"/>
              </a:spcBef>
              <a:spcAft>
                <a:spcPts val="1125"/>
              </a:spcAft>
              <a:buChar char="•"/>
              <a:defRPr sz="1970" b="0">
                <a:solidFill>
                  <a:schemeClr val="tx1"/>
                </a:solidFill>
                <a:latin typeface="+mn-lt"/>
                <a:ea typeface="+mn-lt"/>
                <a:cs typeface="+mn-lt"/>
              </a:defRPr>
            </a:lvl7pPr>
            <a:lvl8pPr marL="2214880" indent="-213995" algn="l">
              <a:lnSpc>
                <a:spcPct val="110000"/>
              </a:lnSpc>
              <a:spcBef>
                <a:spcPts val="0"/>
              </a:spcBef>
              <a:spcAft>
                <a:spcPts val="1125"/>
              </a:spcAft>
              <a:buChar char="•"/>
              <a:defRPr sz="1970" b="0">
                <a:solidFill>
                  <a:schemeClr val="tx1"/>
                </a:solidFill>
                <a:latin typeface="+mn-lt"/>
                <a:ea typeface="+mn-lt"/>
                <a:cs typeface="+mn-lt"/>
              </a:defRPr>
            </a:lvl8pPr>
            <a:lvl9pPr marL="2500630" indent="-213995" algn="l">
              <a:lnSpc>
                <a:spcPct val="110000"/>
              </a:lnSpc>
              <a:spcBef>
                <a:spcPts val="0"/>
              </a:spcBef>
              <a:spcAft>
                <a:spcPts val="1125"/>
              </a:spcAft>
              <a:buChar char="•"/>
              <a:defRPr sz="1970" b="0">
                <a:solidFill>
                  <a:schemeClr val="tx1"/>
                </a:solidFill>
                <a:latin typeface="+mn-lt"/>
                <a:ea typeface="+mn-lt"/>
                <a:cs typeface="+mn-lt"/>
              </a:defRPr>
            </a:lvl9pPr>
          </a:lstStyle>
          <a:p/>
        </p:txBody>
      </p:sp>
      <p:sp>
        <p:nvSpPr>
          <p:cNvPr id="3" name="Right column"/>
          <p:cNvSpPr>
            <a:spLocks noGrp="1"/>
          </p:cNvSpPr>
          <p:nvPr>
            <p:ph type="body" idx="2"/>
          </p:nvPr>
        </p:nvSpPr>
        <p:spPr>
          <a:xfrm>
            <a:off x="6072188" y="2518833"/>
            <a:ext cx="4714875" cy="5642187"/>
          </a:xfrm>
          <a:prstGeom prst="rect">
            <a:avLst/>
          </a:prstGeom>
          <a:noFill/>
          <a:ln>
            <a:noFill/>
            <a:prstDash val="solid"/>
          </a:ln>
        </p:spPr>
        <p:txBody>
          <a:bodyPr wrap="square" lIns="0" tIns="0" rIns="0" bIns="0" anchor="t">
            <a:normAutofit/>
          </a:bodyPr>
          <a:lstStyle>
            <a:defPPr algn="l">
              <a:defRPr sz="1970" b="0">
                <a:solidFill>
                  <a:schemeClr val="tx1"/>
                </a:solidFill>
                <a:latin typeface="+mn-lt"/>
                <a:ea typeface="+mn-lt"/>
                <a:cs typeface="+mn-lt"/>
              </a:defRPr>
            </a:defPPr>
            <a:lvl1pPr marL="214630" indent="-213995" algn="l">
              <a:lnSpc>
                <a:spcPct val="110000"/>
              </a:lnSpc>
              <a:spcBef>
                <a:spcPts val="0"/>
              </a:spcBef>
              <a:spcAft>
                <a:spcPts val="1125"/>
              </a:spcAft>
              <a:buChar char="•"/>
              <a:defRPr sz="1970" b="0">
                <a:solidFill>
                  <a:schemeClr val="tx1"/>
                </a:solidFill>
                <a:latin typeface="+mn-lt"/>
                <a:ea typeface="+mn-lt"/>
                <a:cs typeface="+mn-lt"/>
              </a:defRPr>
            </a:lvl1pPr>
            <a:lvl2pPr marL="500380" indent="-213995" algn="l">
              <a:lnSpc>
                <a:spcPct val="110000"/>
              </a:lnSpc>
              <a:spcBef>
                <a:spcPts val="0"/>
              </a:spcBef>
              <a:spcAft>
                <a:spcPts val="1125"/>
              </a:spcAft>
              <a:buChar char="•"/>
              <a:defRPr sz="1970" b="0">
                <a:solidFill>
                  <a:schemeClr val="tx1"/>
                </a:solidFill>
                <a:latin typeface="+mn-lt"/>
                <a:ea typeface="+mn-lt"/>
                <a:cs typeface="+mn-lt"/>
              </a:defRPr>
            </a:lvl2pPr>
            <a:lvl3pPr marL="786130" indent="-213995" algn="l">
              <a:lnSpc>
                <a:spcPct val="110000"/>
              </a:lnSpc>
              <a:spcBef>
                <a:spcPts val="0"/>
              </a:spcBef>
              <a:spcAft>
                <a:spcPts val="1125"/>
              </a:spcAft>
              <a:buChar char="•"/>
              <a:defRPr sz="1970" b="0">
                <a:solidFill>
                  <a:schemeClr val="tx1"/>
                </a:solidFill>
                <a:latin typeface="+mn-lt"/>
                <a:ea typeface="+mn-lt"/>
                <a:cs typeface="+mn-lt"/>
              </a:defRPr>
            </a:lvl3pPr>
            <a:lvl4pPr marL="1071880" indent="-213995" algn="l">
              <a:lnSpc>
                <a:spcPct val="110000"/>
              </a:lnSpc>
              <a:spcBef>
                <a:spcPts val="0"/>
              </a:spcBef>
              <a:spcAft>
                <a:spcPts val="1125"/>
              </a:spcAft>
              <a:buChar char="•"/>
              <a:defRPr sz="1970" b="0">
                <a:solidFill>
                  <a:schemeClr val="tx1"/>
                </a:solidFill>
                <a:latin typeface="+mn-lt"/>
                <a:ea typeface="+mn-lt"/>
                <a:cs typeface="+mn-lt"/>
              </a:defRPr>
            </a:lvl4pPr>
            <a:lvl5pPr marL="1357630" indent="-213995" algn="l">
              <a:lnSpc>
                <a:spcPct val="110000"/>
              </a:lnSpc>
              <a:spcBef>
                <a:spcPts val="0"/>
              </a:spcBef>
              <a:spcAft>
                <a:spcPts val="1125"/>
              </a:spcAft>
              <a:buChar char="•"/>
              <a:defRPr sz="1970" b="0">
                <a:solidFill>
                  <a:schemeClr val="tx1"/>
                </a:solidFill>
                <a:latin typeface="+mn-lt"/>
                <a:ea typeface="+mn-lt"/>
                <a:cs typeface="+mn-lt"/>
              </a:defRPr>
            </a:lvl5pPr>
            <a:lvl6pPr marL="1643380" indent="-213995" algn="l">
              <a:lnSpc>
                <a:spcPct val="110000"/>
              </a:lnSpc>
              <a:spcBef>
                <a:spcPts val="0"/>
              </a:spcBef>
              <a:spcAft>
                <a:spcPts val="1125"/>
              </a:spcAft>
              <a:buChar char="•"/>
              <a:defRPr sz="1970" b="0">
                <a:solidFill>
                  <a:schemeClr val="tx1"/>
                </a:solidFill>
                <a:latin typeface="+mn-lt"/>
                <a:ea typeface="+mn-lt"/>
                <a:cs typeface="+mn-lt"/>
              </a:defRPr>
            </a:lvl6pPr>
            <a:lvl7pPr marL="1929130" indent="-213995" algn="l">
              <a:lnSpc>
                <a:spcPct val="110000"/>
              </a:lnSpc>
              <a:spcBef>
                <a:spcPts val="0"/>
              </a:spcBef>
              <a:spcAft>
                <a:spcPts val="1125"/>
              </a:spcAft>
              <a:buChar char="•"/>
              <a:defRPr sz="1970" b="0">
                <a:solidFill>
                  <a:schemeClr val="tx1"/>
                </a:solidFill>
                <a:latin typeface="+mn-lt"/>
                <a:ea typeface="+mn-lt"/>
                <a:cs typeface="+mn-lt"/>
              </a:defRPr>
            </a:lvl7pPr>
            <a:lvl8pPr marL="2214880" indent="-213995" algn="l">
              <a:lnSpc>
                <a:spcPct val="110000"/>
              </a:lnSpc>
              <a:spcBef>
                <a:spcPts val="0"/>
              </a:spcBef>
              <a:spcAft>
                <a:spcPts val="1125"/>
              </a:spcAft>
              <a:buChar char="•"/>
              <a:defRPr sz="1970" b="0">
                <a:solidFill>
                  <a:schemeClr val="tx1"/>
                </a:solidFill>
                <a:latin typeface="+mn-lt"/>
                <a:ea typeface="+mn-lt"/>
                <a:cs typeface="+mn-lt"/>
              </a:defRPr>
            </a:lvl8pPr>
            <a:lvl9pPr marL="2500630" indent="-213995" algn="l">
              <a:lnSpc>
                <a:spcPct val="110000"/>
              </a:lnSpc>
              <a:spcBef>
                <a:spcPts val="0"/>
              </a:spcBef>
              <a:spcAft>
                <a:spcPts val="1125"/>
              </a:spcAft>
              <a:buChar char="•"/>
              <a:defRPr sz="1970" b="0">
                <a:solidFill>
                  <a:schemeClr val="tx1"/>
                </a:solidFill>
                <a:latin typeface="+mn-lt"/>
                <a:ea typeface="+mn-lt"/>
                <a:cs typeface="+mn-lt"/>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p:sp>
        <p:nvSpPr>
          <p:cNvPr id="3" name="Title"/>
          <p:cNvSpPr>
            <a:spLocks noGrp="1"/>
          </p:cNvSpPr>
          <p:nvPr>
            <p:ph type="title"/>
          </p:nvPr>
        </p:nvSpPr>
        <p:spPr>
          <a:xfrm>
            <a:off x="642938" y="705273"/>
            <a:ext cx="10144125" cy="1108287"/>
          </a:xfrm>
          <a:prstGeom prst="rect">
            <a:avLst/>
          </a:prstGeom>
          <a:noFill/>
          <a:ln>
            <a:noFill/>
            <a:prstDash val="solid"/>
          </a:ln>
        </p:spPr>
        <p:txBody>
          <a:bodyPr wrap="square" lIns="0" tIns="0" rIns="0" bIns="0" anchor="t">
            <a:normAutofit/>
          </a:bodyPr>
          <a:lstStyle>
            <a:defPPr algn="l">
              <a:defRPr sz="3095" b="1">
                <a:solidFill>
                  <a:schemeClr val="tx1"/>
                </a:solidFill>
                <a:latin typeface="+mj-lt"/>
                <a:ea typeface="+mj-lt"/>
                <a:cs typeface="+mj-lt"/>
              </a:defRPr>
            </a:defPPr>
            <a:lvl1pPr marL="0" indent="0" algn="l">
              <a:lnSpc>
                <a:spcPct val="110000"/>
              </a:lnSpc>
              <a:spcBef>
                <a:spcPts val="0"/>
              </a:spcBef>
              <a:spcAft>
                <a:spcPts val="0"/>
              </a:spcAft>
              <a:buNone/>
              <a:defRPr sz="3095" b="1">
                <a:solidFill>
                  <a:schemeClr val="tx1"/>
                </a:solidFill>
                <a:latin typeface="+mj-lt"/>
                <a:ea typeface="+mj-lt"/>
                <a:cs typeface="+mj-lt"/>
              </a:defRPr>
            </a:lvl1pPr>
            <a:lvl2pPr marL="0" indent="0" algn="l">
              <a:lnSpc>
                <a:spcPct val="110000"/>
              </a:lnSpc>
              <a:spcBef>
                <a:spcPts val="0"/>
              </a:spcBef>
              <a:spcAft>
                <a:spcPts val="0"/>
              </a:spcAft>
              <a:buNone/>
              <a:defRPr sz="3095" b="1">
                <a:solidFill>
                  <a:schemeClr val="tx1"/>
                </a:solidFill>
                <a:latin typeface="+mj-lt"/>
                <a:ea typeface="+mj-lt"/>
                <a:cs typeface="+mj-lt"/>
              </a:defRPr>
            </a:lvl2pPr>
            <a:lvl3pPr marL="0" indent="0" algn="l">
              <a:lnSpc>
                <a:spcPct val="110000"/>
              </a:lnSpc>
              <a:spcBef>
                <a:spcPts val="0"/>
              </a:spcBef>
              <a:spcAft>
                <a:spcPts val="0"/>
              </a:spcAft>
              <a:buNone/>
              <a:defRPr sz="3095" b="1">
                <a:solidFill>
                  <a:schemeClr val="tx1"/>
                </a:solidFill>
                <a:latin typeface="+mj-lt"/>
                <a:ea typeface="+mj-lt"/>
                <a:cs typeface="+mj-lt"/>
              </a:defRPr>
            </a:lvl3pPr>
            <a:lvl4pPr marL="0" indent="0" algn="l">
              <a:lnSpc>
                <a:spcPct val="110000"/>
              </a:lnSpc>
              <a:spcBef>
                <a:spcPts val="0"/>
              </a:spcBef>
              <a:spcAft>
                <a:spcPts val="0"/>
              </a:spcAft>
              <a:buNone/>
              <a:defRPr sz="3095" b="1">
                <a:solidFill>
                  <a:schemeClr val="tx1"/>
                </a:solidFill>
                <a:latin typeface="+mj-lt"/>
                <a:ea typeface="+mj-lt"/>
                <a:cs typeface="+mj-lt"/>
              </a:defRPr>
            </a:lvl4pPr>
            <a:lvl5pPr marL="0" indent="0" algn="l">
              <a:lnSpc>
                <a:spcPct val="110000"/>
              </a:lnSpc>
              <a:spcBef>
                <a:spcPts val="0"/>
              </a:spcBef>
              <a:spcAft>
                <a:spcPts val="0"/>
              </a:spcAft>
              <a:buNone/>
              <a:defRPr sz="3095" b="1">
                <a:solidFill>
                  <a:schemeClr val="tx1"/>
                </a:solidFill>
                <a:latin typeface="+mj-lt"/>
                <a:ea typeface="+mj-lt"/>
                <a:cs typeface="+mj-lt"/>
              </a:defRPr>
            </a:lvl5pPr>
            <a:lvl6pPr marL="0" indent="0" algn="l">
              <a:lnSpc>
                <a:spcPct val="110000"/>
              </a:lnSpc>
              <a:spcBef>
                <a:spcPts val="0"/>
              </a:spcBef>
              <a:spcAft>
                <a:spcPts val="0"/>
              </a:spcAft>
              <a:buNone/>
              <a:defRPr sz="3095" b="1">
                <a:solidFill>
                  <a:schemeClr val="tx1"/>
                </a:solidFill>
                <a:latin typeface="+mj-lt"/>
                <a:ea typeface="+mj-lt"/>
                <a:cs typeface="+mj-lt"/>
              </a:defRPr>
            </a:lvl6pPr>
            <a:lvl7pPr marL="0" indent="0" algn="l">
              <a:lnSpc>
                <a:spcPct val="110000"/>
              </a:lnSpc>
              <a:spcBef>
                <a:spcPts val="0"/>
              </a:spcBef>
              <a:spcAft>
                <a:spcPts val="0"/>
              </a:spcAft>
              <a:buNone/>
              <a:defRPr sz="3095" b="1">
                <a:solidFill>
                  <a:schemeClr val="tx1"/>
                </a:solidFill>
                <a:latin typeface="+mj-lt"/>
                <a:ea typeface="+mj-lt"/>
                <a:cs typeface="+mj-lt"/>
              </a:defRPr>
            </a:lvl7pPr>
            <a:lvl8pPr marL="0" indent="0" algn="l">
              <a:lnSpc>
                <a:spcPct val="110000"/>
              </a:lnSpc>
              <a:spcBef>
                <a:spcPts val="0"/>
              </a:spcBef>
              <a:spcAft>
                <a:spcPts val="0"/>
              </a:spcAft>
              <a:buNone/>
              <a:defRPr sz="3095" b="1">
                <a:solidFill>
                  <a:schemeClr val="tx1"/>
                </a:solidFill>
                <a:latin typeface="+mj-lt"/>
                <a:ea typeface="+mj-lt"/>
                <a:cs typeface="+mj-lt"/>
              </a:defRPr>
            </a:lvl8pPr>
            <a:lvl9pPr marL="0" indent="0" algn="l">
              <a:lnSpc>
                <a:spcPct val="110000"/>
              </a:lnSpc>
              <a:spcBef>
                <a:spcPts val="0"/>
              </a:spcBef>
              <a:spcAft>
                <a:spcPts val="0"/>
              </a:spcAft>
              <a:buNone/>
              <a:defRPr sz="3095" b="1">
                <a:solidFill>
                  <a:schemeClr val="tx1"/>
                </a:solidFill>
                <a:latin typeface="+mj-lt"/>
                <a:ea typeface="+mj-lt"/>
                <a:cs typeface="+mj-lt"/>
              </a:defRPr>
            </a:lvl9pPr>
          </a:lstStyle>
          <a:p/>
        </p:txBody>
      </p:sp>
      <p:sp>
        <p:nvSpPr>
          <p:cNvPr id="2" name="Left column"/>
          <p:cNvSpPr>
            <a:spLocks noGrp="1"/>
          </p:cNvSpPr>
          <p:nvPr>
            <p:ph type="body" idx="1"/>
          </p:nvPr>
        </p:nvSpPr>
        <p:spPr>
          <a:xfrm>
            <a:off x="642938" y="2518833"/>
            <a:ext cx="4714875" cy="5642187"/>
          </a:xfrm>
          <a:prstGeom prst="rect">
            <a:avLst/>
          </a:prstGeom>
          <a:noFill/>
          <a:ln>
            <a:noFill/>
            <a:prstDash val="solid"/>
          </a:ln>
        </p:spPr>
        <p:txBody>
          <a:bodyPr wrap="square" lIns="0" tIns="0" rIns="0" bIns="0" anchor="t">
            <a:normAutofit/>
          </a:bodyPr>
          <a:lstStyle>
            <a:defPPr algn="l">
              <a:defRPr sz="2110" b="0">
                <a:solidFill>
                  <a:schemeClr val="tx1"/>
                </a:solidFill>
                <a:latin typeface="+mn-lt"/>
                <a:ea typeface="+mn-lt"/>
                <a:cs typeface="+mn-lt"/>
              </a:defRPr>
            </a:defPPr>
            <a:lvl1pPr marL="214630" indent="-213995" algn="l">
              <a:lnSpc>
                <a:spcPct val="110000"/>
              </a:lnSpc>
              <a:spcBef>
                <a:spcPts val="0"/>
              </a:spcBef>
              <a:spcAft>
                <a:spcPts val="1125"/>
              </a:spcAft>
              <a:buChar char="•"/>
              <a:defRPr sz="2110" b="0">
                <a:solidFill>
                  <a:schemeClr val="tx1"/>
                </a:solidFill>
                <a:latin typeface="+mn-lt"/>
                <a:ea typeface="+mn-lt"/>
                <a:cs typeface="+mn-lt"/>
              </a:defRPr>
            </a:lvl1pPr>
            <a:lvl2pPr marL="500380" indent="-213995" algn="l">
              <a:lnSpc>
                <a:spcPct val="110000"/>
              </a:lnSpc>
              <a:spcBef>
                <a:spcPts val="0"/>
              </a:spcBef>
              <a:spcAft>
                <a:spcPts val="1125"/>
              </a:spcAft>
              <a:buChar char="•"/>
              <a:defRPr sz="2110" b="0">
                <a:solidFill>
                  <a:schemeClr val="tx1"/>
                </a:solidFill>
                <a:latin typeface="+mn-lt"/>
                <a:ea typeface="+mn-lt"/>
                <a:cs typeface="+mn-lt"/>
              </a:defRPr>
            </a:lvl2pPr>
            <a:lvl3pPr marL="786130" indent="-213995" algn="l">
              <a:lnSpc>
                <a:spcPct val="110000"/>
              </a:lnSpc>
              <a:spcBef>
                <a:spcPts val="0"/>
              </a:spcBef>
              <a:spcAft>
                <a:spcPts val="1125"/>
              </a:spcAft>
              <a:buChar char="•"/>
              <a:defRPr sz="2110" b="0">
                <a:solidFill>
                  <a:schemeClr val="tx1"/>
                </a:solidFill>
                <a:latin typeface="+mn-lt"/>
                <a:ea typeface="+mn-lt"/>
                <a:cs typeface="+mn-lt"/>
              </a:defRPr>
            </a:lvl3pPr>
            <a:lvl4pPr marL="1071880" indent="-213995" algn="l">
              <a:lnSpc>
                <a:spcPct val="110000"/>
              </a:lnSpc>
              <a:spcBef>
                <a:spcPts val="0"/>
              </a:spcBef>
              <a:spcAft>
                <a:spcPts val="1125"/>
              </a:spcAft>
              <a:buChar char="•"/>
              <a:defRPr sz="2110" b="0">
                <a:solidFill>
                  <a:schemeClr val="tx1"/>
                </a:solidFill>
                <a:latin typeface="+mn-lt"/>
                <a:ea typeface="+mn-lt"/>
                <a:cs typeface="+mn-lt"/>
              </a:defRPr>
            </a:lvl4pPr>
            <a:lvl5pPr marL="1357630" indent="-213995" algn="l">
              <a:lnSpc>
                <a:spcPct val="110000"/>
              </a:lnSpc>
              <a:spcBef>
                <a:spcPts val="0"/>
              </a:spcBef>
              <a:spcAft>
                <a:spcPts val="1125"/>
              </a:spcAft>
              <a:buChar char="•"/>
              <a:defRPr sz="2110" b="0">
                <a:solidFill>
                  <a:schemeClr val="tx1"/>
                </a:solidFill>
                <a:latin typeface="+mn-lt"/>
                <a:ea typeface="+mn-lt"/>
                <a:cs typeface="+mn-lt"/>
              </a:defRPr>
            </a:lvl5pPr>
            <a:lvl6pPr marL="1643380" indent="-213995" algn="l">
              <a:lnSpc>
                <a:spcPct val="110000"/>
              </a:lnSpc>
              <a:spcBef>
                <a:spcPts val="0"/>
              </a:spcBef>
              <a:spcAft>
                <a:spcPts val="1125"/>
              </a:spcAft>
              <a:buChar char="•"/>
              <a:defRPr sz="2110" b="0">
                <a:solidFill>
                  <a:schemeClr val="tx1"/>
                </a:solidFill>
                <a:latin typeface="+mn-lt"/>
                <a:ea typeface="+mn-lt"/>
                <a:cs typeface="+mn-lt"/>
              </a:defRPr>
            </a:lvl6pPr>
            <a:lvl7pPr marL="1929130" indent="-213995" algn="l">
              <a:lnSpc>
                <a:spcPct val="110000"/>
              </a:lnSpc>
              <a:spcBef>
                <a:spcPts val="0"/>
              </a:spcBef>
              <a:spcAft>
                <a:spcPts val="1125"/>
              </a:spcAft>
              <a:buChar char="•"/>
              <a:defRPr sz="2110" b="0">
                <a:solidFill>
                  <a:schemeClr val="tx1"/>
                </a:solidFill>
                <a:latin typeface="+mn-lt"/>
                <a:ea typeface="+mn-lt"/>
                <a:cs typeface="+mn-lt"/>
              </a:defRPr>
            </a:lvl7pPr>
            <a:lvl8pPr marL="2214880" indent="-213995" algn="l">
              <a:lnSpc>
                <a:spcPct val="110000"/>
              </a:lnSpc>
              <a:spcBef>
                <a:spcPts val="0"/>
              </a:spcBef>
              <a:spcAft>
                <a:spcPts val="1125"/>
              </a:spcAft>
              <a:buChar char="•"/>
              <a:defRPr sz="2110" b="0">
                <a:solidFill>
                  <a:schemeClr val="tx1"/>
                </a:solidFill>
                <a:latin typeface="+mn-lt"/>
                <a:ea typeface="+mn-lt"/>
                <a:cs typeface="+mn-lt"/>
              </a:defRPr>
            </a:lvl8pPr>
            <a:lvl9pPr marL="2500630" indent="-213995" algn="l">
              <a:lnSpc>
                <a:spcPct val="110000"/>
              </a:lnSpc>
              <a:spcBef>
                <a:spcPts val="0"/>
              </a:spcBef>
              <a:spcAft>
                <a:spcPts val="1125"/>
              </a:spcAft>
              <a:buChar char="•"/>
              <a:defRPr sz="2110" b="0">
                <a:solidFill>
                  <a:schemeClr val="tx1"/>
                </a:solidFill>
                <a:latin typeface="+mn-lt"/>
                <a:ea typeface="+mn-lt"/>
                <a:cs typeface="+mn-lt"/>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4.xml"/><Relationship Id="rId8" Type="http://schemas.openxmlformats.org/officeDocument/2006/relationships/tags" Target="../tags/tag3.xml"/><Relationship Id="rId7" Type="http://schemas.openxmlformats.org/officeDocument/2006/relationships/image" Target="../media/image2.svg"/><Relationship Id="rId6" Type="http://schemas.openxmlformats.org/officeDocument/2006/relationships/image" Target="../media/image1.png"/><Relationship Id="rId5" Type="http://schemas.openxmlformats.org/officeDocument/2006/relationships/tags" Target="../tags/tag2.xml"/><Relationship Id="rId4" Type="http://schemas.openxmlformats.org/officeDocument/2006/relationships/tags" Target="../tags/tag1.xml"/><Relationship Id="rId3" Type="http://schemas.openxmlformats.org/officeDocument/2006/relationships/chart" Target="../charts/chart3.xml"/><Relationship Id="rId2" Type="http://schemas.openxmlformats.org/officeDocument/2006/relationships/chart" Target="../charts/chart2.xml"/><Relationship Id="rId14" Type="http://schemas.openxmlformats.org/officeDocument/2006/relationships/notesSlide" Target="../notesSlides/notesSlide1.xml"/><Relationship Id="rId13" Type="http://schemas.openxmlformats.org/officeDocument/2006/relationships/slideLayout" Target="../slideLayouts/slideLayout6.xml"/><Relationship Id="rId12" Type="http://schemas.openxmlformats.org/officeDocument/2006/relationships/tags" Target="../tags/tag7.xml"/><Relationship Id="rId11" Type="http://schemas.openxmlformats.org/officeDocument/2006/relationships/tags" Target="../tags/tag6.xml"/><Relationship Id="rId10" Type="http://schemas.openxmlformats.org/officeDocument/2006/relationships/tags" Target="../tags/tag5.xml"/><Relationship Id="rId1" Type="http://schemas.openxmlformats.org/officeDocument/2006/relationships/chart" Target="../charts/char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70" name="Editable rounded frame 2155"/>
          <p:cNvSpPr>
            <a:spLocks noGrp="1"/>
          </p:cNvSpPr>
          <p:nvPr/>
        </p:nvSpPr>
        <p:spPr>
          <a:xfrm>
            <a:off x="6579235" y="2065655"/>
            <a:ext cx="3318510" cy="1144905"/>
          </a:xfrm>
          <a:prstGeom prst="roundRect">
            <a:avLst>
              <a:gd name="adj" fmla="val 4167"/>
            </a:avLst>
          </a:prstGeom>
          <a:noFill/>
          <a:ln w="0">
            <a:solidFill>
              <a:srgbClr val="B9CCD5"/>
            </a:solidFill>
            <a:prstDash val="solid"/>
          </a:ln>
        </p:spPr>
      </p:sp>
      <p:sp>
        <p:nvSpPr>
          <p:cNvPr id="51" name="(a)  Task-level supervision frame"/>
          <p:cNvSpPr>
            <a:spLocks noGrp="1"/>
          </p:cNvSpPr>
          <p:nvPr/>
        </p:nvSpPr>
        <p:spPr>
          <a:xfrm>
            <a:off x="1537970" y="2065655"/>
            <a:ext cx="4796155" cy="5578475"/>
          </a:xfrm>
          <a:prstGeom prst="roundRect">
            <a:avLst>
              <a:gd name="adj" fmla="val 5208"/>
            </a:avLst>
          </a:prstGeom>
          <a:solidFill>
            <a:srgbClr val="FFFFFF"/>
          </a:solidFill>
          <a:ln w="13335">
            <a:solidFill>
              <a:srgbClr val="B9CCD5"/>
            </a:solidFill>
            <a:prstDash val="solid"/>
          </a:ln>
        </p:spPr>
      </p:sp>
      <p:sp>
        <p:nvSpPr>
          <p:cNvPr id="52" name="(a)  Task-level supervision"/>
          <p:cNvSpPr>
            <a:spLocks noGrp="1"/>
          </p:cNvSpPr>
          <p:nvPr/>
        </p:nvSpPr>
        <p:spPr>
          <a:xfrm>
            <a:off x="1663065" y="2065655"/>
            <a:ext cx="4020185" cy="419100"/>
          </a:xfrm>
          <a:prstGeom prst="rect">
            <a:avLst/>
          </a:prstGeom>
          <a:noFill/>
          <a:ln w="0">
            <a:noFill/>
            <a:prstDash val="solid"/>
          </a:ln>
        </p:spPr>
        <p:txBody>
          <a:bodyPr wrap="none" lIns="0" tIns="0" rIns="0" bIns="0" anchor="ctr">
            <a:noAutofit/>
          </a:bodyPr>
          <a:lstStyle>
            <a:defPPr algn="l">
              <a:defRPr sz="2400" b="1">
                <a:solidFill>
                  <a:srgbClr val="486C84"/>
                </a:solidFill>
                <a:latin typeface="Arial" panose="020B0604020202090204"/>
                <a:ea typeface="Arial" panose="020B0604020202090204"/>
                <a:cs typeface="Arial" panose="020B0604020202090204"/>
              </a:defRPr>
            </a:defPPr>
            <a:lvl1pPr algn="l">
              <a:defRPr sz="2400" b="1">
                <a:solidFill>
                  <a:srgbClr val="486C84"/>
                </a:solidFill>
                <a:latin typeface="Arial" panose="020B0604020202090204"/>
                <a:ea typeface="Arial" panose="020B0604020202090204"/>
                <a:cs typeface="Arial" panose="020B0604020202090204"/>
              </a:defRPr>
            </a:lvl1pPr>
            <a:lvl2pPr algn="l">
              <a:defRPr sz="2400" b="1">
                <a:solidFill>
                  <a:srgbClr val="486C84"/>
                </a:solidFill>
                <a:latin typeface="Arial" panose="020B0604020202090204"/>
                <a:ea typeface="Arial" panose="020B0604020202090204"/>
                <a:cs typeface="Arial" panose="020B0604020202090204"/>
              </a:defRPr>
            </a:lvl2pPr>
            <a:lvl3pPr algn="l">
              <a:defRPr sz="2400" b="1">
                <a:solidFill>
                  <a:srgbClr val="486C84"/>
                </a:solidFill>
                <a:latin typeface="Arial" panose="020B0604020202090204"/>
                <a:ea typeface="Arial" panose="020B0604020202090204"/>
                <a:cs typeface="Arial" panose="020B0604020202090204"/>
              </a:defRPr>
            </a:lvl3pPr>
            <a:lvl4pPr algn="l">
              <a:defRPr sz="2400" b="1">
                <a:solidFill>
                  <a:srgbClr val="486C84"/>
                </a:solidFill>
                <a:latin typeface="Arial" panose="020B0604020202090204"/>
                <a:ea typeface="Arial" panose="020B0604020202090204"/>
                <a:cs typeface="Arial" panose="020B0604020202090204"/>
              </a:defRPr>
            </a:lvl4pPr>
            <a:lvl5pPr algn="l">
              <a:defRPr sz="2400" b="1">
                <a:solidFill>
                  <a:srgbClr val="486C84"/>
                </a:solidFill>
                <a:latin typeface="Arial" panose="020B0604020202090204"/>
                <a:ea typeface="Arial" panose="020B0604020202090204"/>
                <a:cs typeface="Arial" panose="020B0604020202090204"/>
              </a:defRPr>
            </a:lvl5pPr>
            <a:lvl6pPr algn="l">
              <a:defRPr sz="2400" b="1">
                <a:solidFill>
                  <a:srgbClr val="486C84"/>
                </a:solidFill>
                <a:latin typeface="Arial" panose="020B0604020202090204"/>
                <a:ea typeface="Arial" panose="020B0604020202090204"/>
                <a:cs typeface="Arial" panose="020B0604020202090204"/>
              </a:defRPr>
            </a:lvl6pPr>
            <a:lvl7pPr algn="l">
              <a:defRPr sz="2400" b="1">
                <a:solidFill>
                  <a:srgbClr val="486C84"/>
                </a:solidFill>
                <a:latin typeface="Arial" panose="020B0604020202090204"/>
                <a:ea typeface="Arial" panose="020B0604020202090204"/>
                <a:cs typeface="Arial" panose="020B0604020202090204"/>
              </a:defRPr>
            </a:lvl7pPr>
            <a:lvl8pPr algn="l">
              <a:defRPr sz="2400" b="1">
                <a:solidFill>
                  <a:srgbClr val="486C84"/>
                </a:solidFill>
                <a:latin typeface="Arial" panose="020B0604020202090204"/>
                <a:ea typeface="Arial" panose="020B0604020202090204"/>
                <a:cs typeface="Arial" panose="020B0604020202090204"/>
              </a:defRPr>
            </a:lvl8pPr>
            <a:lvl9pPr algn="l">
              <a:defRPr sz="2400" b="1">
                <a:solidFill>
                  <a:srgbClr val="486C84"/>
                </a:solidFill>
                <a:latin typeface="Arial" panose="020B0604020202090204"/>
                <a:ea typeface="Arial" panose="020B0604020202090204"/>
                <a:cs typeface="Arial" panose="020B0604020202090204"/>
              </a:defRPr>
            </a:lvl9pPr>
          </a:lstStyle>
          <a:p>
            <a:pPr algn="l">
              <a:defRPr sz="2400" b="1">
                <a:solidFill>
                  <a:srgbClr val="486C84"/>
                </a:solidFill>
                <a:latin typeface="Arial" panose="020B0604020202090204"/>
                <a:ea typeface="Arial" panose="020B0604020202090204"/>
                <a:cs typeface="Arial" panose="020B0604020202090204"/>
              </a:defRPr>
            </a:pPr>
            <a:r>
              <a:rPr sz="1600" b="1">
                <a:solidFill>
                  <a:srgbClr val="486C84"/>
                </a:solidFill>
                <a:latin typeface="Arial" panose="020B0604020202090204"/>
                <a:ea typeface="Arial" panose="020B0604020202090204"/>
                <a:cs typeface="Arial" panose="020B0604020202090204"/>
              </a:rPr>
              <a:t>(a)  Task-level supervision</a:t>
            </a:r>
            <a:endParaRPr sz="1600" b="1">
              <a:solidFill>
                <a:srgbClr val="486C84"/>
              </a:solidFill>
              <a:latin typeface="Arial" panose="020B0604020202090204"/>
              <a:ea typeface="Arial" panose="020B0604020202090204"/>
              <a:cs typeface="Arial" panose="020B0604020202090204"/>
            </a:endParaRPr>
          </a:p>
        </p:txBody>
      </p:sp>
      <p:sp>
        <p:nvSpPr>
          <p:cNvPr id="54" name="(b)  Concatenated local instructions"/>
          <p:cNvSpPr>
            <a:spLocks noGrp="1"/>
          </p:cNvSpPr>
          <p:nvPr/>
        </p:nvSpPr>
        <p:spPr>
          <a:xfrm>
            <a:off x="1663065" y="3669665"/>
            <a:ext cx="4297680" cy="419100"/>
          </a:xfrm>
          <a:prstGeom prst="rect">
            <a:avLst/>
          </a:prstGeom>
          <a:noFill/>
          <a:ln w="0">
            <a:noFill/>
            <a:prstDash val="solid"/>
          </a:ln>
        </p:spPr>
        <p:txBody>
          <a:bodyPr wrap="none" lIns="0" tIns="0" rIns="0" bIns="0" anchor="ctr">
            <a:noAutofit/>
          </a:bodyPr>
          <a:lstStyle>
            <a:defPPr algn="l">
              <a:defRPr sz="2400" b="1">
                <a:solidFill>
                  <a:srgbClr val="4F796F"/>
                </a:solidFill>
                <a:latin typeface="Arial" panose="020B0604020202090204"/>
                <a:ea typeface="Arial" panose="020B0604020202090204"/>
                <a:cs typeface="Arial" panose="020B0604020202090204"/>
              </a:defRPr>
            </a:defPPr>
            <a:lvl1pPr algn="l">
              <a:defRPr sz="2400" b="1">
                <a:solidFill>
                  <a:srgbClr val="4F796F"/>
                </a:solidFill>
                <a:latin typeface="Arial" panose="020B0604020202090204"/>
                <a:ea typeface="Arial" panose="020B0604020202090204"/>
                <a:cs typeface="Arial" panose="020B0604020202090204"/>
              </a:defRPr>
            </a:lvl1pPr>
            <a:lvl2pPr algn="l">
              <a:defRPr sz="2400" b="1">
                <a:solidFill>
                  <a:srgbClr val="4F796F"/>
                </a:solidFill>
                <a:latin typeface="Arial" panose="020B0604020202090204"/>
                <a:ea typeface="Arial" panose="020B0604020202090204"/>
                <a:cs typeface="Arial" panose="020B0604020202090204"/>
              </a:defRPr>
            </a:lvl2pPr>
            <a:lvl3pPr algn="l">
              <a:defRPr sz="2400" b="1">
                <a:solidFill>
                  <a:srgbClr val="4F796F"/>
                </a:solidFill>
                <a:latin typeface="Arial" panose="020B0604020202090204"/>
                <a:ea typeface="Arial" panose="020B0604020202090204"/>
                <a:cs typeface="Arial" panose="020B0604020202090204"/>
              </a:defRPr>
            </a:lvl3pPr>
            <a:lvl4pPr algn="l">
              <a:defRPr sz="2400" b="1">
                <a:solidFill>
                  <a:srgbClr val="4F796F"/>
                </a:solidFill>
                <a:latin typeface="Arial" panose="020B0604020202090204"/>
                <a:ea typeface="Arial" panose="020B0604020202090204"/>
                <a:cs typeface="Arial" panose="020B0604020202090204"/>
              </a:defRPr>
            </a:lvl4pPr>
            <a:lvl5pPr algn="l">
              <a:defRPr sz="2400" b="1">
                <a:solidFill>
                  <a:srgbClr val="4F796F"/>
                </a:solidFill>
                <a:latin typeface="Arial" panose="020B0604020202090204"/>
                <a:ea typeface="Arial" panose="020B0604020202090204"/>
                <a:cs typeface="Arial" panose="020B0604020202090204"/>
              </a:defRPr>
            </a:lvl5pPr>
            <a:lvl6pPr algn="l">
              <a:defRPr sz="2400" b="1">
                <a:solidFill>
                  <a:srgbClr val="4F796F"/>
                </a:solidFill>
                <a:latin typeface="Arial" panose="020B0604020202090204"/>
                <a:ea typeface="Arial" panose="020B0604020202090204"/>
                <a:cs typeface="Arial" panose="020B0604020202090204"/>
              </a:defRPr>
            </a:lvl6pPr>
            <a:lvl7pPr algn="l">
              <a:defRPr sz="2400" b="1">
                <a:solidFill>
                  <a:srgbClr val="4F796F"/>
                </a:solidFill>
                <a:latin typeface="Arial" panose="020B0604020202090204"/>
                <a:ea typeface="Arial" panose="020B0604020202090204"/>
                <a:cs typeface="Arial" panose="020B0604020202090204"/>
              </a:defRPr>
            </a:lvl7pPr>
            <a:lvl8pPr algn="l">
              <a:defRPr sz="2400" b="1">
                <a:solidFill>
                  <a:srgbClr val="4F796F"/>
                </a:solidFill>
                <a:latin typeface="Arial" panose="020B0604020202090204"/>
                <a:ea typeface="Arial" panose="020B0604020202090204"/>
                <a:cs typeface="Arial" panose="020B0604020202090204"/>
              </a:defRPr>
            </a:lvl8pPr>
            <a:lvl9pPr algn="l">
              <a:defRPr sz="2400" b="1">
                <a:solidFill>
                  <a:srgbClr val="4F796F"/>
                </a:solidFill>
                <a:latin typeface="Arial" panose="020B0604020202090204"/>
                <a:ea typeface="Arial" panose="020B0604020202090204"/>
                <a:cs typeface="Arial" panose="020B0604020202090204"/>
              </a:defRPr>
            </a:lvl9pPr>
          </a:lstStyle>
          <a:p>
            <a:pPr algn="l">
              <a:defRPr sz="2400" b="1">
                <a:solidFill>
                  <a:srgbClr val="4F796F"/>
                </a:solidFill>
                <a:latin typeface="Arial" panose="020B0604020202090204"/>
                <a:ea typeface="Arial" panose="020B0604020202090204"/>
                <a:cs typeface="Arial" panose="020B0604020202090204"/>
              </a:defRPr>
            </a:pPr>
            <a:r>
              <a:rPr sz="1600" b="1">
                <a:solidFill>
                  <a:srgbClr val="4F796F"/>
                </a:solidFill>
                <a:latin typeface="Arial" panose="020B0604020202090204"/>
                <a:ea typeface="Arial" panose="020B0604020202090204"/>
                <a:cs typeface="Arial" panose="020B0604020202090204"/>
              </a:rPr>
              <a:t>(b)  Concatenated local instructions</a:t>
            </a:r>
            <a:endParaRPr sz="1600" b="1">
              <a:solidFill>
                <a:srgbClr val="4F796F"/>
              </a:solidFill>
              <a:latin typeface="Arial" panose="020B0604020202090204"/>
              <a:ea typeface="Arial" panose="020B0604020202090204"/>
              <a:cs typeface="Arial" panose="020B0604020202090204"/>
            </a:endParaRPr>
          </a:p>
        </p:txBody>
      </p:sp>
      <p:sp>
        <p:nvSpPr>
          <p:cNvPr id="56" name="(c)  Action-aligned local supervision"/>
          <p:cNvSpPr>
            <a:spLocks noGrp="1"/>
          </p:cNvSpPr>
          <p:nvPr/>
        </p:nvSpPr>
        <p:spPr>
          <a:xfrm>
            <a:off x="1663065" y="5560695"/>
            <a:ext cx="4297680" cy="419100"/>
          </a:xfrm>
          <a:prstGeom prst="rect">
            <a:avLst/>
          </a:prstGeom>
          <a:noFill/>
          <a:ln w="0">
            <a:noFill/>
            <a:prstDash val="solid"/>
          </a:ln>
        </p:spPr>
        <p:txBody>
          <a:bodyPr wrap="none" lIns="0" tIns="0" rIns="0" bIns="0" anchor="ctr">
            <a:noAutofit/>
          </a:bodyPr>
          <a:lstStyle>
            <a:defPPr algn="l">
              <a:defRPr sz="2400" b="1">
                <a:solidFill>
                  <a:srgbClr val="896F55"/>
                </a:solidFill>
                <a:latin typeface="Arial" panose="020B0604020202090204"/>
                <a:ea typeface="Arial" panose="020B0604020202090204"/>
                <a:cs typeface="Arial" panose="020B0604020202090204"/>
              </a:defRPr>
            </a:defPPr>
            <a:lvl1pPr algn="l">
              <a:defRPr sz="2400" b="1">
                <a:solidFill>
                  <a:srgbClr val="896F55"/>
                </a:solidFill>
                <a:latin typeface="Arial" panose="020B0604020202090204"/>
                <a:ea typeface="Arial" panose="020B0604020202090204"/>
                <a:cs typeface="Arial" panose="020B0604020202090204"/>
              </a:defRPr>
            </a:lvl1pPr>
            <a:lvl2pPr algn="l">
              <a:defRPr sz="2400" b="1">
                <a:solidFill>
                  <a:srgbClr val="896F55"/>
                </a:solidFill>
                <a:latin typeface="Arial" panose="020B0604020202090204"/>
                <a:ea typeface="Arial" panose="020B0604020202090204"/>
                <a:cs typeface="Arial" panose="020B0604020202090204"/>
              </a:defRPr>
            </a:lvl2pPr>
            <a:lvl3pPr algn="l">
              <a:defRPr sz="2400" b="1">
                <a:solidFill>
                  <a:srgbClr val="896F55"/>
                </a:solidFill>
                <a:latin typeface="Arial" panose="020B0604020202090204"/>
                <a:ea typeface="Arial" panose="020B0604020202090204"/>
                <a:cs typeface="Arial" panose="020B0604020202090204"/>
              </a:defRPr>
            </a:lvl3pPr>
            <a:lvl4pPr algn="l">
              <a:defRPr sz="2400" b="1">
                <a:solidFill>
                  <a:srgbClr val="896F55"/>
                </a:solidFill>
                <a:latin typeface="Arial" panose="020B0604020202090204"/>
                <a:ea typeface="Arial" panose="020B0604020202090204"/>
                <a:cs typeface="Arial" panose="020B0604020202090204"/>
              </a:defRPr>
            </a:lvl4pPr>
            <a:lvl5pPr algn="l">
              <a:defRPr sz="2400" b="1">
                <a:solidFill>
                  <a:srgbClr val="896F55"/>
                </a:solidFill>
                <a:latin typeface="Arial" panose="020B0604020202090204"/>
                <a:ea typeface="Arial" panose="020B0604020202090204"/>
                <a:cs typeface="Arial" panose="020B0604020202090204"/>
              </a:defRPr>
            </a:lvl5pPr>
            <a:lvl6pPr algn="l">
              <a:defRPr sz="2400" b="1">
                <a:solidFill>
                  <a:srgbClr val="896F55"/>
                </a:solidFill>
                <a:latin typeface="Arial" panose="020B0604020202090204"/>
                <a:ea typeface="Arial" panose="020B0604020202090204"/>
                <a:cs typeface="Arial" panose="020B0604020202090204"/>
              </a:defRPr>
            </a:lvl6pPr>
            <a:lvl7pPr algn="l">
              <a:defRPr sz="2400" b="1">
                <a:solidFill>
                  <a:srgbClr val="896F55"/>
                </a:solidFill>
                <a:latin typeface="Arial" panose="020B0604020202090204"/>
                <a:ea typeface="Arial" panose="020B0604020202090204"/>
                <a:cs typeface="Arial" panose="020B0604020202090204"/>
              </a:defRPr>
            </a:lvl7pPr>
            <a:lvl8pPr algn="l">
              <a:defRPr sz="2400" b="1">
                <a:solidFill>
                  <a:srgbClr val="896F55"/>
                </a:solidFill>
                <a:latin typeface="Arial" panose="020B0604020202090204"/>
                <a:ea typeface="Arial" panose="020B0604020202090204"/>
                <a:cs typeface="Arial" panose="020B0604020202090204"/>
              </a:defRPr>
            </a:lvl8pPr>
            <a:lvl9pPr algn="l">
              <a:defRPr sz="2400" b="1">
                <a:solidFill>
                  <a:srgbClr val="896F55"/>
                </a:solidFill>
                <a:latin typeface="Arial" panose="020B0604020202090204"/>
                <a:ea typeface="Arial" panose="020B0604020202090204"/>
                <a:cs typeface="Arial" panose="020B0604020202090204"/>
              </a:defRPr>
            </a:lvl9pPr>
          </a:lstStyle>
          <a:p>
            <a:pPr algn="l">
              <a:defRPr sz="2400" b="1">
                <a:solidFill>
                  <a:srgbClr val="896F55"/>
                </a:solidFill>
                <a:latin typeface="Arial" panose="020B0604020202090204"/>
                <a:ea typeface="Arial" panose="020B0604020202090204"/>
                <a:cs typeface="Arial" panose="020B0604020202090204"/>
              </a:defRPr>
            </a:pPr>
            <a:r>
              <a:rPr sz="1600" b="1">
                <a:solidFill>
                  <a:srgbClr val="896F55"/>
                </a:solidFill>
                <a:latin typeface="Arial" panose="020B0604020202090204"/>
                <a:ea typeface="Arial" panose="020B0604020202090204"/>
                <a:cs typeface="Arial" panose="020B0604020202090204"/>
              </a:rPr>
              <a:t>(c)  Action-aligned local supervision</a:t>
            </a:r>
            <a:endParaRPr sz="1600" b="1">
              <a:solidFill>
                <a:srgbClr val="896F55"/>
              </a:solidFill>
              <a:latin typeface="Arial" panose="020B0604020202090204"/>
              <a:ea typeface="Arial" panose="020B0604020202090204"/>
              <a:cs typeface="Arial" panose="020B0604020202090204"/>
            </a:endParaRPr>
          </a:p>
        </p:txBody>
      </p:sp>
      <p:sp>
        <p:nvSpPr>
          <p:cNvPr id="57" name="Task-level instruction"/>
          <p:cNvSpPr>
            <a:spLocks noGrp="1"/>
          </p:cNvSpPr>
          <p:nvPr/>
        </p:nvSpPr>
        <p:spPr>
          <a:xfrm>
            <a:off x="1682115" y="2572385"/>
            <a:ext cx="4421505" cy="645160"/>
          </a:xfrm>
          <a:prstGeom prst="roundRect">
            <a:avLst>
              <a:gd name="adj" fmla="val 6593"/>
            </a:avLst>
          </a:prstGeom>
          <a:solidFill>
            <a:srgbClr val="F0F5F4"/>
          </a:solidFill>
          <a:ln w="0">
            <a:noFill/>
            <a:prstDash val="solid"/>
          </a:ln>
        </p:spPr>
      </p:sp>
      <p:sp>
        <p:nvSpPr>
          <p:cNvPr id="58" name="Complete task instruction"/>
          <p:cNvSpPr>
            <a:spLocks noGrp="1"/>
          </p:cNvSpPr>
          <p:nvPr/>
        </p:nvSpPr>
        <p:spPr>
          <a:xfrm>
            <a:off x="1844040" y="2555240"/>
            <a:ext cx="3529330" cy="685800"/>
          </a:xfrm>
          <a:prstGeom prst="rect">
            <a:avLst/>
          </a:prstGeom>
          <a:noFill/>
          <a:ln w="0">
            <a:noFill/>
            <a:prstDash val="solid"/>
          </a:ln>
        </p:spPr>
        <p:txBody>
          <a:bodyPr wrap="none" lIns="0" tIns="0" rIns="0" bIns="0" anchor="ctr">
            <a:noAutofit/>
          </a:bodyPr>
          <a:lstStyle>
            <a:defPPr algn="l">
              <a:defRPr sz="2100" b="0">
                <a:solidFill>
                  <a:srgbClr val="2B3E4B"/>
                </a:solidFill>
                <a:latin typeface="Arial" panose="020B0604020202090204"/>
                <a:ea typeface="Arial" panose="020B0604020202090204"/>
                <a:cs typeface="Arial" panose="020B0604020202090204"/>
              </a:defRPr>
            </a:defPPr>
            <a:lvl1pPr algn="l">
              <a:defRPr sz="2100" b="0">
                <a:solidFill>
                  <a:srgbClr val="2B3E4B"/>
                </a:solidFill>
                <a:latin typeface="Arial" panose="020B0604020202090204"/>
                <a:ea typeface="Arial" panose="020B0604020202090204"/>
                <a:cs typeface="Arial" panose="020B0604020202090204"/>
              </a:defRPr>
            </a:lvl1pPr>
            <a:lvl2pPr algn="l">
              <a:defRPr sz="2100" b="0">
                <a:solidFill>
                  <a:srgbClr val="2B3E4B"/>
                </a:solidFill>
                <a:latin typeface="Arial" panose="020B0604020202090204"/>
                <a:ea typeface="Arial" panose="020B0604020202090204"/>
                <a:cs typeface="Arial" panose="020B0604020202090204"/>
              </a:defRPr>
            </a:lvl2pPr>
            <a:lvl3pPr algn="l">
              <a:defRPr sz="2100" b="0">
                <a:solidFill>
                  <a:srgbClr val="2B3E4B"/>
                </a:solidFill>
                <a:latin typeface="Arial" panose="020B0604020202090204"/>
                <a:ea typeface="Arial" panose="020B0604020202090204"/>
                <a:cs typeface="Arial" panose="020B0604020202090204"/>
              </a:defRPr>
            </a:lvl3pPr>
            <a:lvl4pPr algn="l">
              <a:defRPr sz="2100" b="0">
                <a:solidFill>
                  <a:srgbClr val="2B3E4B"/>
                </a:solidFill>
                <a:latin typeface="Arial" panose="020B0604020202090204"/>
                <a:ea typeface="Arial" panose="020B0604020202090204"/>
                <a:cs typeface="Arial" panose="020B0604020202090204"/>
              </a:defRPr>
            </a:lvl4pPr>
            <a:lvl5pPr algn="l">
              <a:defRPr sz="2100" b="0">
                <a:solidFill>
                  <a:srgbClr val="2B3E4B"/>
                </a:solidFill>
                <a:latin typeface="Arial" panose="020B0604020202090204"/>
                <a:ea typeface="Arial" panose="020B0604020202090204"/>
                <a:cs typeface="Arial" panose="020B0604020202090204"/>
              </a:defRPr>
            </a:lvl5pPr>
            <a:lvl6pPr algn="l">
              <a:defRPr sz="2100" b="0">
                <a:solidFill>
                  <a:srgbClr val="2B3E4B"/>
                </a:solidFill>
                <a:latin typeface="Arial" panose="020B0604020202090204"/>
                <a:ea typeface="Arial" panose="020B0604020202090204"/>
                <a:cs typeface="Arial" panose="020B0604020202090204"/>
              </a:defRPr>
            </a:lvl6pPr>
            <a:lvl7pPr algn="l">
              <a:defRPr sz="2100" b="0">
                <a:solidFill>
                  <a:srgbClr val="2B3E4B"/>
                </a:solidFill>
                <a:latin typeface="Arial" panose="020B0604020202090204"/>
                <a:ea typeface="Arial" panose="020B0604020202090204"/>
                <a:cs typeface="Arial" panose="020B0604020202090204"/>
              </a:defRPr>
            </a:lvl7pPr>
            <a:lvl8pPr algn="l">
              <a:defRPr sz="2100" b="0">
                <a:solidFill>
                  <a:srgbClr val="2B3E4B"/>
                </a:solidFill>
                <a:latin typeface="Arial" panose="020B0604020202090204"/>
                <a:ea typeface="Arial" panose="020B0604020202090204"/>
                <a:cs typeface="Arial" panose="020B0604020202090204"/>
              </a:defRPr>
            </a:lvl8pPr>
            <a:lvl9pPr algn="l">
              <a:defRPr sz="2100" b="0">
                <a:solidFill>
                  <a:srgbClr val="2B3E4B"/>
                </a:solidFill>
                <a:latin typeface="Arial" panose="020B0604020202090204"/>
                <a:ea typeface="Arial" panose="020B0604020202090204"/>
                <a:cs typeface="Arial" panose="020B0604020202090204"/>
              </a:defRPr>
            </a:lvl9pPr>
          </a:lstStyle>
          <a:p>
            <a:pPr algn="l">
              <a:defRPr sz="2100" b="0">
                <a:solidFill>
                  <a:srgbClr val="2B3E4B"/>
                </a:solidFill>
                <a:latin typeface="Arial" panose="020B0604020202090204"/>
                <a:ea typeface="Arial" panose="020B0604020202090204"/>
                <a:cs typeface="Arial" panose="020B0604020202090204"/>
              </a:defRPr>
            </a:pPr>
            <a:r>
              <a:rPr sz="1800" b="0">
                <a:solidFill>
                  <a:srgbClr val="2B3E4B"/>
                </a:solidFill>
                <a:latin typeface="Arial" panose="020B0604020202090204"/>
                <a:ea typeface="Arial" panose="020B0604020202090204"/>
                <a:cs typeface="Arial" panose="020B0604020202090204"/>
              </a:rPr>
              <a:t>Pick up the cup and place it</a:t>
            </a:r>
            <a:endParaRPr sz="1800" b="0">
              <a:solidFill>
                <a:srgbClr val="2B3E4B"/>
              </a:solidFill>
              <a:latin typeface="Arial" panose="020B0604020202090204"/>
              <a:ea typeface="Arial" panose="020B0604020202090204"/>
              <a:cs typeface="Arial" panose="020B0604020202090204"/>
            </a:endParaRPr>
          </a:p>
          <a:p>
            <a:pPr algn="l">
              <a:defRPr sz="2100" b="0">
                <a:solidFill>
                  <a:srgbClr val="2B3E4B"/>
                </a:solidFill>
                <a:latin typeface="Arial" panose="020B0604020202090204"/>
                <a:ea typeface="Arial" panose="020B0604020202090204"/>
                <a:cs typeface="Arial" panose="020B0604020202090204"/>
              </a:defRPr>
            </a:pPr>
            <a:r>
              <a:rPr sz="1800" b="0">
                <a:solidFill>
                  <a:srgbClr val="2B3E4B"/>
                </a:solidFill>
                <a:latin typeface="Arial" panose="020B0604020202090204"/>
                <a:ea typeface="Arial" panose="020B0604020202090204"/>
                <a:cs typeface="Arial" panose="020B0604020202090204"/>
              </a:rPr>
              <a:t>on the plate.</a:t>
            </a:r>
            <a:endParaRPr sz="1800" b="0">
              <a:solidFill>
                <a:srgbClr val="2B3E4B"/>
              </a:solidFill>
              <a:latin typeface="Arial" panose="020B0604020202090204"/>
              <a:ea typeface="Arial" panose="020B0604020202090204"/>
              <a:cs typeface="Arial" panose="020B0604020202090204"/>
            </a:endParaRPr>
          </a:p>
        </p:txBody>
      </p:sp>
      <p:sp>
        <p:nvSpPr>
          <p:cNvPr id="59" name="Entire trajectory under task-level instruction"/>
          <p:cNvSpPr>
            <a:spLocks noGrp="1"/>
          </p:cNvSpPr>
          <p:nvPr/>
        </p:nvSpPr>
        <p:spPr>
          <a:xfrm>
            <a:off x="1682115" y="3349625"/>
            <a:ext cx="4421505" cy="322580"/>
          </a:xfrm>
          <a:prstGeom prst="roundRect">
            <a:avLst>
              <a:gd name="adj" fmla="val 11538"/>
            </a:avLst>
          </a:prstGeom>
          <a:solidFill>
            <a:srgbClr val="F8F1EE"/>
          </a:solidFill>
          <a:ln w="0">
            <a:noFill/>
            <a:prstDash val="solid"/>
          </a:ln>
        </p:spPr>
      </p:sp>
      <p:sp>
        <p:nvSpPr>
          <p:cNvPr id="60" name="Full action sequence A"/>
          <p:cNvSpPr>
            <a:spLocks noGrp="1"/>
          </p:cNvSpPr>
          <p:nvPr/>
        </p:nvSpPr>
        <p:spPr>
          <a:xfrm>
            <a:off x="1844040" y="3284220"/>
            <a:ext cx="3580130" cy="365125"/>
          </a:xfrm>
          <a:prstGeom prst="rect">
            <a:avLst/>
          </a:prstGeom>
          <a:noFill/>
          <a:ln w="0">
            <a:noFill/>
            <a:prstDash val="solid"/>
          </a:ln>
        </p:spPr>
        <p:txBody>
          <a:bodyPr wrap="none" lIns="0" tIns="0" rIns="0" bIns="0" anchor="ctr">
            <a:noAutofit/>
          </a:bodyPr>
          <a:lstStyle>
            <a:defPPr algn="l">
              <a:defRPr sz="2025" b="0">
                <a:solidFill>
                  <a:srgbClr val="2B3E4B"/>
                </a:solidFill>
                <a:latin typeface="Arial" panose="020B0604020202090204"/>
                <a:ea typeface="Arial" panose="020B0604020202090204"/>
                <a:cs typeface="Arial" panose="020B0604020202090204"/>
              </a:defRPr>
            </a:defPPr>
            <a:lvl1pPr algn="l">
              <a:defRPr sz="2025" b="0">
                <a:solidFill>
                  <a:srgbClr val="2B3E4B"/>
                </a:solidFill>
                <a:latin typeface="Arial" panose="020B0604020202090204"/>
                <a:ea typeface="Arial" panose="020B0604020202090204"/>
                <a:cs typeface="Arial" panose="020B0604020202090204"/>
              </a:defRPr>
            </a:lvl1pPr>
            <a:lvl2pPr algn="l">
              <a:defRPr sz="2025" b="0">
                <a:solidFill>
                  <a:srgbClr val="2B3E4B"/>
                </a:solidFill>
                <a:latin typeface="Arial" panose="020B0604020202090204"/>
                <a:ea typeface="Arial" panose="020B0604020202090204"/>
                <a:cs typeface="Arial" panose="020B0604020202090204"/>
              </a:defRPr>
            </a:lvl2pPr>
            <a:lvl3pPr algn="l">
              <a:defRPr sz="2025" b="0">
                <a:solidFill>
                  <a:srgbClr val="2B3E4B"/>
                </a:solidFill>
                <a:latin typeface="Arial" panose="020B0604020202090204"/>
                <a:ea typeface="Arial" panose="020B0604020202090204"/>
                <a:cs typeface="Arial" panose="020B0604020202090204"/>
              </a:defRPr>
            </a:lvl3pPr>
            <a:lvl4pPr algn="l">
              <a:defRPr sz="2025" b="0">
                <a:solidFill>
                  <a:srgbClr val="2B3E4B"/>
                </a:solidFill>
                <a:latin typeface="Arial" panose="020B0604020202090204"/>
                <a:ea typeface="Arial" panose="020B0604020202090204"/>
                <a:cs typeface="Arial" panose="020B0604020202090204"/>
              </a:defRPr>
            </a:lvl4pPr>
            <a:lvl5pPr algn="l">
              <a:defRPr sz="2025" b="0">
                <a:solidFill>
                  <a:srgbClr val="2B3E4B"/>
                </a:solidFill>
                <a:latin typeface="Arial" panose="020B0604020202090204"/>
                <a:ea typeface="Arial" panose="020B0604020202090204"/>
                <a:cs typeface="Arial" panose="020B0604020202090204"/>
              </a:defRPr>
            </a:lvl5pPr>
            <a:lvl6pPr algn="l">
              <a:defRPr sz="2025" b="0">
                <a:solidFill>
                  <a:srgbClr val="2B3E4B"/>
                </a:solidFill>
                <a:latin typeface="Arial" panose="020B0604020202090204"/>
                <a:ea typeface="Arial" panose="020B0604020202090204"/>
                <a:cs typeface="Arial" panose="020B0604020202090204"/>
              </a:defRPr>
            </a:lvl6pPr>
            <a:lvl7pPr algn="l">
              <a:defRPr sz="2025" b="0">
                <a:solidFill>
                  <a:srgbClr val="2B3E4B"/>
                </a:solidFill>
                <a:latin typeface="Arial" panose="020B0604020202090204"/>
                <a:ea typeface="Arial" panose="020B0604020202090204"/>
                <a:cs typeface="Arial" panose="020B0604020202090204"/>
              </a:defRPr>
            </a:lvl7pPr>
            <a:lvl8pPr algn="l">
              <a:defRPr sz="2025" b="0">
                <a:solidFill>
                  <a:srgbClr val="2B3E4B"/>
                </a:solidFill>
                <a:latin typeface="Arial" panose="020B0604020202090204"/>
                <a:ea typeface="Arial" panose="020B0604020202090204"/>
                <a:cs typeface="Arial" panose="020B0604020202090204"/>
              </a:defRPr>
            </a:lvl8pPr>
            <a:lvl9pPr algn="l">
              <a:defRPr sz="2025" b="0">
                <a:solidFill>
                  <a:srgbClr val="2B3E4B"/>
                </a:solidFill>
                <a:latin typeface="Arial" panose="020B0604020202090204"/>
                <a:ea typeface="Arial" panose="020B0604020202090204"/>
                <a:cs typeface="Arial" panose="020B0604020202090204"/>
              </a:defRPr>
            </a:lvl9pPr>
          </a:lstStyle>
          <a:p>
            <a:pPr algn="l">
              <a:defRPr sz="2025" b="0">
                <a:solidFill>
                  <a:srgbClr val="2B3E4B"/>
                </a:solidFill>
                <a:latin typeface="Arial" panose="020B0604020202090204"/>
                <a:ea typeface="Arial" panose="020B0604020202090204"/>
                <a:cs typeface="Arial" panose="020B0604020202090204"/>
              </a:defRPr>
            </a:pPr>
            <a:r>
              <a:rPr sz="1800" b="0">
                <a:solidFill>
                  <a:srgbClr val="2B3E4B"/>
                </a:solidFill>
                <a:latin typeface="Arial" panose="020B0604020202090204"/>
                <a:ea typeface="Arial" panose="020B0604020202090204"/>
                <a:cs typeface="Arial" panose="020B0604020202090204"/>
              </a:rPr>
              <a:t>[a1, a2, a3, a4, a5, a6, a7, a8]</a:t>
            </a:r>
            <a:endParaRPr sz="1800" b="0">
              <a:solidFill>
                <a:srgbClr val="2B3E4B"/>
              </a:solidFill>
              <a:latin typeface="Arial" panose="020B0604020202090204"/>
              <a:ea typeface="Arial" panose="020B0604020202090204"/>
              <a:cs typeface="Arial" panose="020B0604020202090204"/>
            </a:endParaRPr>
          </a:p>
        </p:txBody>
      </p:sp>
      <p:graphicFrame>
        <p:nvGraphicFramePr>
          <p:cNvPr id="62" name="Chart"/>
          <p:cNvGraphicFramePr/>
          <p:nvPr/>
        </p:nvGraphicFramePr>
        <p:xfrm>
          <a:off x="6740525" y="2315210"/>
          <a:ext cx="2857500" cy="1924050"/>
        </p:xfrm>
        <a:graphic>
          <a:graphicData uri="http://schemas.openxmlformats.org/drawingml/2006/chart">
            <c:chart xmlns:c="http://schemas.openxmlformats.org/drawingml/2006/chart" xmlns:r="http://schemas.openxmlformats.org/officeDocument/2006/relationships" r:id="rId1"/>
          </a:graphicData>
        </a:graphic>
      </p:graphicFrame>
      <p:sp>
        <p:nvSpPr>
          <p:cNvPr id="63" name="Concatenated local instructions"/>
          <p:cNvSpPr>
            <a:spLocks noGrp="1"/>
          </p:cNvSpPr>
          <p:nvPr/>
        </p:nvSpPr>
        <p:spPr>
          <a:xfrm>
            <a:off x="1682115" y="4091940"/>
            <a:ext cx="4487545" cy="916305"/>
          </a:xfrm>
          <a:prstGeom prst="roundRect">
            <a:avLst>
              <a:gd name="adj" fmla="val 4545"/>
            </a:avLst>
          </a:prstGeom>
          <a:solidFill>
            <a:srgbClr val="F0F5F4"/>
          </a:solidFill>
          <a:ln w="0">
            <a:noFill/>
            <a:prstDash val="solid"/>
          </a:ln>
        </p:spPr>
      </p:sp>
      <p:sp>
        <p:nvSpPr>
          <p:cNvPr id="64" name="Local instructions concatenated for the complete trajectory"/>
          <p:cNvSpPr>
            <a:spLocks noGrp="1"/>
          </p:cNvSpPr>
          <p:nvPr/>
        </p:nvSpPr>
        <p:spPr>
          <a:xfrm>
            <a:off x="1844040" y="4006215"/>
            <a:ext cx="4258945" cy="1085850"/>
          </a:xfrm>
          <a:prstGeom prst="rect">
            <a:avLst/>
          </a:prstGeom>
          <a:noFill/>
          <a:ln w="0">
            <a:noFill/>
            <a:prstDash val="solid"/>
          </a:ln>
        </p:spPr>
        <p:txBody>
          <a:bodyPr wrap="none" lIns="0" tIns="0" rIns="0" bIns="0" anchor="ctr">
            <a:noAutofit/>
          </a:bodyPr>
          <a:lstStyle>
            <a:defPPr algn="l">
              <a:defRPr sz="2100" b="0">
                <a:solidFill>
                  <a:srgbClr val="2B3E4B"/>
                </a:solidFill>
                <a:latin typeface="Arial" panose="020B0604020202090204"/>
                <a:ea typeface="Arial" panose="020B0604020202090204"/>
                <a:cs typeface="Arial" panose="020B0604020202090204"/>
              </a:defRPr>
            </a:defPPr>
            <a:lvl1pPr algn="l">
              <a:defRPr sz="2100" b="0">
                <a:solidFill>
                  <a:srgbClr val="2B3E4B"/>
                </a:solidFill>
                <a:latin typeface="Arial" panose="020B0604020202090204"/>
                <a:ea typeface="Arial" panose="020B0604020202090204"/>
                <a:cs typeface="Arial" panose="020B0604020202090204"/>
              </a:defRPr>
            </a:lvl1pPr>
            <a:lvl2pPr algn="l">
              <a:defRPr sz="2100" b="0">
                <a:solidFill>
                  <a:srgbClr val="2B3E4B"/>
                </a:solidFill>
                <a:latin typeface="Arial" panose="020B0604020202090204"/>
                <a:ea typeface="Arial" panose="020B0604020202090204"/>
                <a:cs typeface="Arial" panose="020B0604020202090204"/>
              </a:defRPr>
            </a:lvl2pPr>
            <a:lvl3pPr algn="l">
              <a:defRPr sz="2100" b="0">
                <a:solidFill>
                  <a:srgbClr val="2B3E4B"/>
                </a:solidFill>
                <a:latin typeface="Arial" panose="020B0604020202090204"/>
                <a:ea typeface="Arial" panose="020B0604020202090204"/>
                <a:cs typeface="Arial" panose="020B0604020202090204"/>
              </a:defRPr>
            </a:lvl3pPr>
            <a:lvl4pPr algn="l">
              <a:defRPr sz="2100" b="0">
                <a:solidFill>
                  <a:srgbClr val="2B3E4B"/>
                </a:solidFill>
                <a:latin typeface="Arial" panose="020B0604020202090204"/>
                <a:ea typeface="Arial" panose="020B0604020202090204"/>
                <a:cs typeface="Arial" panose="020B0604020202090204"/>
              </a:defRPr>
            </a:lvl4pPr>
            <a:lvl5pPr algn="l">
              <a:defRPr sz="2100" b="0">
                <a:solidFill>
                  <a:srgbClr val="2B3E4B"/>
                </a:solidFill>
                <a:latin typeface="Arial" panose="020B0604020202090204"/>
                <a:ea typeface="Arial" panose="020B0604020202090204"/>
                <a:cs typeface="Arial" panose="020B0604020202090204"/>
              </a:defRPr>
            </a:lvl5pPr>
            <a:lvl6pPr algn="l">
              <a:defRPr sz="2100" b="0">
                <a:solidFill>
                  <a:srgbClr val="2B3E4B"/>
                </a:solidFill>
                <a:latin typeface="Arial" panose="020B0604020202090204"/>
                <a:ea typeface="Arial" panose="020B0604020202090204"/>
                <a:cs typeface="Arial" panose="020B0604020202090204"/>
              </a:defRPr>
            </a:lvl6pPr>
            <a:lvl7pPr algn="l">
              <a:defRPr sz="2100" b="0">
                <a:solidFill>
                  <a:srgbClr val="2B3E4B"/>
                </a:solidFill>
                <a:latin typeface="Arial" panose="020B0604020202090204"/>
                <a:ea typeface="Arial" panose="020B0604020202090204"/>
                <a:cs typeface="Arial" panose="020B0604020202090204"/>
              </a:defRPr>
            </a:lvl7pPr>
            <a:lvl8pPr algn="l">
              <a:defRPr sz="2100" b="0">
                <a:solidFill>
                  <a:srgbClr val="2B3E4B"/>
                </a:solidFill>
                <a:latin typeface="Arial" panose="020B0604020202090204"/>
                <a:ea typeface="Arial" panose="020B0604020202090204"/>
                <a:cs typeface="Arial" panose="020B0604020202090204"/>
              </a:defRPr>
            </a:lvl8pPr>
            <a:lvl9pPr algn="l">
              <a:defRPr sz="2100" b="0">
                <a:solidFill>
                  <a:srgbClr val="2B3E4B"/>
                </a:solidFill>
                <a:latin typeface="Arial" panose="020B0604020202090204"/>
                <a:ea typeface="Arial" panose="020B0604020202090204"/>
                <a:cs typeface="Arial" panose="020B0604020202090204"/>
              </a:defRPr>
            </a:lvl9pPr>
          </a:lstStyle>
          <a:p>
            <a:pPr algn="l">
              <a:defRPr sz="2100" b="0">
                <a:solidFill>
                  <a:srgbClr val="2B3E4B"/>
                </a:solidFill>
                <a:latin typeface="Arial" panose="020B0604020202090204"/>
                <a:ea typeface="Arial" panose="020B0604020202090204"/>
                <a:cs typeface="Arial" panose="020B0604020202090204"/>
              </a:defRPr>
            </a:pPr>
            <a:r>
              <a:rPr sz="1800" b="0">
                <a:solidFill>
                  <a:srgbClr val="2B3E4B"/>
                </a:solidFill>
                <a:latin typeface="Arial" panose="020B0604020202090204"/>
                <a:ea typeface="Arial" panose="020B0604020202090204"/>
                <a:cs typeface="Arial" panose="020B0604020202090204"/>
              </a:rPr>
              <a:t>Approach the cup. Grasp the cup.</a:t>
            </a:r>
            <a:endParaRPr sz="1800" b="0">
              <a:solidFill>
                <a:srgbClr val="2B3E4B"/>
              </a:solidFill>
              <a:latin typeface="Arial" panose="020B0604020202090204"/>
              <a:ea typeface="Arial" panose="020B0604020202090204"/>
              <a:cs typeface="Arial" panose="020B0604020202090204"/>
            </a:endParaRPr>
          </a:p>
          <a:p>
            <a:pPr algn="l">
              <a:defRPr sz="2100" b="0">
                <a:solidFill>
                  <a:srgbClr val="2B3E4B"/>
                </a:solidFill>
                <a:latin typeface="Arial" panose="020B0604020202090204"/>
                <a:ea typeface="Arial" panose="020B0604020202090204"/>
                <a:cs typeface="Arial" panose="020B0604020202090204"/>
              </a:defRPr>
            </a:pPr>
            <a:r>
              <a:rPr sz="1800" b="0">
                <a:solidFill>
                  <a:srgbClr val="2B3E4B"/>
                </a:solidFill>
                <a:latin typeface="Arial" panose="020B0604020202090204"/>
                <a:ea typeface="Arial" panose="020B0604020202090204"/>
                <a:cs typeface="Arial" panose="020B0604020202090204"/>
              </a:rPr>
              <a:t>Move the cup to the plate.</a:t>
            </a:r>
            <a:endParaRPr sz="1800" b="0">
              <a:solidFill>
                <a:srgbClr val="2B3E4B"/>
              </a:solidFill>
              <a:latin typeface="Arial" panose="020B0604020202090204"/>
              <a:ea typeface="Arial" panose="020B0604020202090204"/>
              <a:cs typeface="Arial" panose="020B0604020202090204"/>
            </a:endParaRPr>
          </a:p>
          <a:p>
            <a:pPr algn="l">
              <a:defRPr sz="2100" b="0">
                <a:solidFill>
                  <a:srgbClr val="2B3E4B"/>
                </a:solidFill>
                <a:latin typeface="Arial" panose="020B0604020202090204"/>
                <a:ea typeface="Arial" panose="020B0604020202090204"/>
                <a:cs typeface="Arial" panose="020B0604020202090204"/>
              </a:defRPr>
            </a:pPr>
            <a:r>
              <a:rPr sz="1800" b="0">
                <a:solidFill>
                  <a:srgbClr val="2B3E4B"/>
                </a:solidFill>
                <a:latin typeface="Arial" panose="020B0604020202090204"/>
                <a:ea typeface="Arial" panose="020B0604020202090204"/>
                <a:cs typeface="Arial" panose="020B0604020202090204"/>
              </a:rPr>
              <a:t>Release the cup.</a:t>
            </a:r>
            <a:endParaRPr sz="1800" b="0">
              <a:solidFill>
                <a:srgbClr val="2B3E4B"/>
              </a:solidFill>
              <a:latin typeface="Arial" panose="020B0604020202090204"/>
              <a:ea typeface="Arial" panose="020B0604020202090204"/>
              <a:cs typeface="Arial" panose="020B0604020202090204"/>
            </a:endParaRPr>
          </a:p>
        </p:txBody>
      </p:sp>
      <p:sp>
        <p:nvSpPr>
          <p:cNvPr id="65" name="Entire trajectory under concatenated local instructions"/>
          <p:cNvSpPr>
            <a:spLocks noGrp="1"/>
          </p:cNvSpPr>
          <p:nvPr/>
        </p:nvSpPr>
        <p:spPr>
          <a:xfrm>
            <a:off x="1682115" y="5095875"/>
            <a:ext cx="4486275" cy="438150"/>
          </a:xfrm>
          <a:prstGeom prst="roundRect">
            <a:avLst>
              <a:gd name="adj" fmla="val 13043"/>
            </a:avLst>
          </a:prstGeom>
          <a:solidFill>
            <a:srgbClr val="F8F1EE"/>
          </a:solidFill>
          <a:ln w="0">
            <a:noFill/>
            <a:prstDash val="solid"/>
          </a:ln>
        </p:spPr>
      </p:sp>
      <p:sp>
        <p:nvSpPr>
          <p:cNvPr id="66" name="Full action sequence B"/>
          <p:cNvSpPr>
            <a:spLocks noGrp="1"/>
          </p:cNvSpPr>
          <p:nvPr/>
        </p:nvSpPr>
        <p:spPr>
          <a:xfrm>
            <a:off x="1844040" y="5114925"/>
            <a:ext cx="3216910" cy="400050"/>
          </a:xfrm>
          <a:prstGeom prst="rect">
            <a:avLst/>
          </a:prstGeom>
          <a:noFill/>
          <a:ln w="0">
            <a:noFill/>
            <a:prstDash val="solid"/>
          </a:ln>
        </p:spPr>
        <p:txBody>
          <a:bodyPr wrap="none" lIns="0" tIns="0" rIns="0" bIns="0" anchor="ctr">
            <a:noAutofit/>
          </a:bodyPr>
          <a:lstStyle>
            <a:defPPr algn="l">
              <a:defRPr sz="2025" b="0">
                <a:solidFill>
                  <a:srgbClr val="2B3E4B"/>
                </a:solidFill>
                <a:latin typeface="Arial" panose="020B0604020202090204"/>
                <a:ea typeface="Arial" panose="020B0604020202090204"/>
                <a:cs typeface="Arial" panose="020B0604020202090204"/>
              </a:defRPr>
            </a:defPPr>
            <a:lvl1pPr algn="l">
              <a:defRPr sz="2025" b="0">
                <a:solidFill>
                  <a:srgbClr val="2B3E4B"/>
                </a:solidFill>
                <a:latin typeface="Arial" panose="020B0604020202090204"/>
                <a:ea typeface="Arial" panose="020B0604020202090204"/>
                <a:cs typeface="Arial" panose="020B0604020202090204"/>
              </a:defRPr>
            </a:lvl1pPr>
            <a:lvl2pPr algn="l">
              <a:defRPr sz="2025" b="0">
                <a:solidFill>
                  <a:srgbClr val="2B3E4B"/>
                </a:solidFill>
                <a:latin typeface="Arial" panose="020B0604020202090204"/>
                <a:ea typeface="Arial" panose="020B0604020202090204"/>
                <a:cs typeface="Arial" panose="020B0604020202090204"/>
              </a:defRPr>
            </a:lvl2pPr>
            <a:lvl3pPr algn="l">
              <a:defRPr sz="2025" b="0">
                <a:solidFill>
                  <a:srgbClr val="2B3E4B"/>
                </a:solidFill>
                <a:latin typeface="Arial" panose="020B0604020202090204"/>
                <a:ea typeface="Arial" panose="020B0604020202090204"/>
                <a:cs typeface="Arial" panose="020B0604020202090204"/>
              </a:defRPr>
            </a:lvl3pPr>
            <a:lvl4pPr algn="l">
              <a:defRPr sz="2025" b="0">
                <a:solidFill>
                  <a:srgbClr val="2B3E4B"/>
                </a:solidFill>
                <a:latin typeface="Arial" panose="020B0604020202090204"/>
                <a:ea typeface="Arial" panose="020B0604020202090204"/>
                <a:cs typeface="Arial" panose="020B0604020202090204"/>
              </a:defRPr>
            </a:lvl4pPr>
            <a:lvl5pPr algn="l">
              <a:defRPr sz="2025" b="0">
                <a:solidFill>
                  <a:srgbClr val="2B3E4B"/>
                </a:solidFill>
                <a:latin typeface="Arial" panose="020B0604020202090204"/>
                <a:ea typeface="Arial" panose="020B0604020202090204"/>
                <a:cs typeface="Arial" panose="020B0604020202090204"/>
              </a:defRPr>
            </a:lvl5pPr>
            <a:lvl6pPr algn="l">
              <a:defRPr sz="2025" b="0">
                <a:solidFill>
                  <a:srgbClr val="2B3E4B"/>
                </a:solidFill>
                <a:latin typeface="Arial" panose="020B0604020202090204"/>
                <a:ea typeface="Arial" panose="020B0604020202090204"/>
                <a:cs typeface="Arial" panose="020B0604020202090204"/>
              </a:defRPr>
            </a:lvl6pPr>
            <a:lvl7pPr algn="l">
              <a:defRPr sz="2025" b="0">
                <a:solidFill>
                  <a:srgbClr val="2B3E4B"/>
                </a:solidFill>
                <a:latin typeface="Arial" panose="020B0604020202090204"/>
                <a:ea typeface="Arial" panose="020B0604020202090204"/>
                <a:cs typeface="Arial" panose="020B0604020202090204"/>
              </a:defRPr>
            </a:lvl7pPr>
            <a:lvl8pPr algn="l">
              <a:defRPr sz="2025" b="0">
                <a:solidFill>
                  <a:srgbClr val="2B3E4B"/>
                </a:solidFill>
                <a:latin typeface="Arial" panose="020B0604020202090204"/>
                <a:ea typeface="Arial" panose="020B0604020202090204"/>
                <a:cs typeface="Arial" panose="020B0604020202090204"/>
              </a:defRPr>
            </a:lvl8pPr>
            <a:lvl9pPr algn="l">
              <a:defRPr sz="2025" b="0">
                <a:solidFill>
                  <a:srgbClr val="2B3E4B"/>
                </a:solidFill>
                <a:latin typeface="Arial" panose="020B0604020202090204"/>
                <a:ea typeface="Arial" panose="020B0604020202090204"/>
                <a:cs typeface="Arial" panose="020B0604020202090204"/>
              </a:defRPr>
            </a:lvl9pPr>
          </a:lstStyle>
          <a:p>
            <a:pPr algn="l">
              <a:defRPr sz="2025" b="0">
                <a:solidFill>
                  <a:srgbClr val="2B3E4B"/>
                </a:solidFill>
                <a:latin typeface="Arial" panose="020B0604020202090204"/>
                <a:ea typeface="Arial" panose="020B0604020202090204"/>
                <a:cs typeface="Arial" panose="020B0604020202090204"/>
              </a:defRPr>
            </a:pPr>
            <a:r>
              <a:rPr sz="1800" b="0">
                <a:solidFill>
                  <a:srgbClr val="2B3E4B"/>
                </a:solidFill>
                <a:latin typeface="Arial" panose="020B0604020202090204"/>
                <a:ea typeface="Arial" panose="020B0604020202090204"/>
                <a:cs typeface="Arial" panose="020B0604020202090204"/>
              </a:rPr>
              <a:t>[a1, a2, a3, a4, a5, a6, a7, a8]</a:t>
            </a:r>
            <a:endParaRPr sz="1800" b="0">
              <a:solidFill>
                <a:srgbClr val="2B3E4B"/>
              </a:solidFill>
              <a:latin typeface="Arial" panose="020B0604020202090204"/>
              <a:ea typeface="Arial" panose="020B0604020202090204"/>
              <a:cs typeface="Arial" panose="020B0604020202090204"/>
            </a:endParaRPr>
          </a:p>
        </p:txBody>
      </p:sp>
      <p:graphicFrame>
        <p:nvGraphicFramePr>
          <p:cNvPr id="68" name="Chart"/>
          <p:cNvGraphicFramePr/>
          <p:nvPr/>
        </p:nvGraphicFramePr>
        <p:xfrm>
          <a:off x="6596380" y="3811905"/>
          <a:ext cx="2857500" cy="1924050"/>
        </p:xfrm>
        <a:graphic>
          <a:graphicData uri="http://schemas.openxmlformats.org/drawingml/2006/chart">
            <c:chart xmlns:c="http://schemas.openxmlformats.org/drawingml/2006/chart" xmlns:r="http://schemas.openxmlformats.org/officeDocument/2006/relationships" r:id="rId2"/>
          </a:graphicData>
        </a:graphic>
      </p:graphicFrame>
      <p:sp>
        <p:nvSpPr>
          <p:cNvPr id="69" name="Aligned local instruction and action mapping"/>
          <p:cNvSpPr>
            <a:spLocks noGrp="1"/>
          </p:cNvSpPr>
          <p:nvPr/>
        </p:nvSpPr>
        <p:spPr>
          <a:xfrm>
            <a:off x="1682115" y="6012180"/>
            <a:ext cx="4486910" cy="1506855"/>
          </a:xfrm>
          <a:prstGeom prst="roundRect">
            <a:avLst>
              <a:gd name="adj" fmla="val 3000"/>
            </a:avLst>
          </a:prstGeom>
          <a:solidFill>
            <a:srgbClr val="F0F5F4"/>
          </a:solidFill>
          <a:ln w="0">
            <a:noFill/>
            <a:prstDash val="solid"/>
          </a:ln>
        </p:spPr>
      </p:sp>
      <p:graphicFrame>
        <p:nvGraphicFramePr>
          <p:cNvPr id="70" name="表格 69"/>
          <p:cNvGraphicFramePr/>
          <p:nvPr>
            <p:custDataLst>
              <p:tags r:id="rId4"/>
            </p:custDataLst>
          </p:nvPr>
        </p:nvGraphicFramePr>
        <p:xfrm>
          <a:off x="1758315" y="5976620"/>
          <a:ext cx="4345305" cy="1541780"/>
        </p:xfrm>
        <a:graphic>
          <a:graphicData uri="http://schemas.openxmlformats.org/drawingml/2006/table">
            <a:tbl>
              <a:tblPr/>
              <a:tblGrid>
                <a:gridCol w="3293110"/>
                <a:gridCol w="1052195"/>
              </a:tblGrid>
              <a:tr h="385445">
                <a:tc>
                  <a:txBody>
                    <a:bodyPr wrap="none">
                      <a:spAutoFit/>
                    </a:bodyPr>
                    <a:lstStyle/>
                    <a:p>
                      <a:pPr algn="l"/>
                      <a:r>
                        <a:rPr sz="1800" b="0">
                          <a:solidFill>
                            <a:srgbClr val="2B3E4B"/>
                          </a:solidFill>
                          <a:latin typeface="Arial" panose="020B0604020202090204"/>
                          <a:ea typeface="Arial" panose="020B0604020202090204"/>
                          <a:cs typeface="Arial" panose="020B0604020202090204"/>
                        </a:rPr>
                        <a:t>Approach the cup.</a:t>
                      </a:r>
                      <a:endParaRPr sz="1800" b="0">
                        <a:solidFill>
                          <a:srgbClr val="2B3E4B"/>
                        </a:solidFill>
                        <a:latin typeface="Arial" panose="020B0604020202090204"/>
                        <a:ea typeface="Arial" panose="020B0604020202090204"/>
                        <a:cs typeface="Arial" panose="020B0604020202090204"/>
                      </a:endParaRPr>
                    </a:p>
                  </a:txBody>
                  <a:tcPr marL="85725" marR="57150" marT="38100" marB="38100" anchor="ctr">
                    <a:lnL w="0">
                      <a:solidFill>
                        <a:srgbClr val="F0F5F4"/>
                      </a:solidFill>
                      <a:prstDash val="solid"/>
                    </a:lnL>
                    <a:lnR w="0">
                      <a:solidFill>
                        <a:srgbClr val="F0F5F4"/>
                      </a:solidFill>
                      <a:prstDash val="solid"/>
                    </a:lnR>
                    <a:lnT w="0">
                      <a:solidFill>
                        <a:srgbClr val="F0F5F4"/>
                      </a:solidFill>
                      <a:prstDash val="solid"/>
                    </a:lnT>
                    <a:lnB w="0">
                      <a:solidFill>
                        <a:srgbClr val="F0F5F4"/>
                      </a:solidFill>
                      <a:prstDash val="solid"/>
                    </a:lnB>
                    <a:noFill/>
                  </a:tcPr>
                </a:tc>
                <a:tc>
                  <a:txBody>
                    <a:bodyPr wrap="none">
                      <a:spAutoFit/>
                    </a:bodyPr>
                    <a:lstStyle/>
                    <a:p>
                      <a:pPr algn="ctr"/>
                      <a:r>
                        <a:rPr sz="1800" b="0">
                          <a:solidFill>
                            <a:srgbClr val="2B3E4B"/>
                          </a:solidFill>
                          <a:latin typeface="Arial" panose="020B0604020202090204"/>
                          <a:ea typeface="Arial" panose="020B0604020202090204"/>
                          <a:cs typeface="Arial" panose="020B0604020202090204"/>
                        </a:rPr>
                        <a:t>a1, a2</a:t>
                      </a:r>
                      <a:endParaRPr sz="1800" b="0">
                        <a:solidFill>
                          <a:srgbClr val="2B3E4B"/>
                        </a:solidFill>
                        <a:latin typeface="Arial" panose="020B0604020202090204"/>
                        <a:ea typeface="Arial" panose="020B0604020202090204"/>
                        <a:cs typeface="Arial" panose="020B0604020202090204"/>
                      </a:endParaRPr>
                    </a:p>
                  </a:txBody>
                  <a:tcPr marL="57150" marR="57150" marT="38100" marB="38100" anchor="ctr">
                    <a:lnR w="0">
                      <a:solidFill>
                        <a:srgbClr val="F0F5F4"/>
                      </a:solidFill>
                      <a:prstDash val="solid"/>
                    </a:lnR>
                    <a:lnT w="0">
                      <a:solidFill>
                        <a:srgbClr val="F0F5F4"/>
                      </a:solidFill>
                      <a:prstDash val="solid"/>
                    </a:lnT>
                    <a:lnB w="0">
                      <a:solidFill>
                        <a:srgbClr val="F0F5F4"/>
                      </a:solidFill>
                      <a:prstDash val="solid"/>
                    </a:lnB>
                    <a:solidFill>
                      <a:srgbClr val="F8F1EE"/>
                    </a:solidFill>
                  </a:tcPr>
                </a:tc>
              </a:tr>
              <a:tr h="385445">
                <a:tc>
                  <a:txBody>
                    <a:bodyPr wrap="none">
                      <a:spAutoFit/>
                    </a:bodyPr>
                    <a:lstStyle/>
                    <a:p>
                      <a:pPr algn="l"/>
                      <a:r>
                        <a:rPr sz="1800" b="0">
                          <a:solidFill>
                            <a:srgbClr val="2B3E4B"/>
                          </a:solidFill>
                          <a:latin typeface="Arial" panose="020B0604020202090204"/>
                          <a:ea typeface="Arial" panose="020B0604020202090204"/>
                          <a:cs typeface="Arial" panose="020B0604020202090204"/>
                        </a:rPr>
                        <a:t>Grasp the cup.</a:t>
                      </a:r>
                      <a:endParaRPr sz="1800" b="0">
                        <a:solidFill>
                          <a:srgbClr val="2B3E4B"/>
                        </a:solidFill>
                        <a:latin typeface="Arial" panose="020B0604020202090204"/>
                        <a:ea typeface="Arial" panose="020B0604020202090204"/>
                        <a:cs typeface="Arial" panose="020B0604020202090204"/>
                      </a:endParaRPr>
                    </a:p>
                  </a:txBody>
                  <a:tcPr marL="85725" marR="57150" marT="38100" marB="38100" anchor="ctr">
                    <a:lnL w="0">
                      <a:solidFill>
                        <a:srgbClr val="F0F5F4"/>
                      </a:solidFill>
                      <a:prstDash val="solid"/>
                    </a:lnL>
                    <a:lnR w="0">
                      <a:solidFill>
                        <a:srgbClr val="F0F5F4"/>
                      </a:solidFill>
                      <a:prstDash val="solid"/>
                    </a:lnR>
                    <a:lnB w="0">
                      <a:solidFill>
                        <a:srgbClr val="F0F5F4"/>
                      </a:solidFill>
                      <a:prstDash val="solid"/>
                    </a:lnB>
                    <a:noFill/>
                  </a:tcPr>
                </a:tc>
                <a:tc>
                  <a:txBody>
                    <a:bodyPr wrap="none">
                      <a:spAutoFit/>
                    </a:bodyPr>
                    <a:lstStyle/>
                    <a:p>
                      <a:pPr algn="ctr"/>
                      <a:r>
                        <a:rPr sz="1800" b="0">
                          <a:solidFill>
                            <a:srgbClr val="2B3E4B"/>
                          </a:solidFill>
                          <a:latin typeface="Arial" panose="020B0604020202090204"/>
                          <a:ea typeface="Arial" panose="020B0604020202090204"/>
                          <a:cs typeface="Arial" panose="020B0604020202090204"/>
                        </a:rPr>
                        <a:t>a3, a4</a:t>
                      </a:r>
                      <a:endParaRPr sz="1800" b="0">
                        <a:solidFill>
                          <a:srgbClr val="2B3E4B"/>
                        </a:solidFill>
                        <a:latin typeface="Arial" panose="020B0604020202090204"/>
                        <a:ea typeface="Arial" panose="020B0604020202090204"/>
                        <a:cs typeface="Arial" panose="020B0604020202090204"/>
                      </a:endParaRPr>
                    </a:p>
                  </a:txBody>
                  <a:tcPr marL="57150" marR="57150" marT="38100" marB="38100" anchor="ctr">
                    <a:lnR w="0">
                      <a:solidFill>
                        <a:srgbClr val="F0F5F4"/>
                      </a:solidFill>
                      <a:prstDash val="solid"/>
                    </a:lnR>
                    <a:lnB w="0">
                      <a:solidFill>
                        <a:srgbClr val="F0F5F4"/>
                      </a:solidFill>
                      <a:prstDash val="solid"/>
                    </a:lnB>
                    <a:solidFill>
                      <a:srgbClr val="F8F1EE"/>
                    </a:solidFill>
                  </a:tcPr>
                </a:tc>
              </a:tr>
              <a:tr h="385445">
                <a:tc>
                  <a:txBody>
                    <a:bodyPr wrap="none">
                      <a:spAutoFit/>
                    </a:bodyPr>
                    <a:lstStyle/>
                    <a:p>
                      <a:pPr algn="l"/>
                      <a:r>
                        <a:rPr sz="1800" b="0">
                          <a:solidFill>
                            <a:srgbClr val="2B3E4B"/>
                          </a:solidFill>
                          <a:latin typeface="Arial" panose="020B0604020202090204"/>
                          <a:ea typeface="Arial" panose="020B0604020202090204"/>
                          <a:cs typeface="Arial" panose="020B0604020202090204"/>
                        </a:rPr>
                        <a:t>Move the cup to the plate.</a:t>
                      </a:r>
                      <a:endParaRPr sz="1800" b="0">
                        <a:solidFill>
                          <a:srgbClr val="2B3E4B"/>
                        </a:solidFill>
                        <a:latin typeface="Arial" panose="020B0604020202090204"/>
                        <a:ea typeface="Arial" panose="020B0604020202090204"/>
                        <a:cs typeface="Arial" panose="020B0604020202090204"/>
                      </a:endParaRPr>
                    </a:p>
                  </a:txBody>
                  <a:tcPr marL="85725" marR="57150" marT="38100" marB="38100" anchor="ctr">
                    <a:lnL w="0">
                      <a:solidFill>
                        <a:srgbClr val="F0F5F4"/>
                      </a:solidFill>
                      <a:prstDash val="solid"/>
                    </a:lnL>
                    <a:lnR w="0">
                      <a:solidFill>
                        <a:srgbClr val="F0F5F4"/>
                      </a:solidFill>
                      <a:prstDash val="solid"/>
                    </a:lnR>
                    <a:lnB w="0">
                      <a:solidFill>
                        <a:srgbClr val="F0F5F4"/>
                      </a:solidFill>
                      <a:prstDash val="solid"/>
                    </a:lnB>
                    <a:noFill/>
                  </a:tcPr>
                </a:tc>
                <a:tc>
                  <a:txBody>
                    <a:bodyPr wrap="none">
                      <a:spAutoFit/>
                    </a:bodyPr>
                    <a:lstStyle/>
                    <a:p>
                      <a:pPr algn="ctr"/>
                      <a:r>
                        <a:rPr sz="1800" b="0">
                          <a:solidFill>
                            <a:srgbClr val="2B3E4B"/>
                          </a:solidFill>
                          <a:latin typeface="Arial" panose="020B0604020202090204"/>
                          <a:ea typeface="Arial" panose="020B0604020202090204"/>
                          <a:cs typeface="Arial" panose="020B0604020202090204"/>
                        </a:rPr>
                        <a:t>a5, a6</a:t>
                      </a:r>
                      <a:endParaRPr sz="1800" b="0">
                        <a:solidFill>
                          <a:srgbClr val="2B3E4B"/>
                        </a:solidFill>
                        <a:latin typeface="Arial" panose="020B0604020202090204"/>
                        <a:ea typeface="Arial" panose="020B0604020202090204"/>
                        <a:cs typeface="Arial" panose="020B0604020202090204"/>
                      </a:endParaRPr>
                    </a:p>
                  </a:txBody>
                  <a:tcPr marL="57150" marR="57150" marT="38100" marB="38100" anchor="ctr">
                    <a:lnR w="0">
                      <a:solidFill>
                        <a:srgbClr val="F0F5F4"/>
                      </a:solidFill>
                      <a:prstDash val="solid"/>
                    </a:lnR>
                    <a:lnB w="0">
                      <a:solidFill>
                        <a:srgbClr val="F0F5F4"/>
                      </a:solidFill>
                      <a:prstDash val="solid"/>
                    </a:lnB>
                    <a:solidFill>
                      <a:srgbClr val="F8F1EE"/>
                    </a:solidFill>
                  </a:tcPr>
                </a:tc>
              </a:tr>
              <a:tr h="385445">
                <a:tc>
                  <a:txBody>
                    <a:bodyPr wrap="none">
                      <a:spAutoFit/>
                    </a:bodyPr>
                    <a:lstStyle/>
                    <a:p>
                      <a:pPr algn="l"/>
                      <a:r>
                        <a:rPr sz="1800" b="0">
                          <a:solidFill>
                            <a:srgbClr val="2B3E4B"/>
                          </a:solidFill>
                          <a:latin typeface="Arial" panose="020B0604020202090204"/>
                          <a:ea typeface="Arial" panose="020B0604020202090204"/>
                          <a:cs typeface="Arial" panose="020B0604020202090204"/>
                        </a:rPr>
                        <a:t>Release the cup.</a:t>
                      </a:r>
                      <a:endParaRPr sz="1800" b="0">
                        <a:solidFill>
                          <a:srgbClr val="2B3E4B"/>
                        </a:solidFill>
                        <a:latin typeface="Arial" panose="020B0604020202090204"/>
                        <a:ea typeface="Arial" panose="020B0604020202090204"/>
                        <a:cs typeface="Arial" panose="020B0604020202090204"/>
                      </a:endParaRPr>
                    </a:p>
                  </a:txBody>
                  <a:tcPr marL="85725" marR="57150" marT="38100" marB="38100" anchor="ctr">
                    <a:lnL w="0">
                      <a:solidFill>
                        <a:srgbClr val="F0F5F4"/>
                      </a:solidFill>
                      <a:prstDash val="solid"/>
                    </a:lnL>
                    <a:lnR w="0">
                      <a:solidFill>
                        <a:srgbClr val="F0F5F4"/>
                      </a:solidFill>
                      <a:prstDash val="solid"/>
                    </a:lnR>
                    <a:lnB w="0">
                      <a:solidFill>
                        <a:srgbClr val="F0F5F4"/>
                      </a:solidFill>
                      <a:prstDash val="solid"/>
                    </a:lnB>
                    <a:noFill/>
                  </a:tcPr>
                </a:tc>
                <a:tc>
                  <a:txBody>
                    <a:bodyPr wrap="none">
                      <a:spAutoFit/>
                    </a:bodyPr>
                    <a:lstStyle/>
                    <a:p>
                      <a:pPr algn="ctr"/>
                      <a:r>
                        <a:rPr sz="1800" b="0">
                          <a:solidFill>
                            <a:srgbClr val="2B3E4B"/>
                          </a:solidFill>
                          <a:latin typeface="Arial" panose="020B0604020202090204"/>
                          <a:ea typeface="Arial" panose="020B0604020202090204"/>
                          <a:cs typeface="Arial" panose="020B0604020202090204"/>
                        </a:rPr>
                        <a:t>a7, a8</a:t>
                      </a:r>
                      <a:endParaRPr sz="1800" b="0">
                        <a:solidFill>
                          <a:srgbClr val="2B3E4B"/>
                        </a:solidFill>
                        <a:latin typeface="Arial" panose="020B0604020202090204"/>
                        <a:ea typeface="Arial" panose="020B0604020202090204"/>
                        <a:cs typeface="Arial" panose="020B0604020202090204"/>
                      </a:endParaRPr>
                    </a:p>
                  </a:txBody>
                  <a:tcPr marL="57150" marR="57150" marT="38100" marB="38100" anchor="ctr">
                    <a:lnR w="0">
                      <a:solidFill>
                        <a:srgbClr val="F0F5F4"/>
                      </a:solidFill>
                      <a:prstDash val="solid"/>
                    </a:lnR>
                    <a:lnB w="0">
                      <a:solidFill>
                        <a:srgbClr val="F0F5F4"/>
                      </a:solidFill>
                      <a:prstDash val="solid"/>
                    </a:lnB>
                    <a:solidFill>
                      <a:srgbClr val="F8F1EE"/>
                    </a:solidFill>
                  </a:tcPr>
                </a:tc>
              </a:tr>
            </a:tbl>
          </a:graphicData>
        </a:graphic>
      </p:graphicFrame>
      <p:graphicFrame>
        <p:nvGraphicFramePr>
          <p:cNvPr id="72" name="Chart"/>
          <p:cNvGraphicFramePr/>
          <p:nvPr/>
        </p:nvGraphicFramePr>
        <p:xfrm>
          <a:off x="6613525" y="5118735"/>
          <a:ext cx="2857500" cy="1924050"/>
        </p:xfrm>
        <a:graphic>
          <a:graphicData uri="http://schemas.openxmlformats.org/drawingml/2006/chart">
            <c:chart xmlns:c="http://schemas.openxmlformats.org/drawingml/2006/chart" xmlns:r="http://schemas.openxmlformats.org/officeDocument/2006/relationships" r:id="rId3"/>
          </a:graphicData>
        </a:graphic>
      </p:graphicFrame>
      <p:pic>
        <p:nvPicPr>
          <p:cNvPr id="75" name="图片 74" descr="箭头"/>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rot="5400000">
            <a:off x="3555365" y="3032760"/>
            <a:ext cx="353695" cy="353695"/>
          </a:xfrm>
          <a:prstGeom prst="rect">
            <a:avLst/>
          </a:prstGeom>
        </p:spPr>
      </p:pic>
      <p:pic>
        <p:nvPicPr>
          <p:cNvPr id="77" name="图片 76" descr="箭头"/>
          <p:cNvPicPr>
            <a:picLocks noChangeAspect="1"/>
          </p:cNvPicPr>
          <p:nvPr>
            <p:custDataLst>
              <p:tags r:id="rId8"/>
            </p:custDataLst>
          </p:nvPr>
        </p:nvPicPr>
        <p:blipFill>
          <a:blip r:embed="rId6">
            <a:extLst>
              <a:ext uri="{96DAC541-7B7A-43D3-8B79-37D633B846F1}">
                <asvg:svgBlip xmlns:asvg="http://schemas.microsoft.com/office/drawing/2016/SVG/main" r:embed="rId7"/>
              </a:ext>
            </a:extLst>
          </a:blip>
          <a:stretch>
            <a:fillRect/>
          </a:stretch>
        </p:blipFill>
        <p:spPr>
          <a:xfrm rot="5400000">
            <a:off x="3555365" y="4868545"/>
            <a:ext cx="353695" cy="353695"/>
          </a:xfrm>
          <a:prstGeom prst="rect">
            <a:avLst/>
          </a:prstGeom>
        </p:spPr>
      </p:pic>
      <p:pic>
        <p:nvPicPr>
          <p:cNvPr id="78" name="图片 77" descr="箭头"/>
          <p:cNvPicPr>
            <a:picLocks noChangeAspect="1"/>
          </p:cNvPicPr>
          <p:nvPr>
            <p:custDataLst>
              <p:tags r:id="rId9"/>
            </p:custDataLst>
          </p:nvPr>
        </p:nvPicPr>
        <p:blipFill>
          <a:blip r:embed="rId6">
            <a:extLst>
              <a:ext uri="{96DAC541-7B7A-43D3-8B79-37D633B846F1}">
                <asvg:svgBlip xmlns:asvg="http://schemas.microsoft.com/office/drawing/2016/SVG/main" r:embed="rId7"/>
              </a:ext>
            </a:extLst>
          </a:blip>
          <a:stretch>
            <a:fillRect/>
          </a:stretch>
        </p:blipFill>
        <p:spPr>
          <a:xfrm>
            <a:off x="4707890" y="6042660"/>
            <a:ext cx="353695" cy="353695"/>
          </a:xfrm>
          <a:prstGeom prst="rect">
            <a:avLst/>
          </a:prstGeom>
        </p:spPr>
      </p:pic>
      <p:pic>
        <p:nvPicPr>
          <p:cNvPr id="79" name="图片 78" descr="箭头"/>
          <p:cNvPicPr>
            <a:picLocks noChangeAspect="1"/>
          </p:cNvPicPr>
          <p:nvPr>
            <p:custDataLst>
              <p:tags r:id="rId10"/>
            </p:custDataLst>
          </p:nvPr>
        </p:nvPicPr>
        <p:blipFill>
          <a:blip r:embed="rId6">
            <a:extLst>
              <a:ext uri="{96DAC541-7B7A-43D3-8B79-37D633B846F1}">
                <asvg:svgBlip xmlns:asvg="http://schemas.microsoft.com/office/drawing/2016/SVG/main" r:embed="rId7"/>
              </a:ext>
            </a:extLst>
          </a:blip>
          <a:stretch>
            <a:fillRect/>
          </a:stretch>
        </p:blipFill>
        <p:spPr>
          <a:xfrm>
            <a:off x="4707890" y="6459220"/>
            <a:ext cx="353695" cy="353695"/>
          </a:xfrm>
          <a:prstGeom prst="rect">
            <a:avLst/>
          </a:prstGeom>
        </p:spPr>
      </p:pic>
      <p:pic>
        <p:nvPicPr>
          <p:cNvPr id="80" name="图片 79" descr="箭头"/>
          <p:cNvPicPr>
            <a:picLocks noChangeAspect="1"/>
          </p:cNvPicPr>
          <p:nvPr>
            <p:custDataLst>
              <p:tags r:id="rId11"/>
            </p:custDataLst>
          </p:nvPr>
        </p:nvPicPr>
        <p:blipFill>
          <a:blip r:embed="rId6">
            <a:extLst>
              <a:ext uri="{96DAC541-7B7A-43D3-8B79-37D633B846F1}">
                <asvg:svgBlip xmlns:asvg="http://schemas.microsoft.com/office/drawing/2016/SVG/main" r:embed="rId7"/>
              </a:ext>
            </a:extLst>
          </a:blip>
          <a:stretch>
            <a:fillRect/>
          </a:stretch>
        </p:blipFill>
        <p:spPr>
          <a:xfrm>
            <a:off x="4707890" y="6812915"/>
            <a:ext cx="353695" cy="353695"/>
          </a:xfrm>
          <a:prstGeom prst="rect">
            <a:avLst/>
          </a:prstGeom>
        </p:spPr>
      </p:pic>
      <p:pic>
        <p:nvPicPr>
          <p:cNvPr id="81" name="图片 80" descr="箭头"/>
          <p:cNvPicPr>
            <a:picLocks noChangeAspect="1"/>
          </p:cNvPicPr>
          <p:nvPr>
            <p:custDataLst>
              <p:tags r:id="rId12"/>
            </p:custDataLst>
          </p:nvPr>
        </p:nvPicPr>
        <p:blipFill>
          <a:blip r:embed="rId6">
            <a:extLst>
              <a:ext uri="{96DAC541-7B7A-43D3-8B79-37D633B846F1}">
                <asvg:svgBlip xmlns:asvg="http://schemas.microsoft.com/office/drawing/2016/SVG/main" r:embed="rId7"/>
              </a:ext>
            </a:extLst>
          </a:blip>
          <a:stretch>
            <a:fillRect/>
          </a:stretch>
        </p:blipFill>
        <p:spPr>
          <a:xfrm>
            <a:off x="4707890" y="7156450"/>
            <a:ext cx="353695" cy="353695"/>
          </a:xfrm>
          <a:prstGeom prst="rect">
            <a:avLst/>
          </a:prstGeom>
        </p:spPr>
      </p:pic>
      <p:sp>
        <p:nvSpPr>
          <p:cNvPr id="87" name="矩形 86"/>
          <p:cNvSpPr/>
          <p:nvPr/>
        </p:nvSpPr>
        <p:spPr>
          <a:xfrm>
            <a:off x="6939915" y="4163695"/>
            <a:ext cx="3115310" cy="322580"/>
          </a:xfrm>
          <a:prstGeom prst="rect">
            <a:avLst/>
          </a:prstGeom>
          <a:noFill/>
          <a:ln w="0">
            <a:noFill/>
            <a:prstDash val="solid"/>
          </a:ln>
        </p:spPr>
        <p:txBody>
          <a:bodyPr wrap="none" lIns="0" tIns="0" rIns="0" bIns="0" rtlCol="0" anchor="ctr">
            <a:noAutofit/>
          </a:bodyPr>
          <a:lstStyle>
            <a:defPPr algn="l">
              <a:defRPr sz="2100" b="0">
                <a:solidFill>
                  <a:srgbClr val="2B3E4B"/>
                </a:solidFill>
                <a:latin typeface="Arial" panose="020B0604020202090204"/>
                <a:ea typeface="Arial" panose="020B0604020202090204"/>
                <a:cs typeface="Arial" panose="020B0604020202090204"/>
              </a:defRPr>
            </a:defPPr>
            <a:lvl1pPr algn="l">
              <a:defRPr sz="2100" b="0">
                <a:solidFill>
                  <a:srgbClr val="2B3E4B"/>
                </a:solidFill>
                <a:latin typeface="Arial" panose="020B0604020202090204"/>
                <a:ea typeface="Arial" panose="020B0604020202090204"/>
                <a:cs typeface="Arial" panose="020B0604020202090204"/>
              </a:defRPr>
            </a:lvl1pPr>
            <a:lvl2pPr algn="l">
              <a:defRPr sz="2100" b="0">
                <a:solidFill>
                  <a:srgbClr val="2B3E4B"/>
                </a:solidFill>
                <a:latin typeface="Arial" panose="020B0604020202090204"/>
                <a:ea typeface="Arial" panose="020B0604020202090204"/>
                <a:cs typeface="Arial" panose="020B0604020202090204"/>
              </a:defRPr>
            </a:lvl2pPr>
            <a:lvl3pPr algn="l">
              <a:defRPr sz="2100" b="0">
                <a:solidFill>
                  <a:srgbClr val="2B3E4B"/>
                </a:solidFill>
                <a:latin typeface="Arial" panose="020B0604020202090204"/>
                <a:ea typeface="Arial" panose="020B0604020202090204"/>
                <a:cs typeface="Arial" panose="020B0604020202090204"/>
              </a:defRPr>
            </a:lvl3pPr>
            <a:lvl4pPr algn="l">
              <a:defRPr sz="2100" b="0">
                <a:solidFill>
                  <a:srgbClr val="2B3E4B"/>
                </a:solidFill>
                <a:latin typeface="Arial" panose="020B0604020202090204"/>
                <a:ea typeface="Arial" panose="020B0604020202090204"/>
                <a:cs typeface="Arial" panose="020B0604020202090204"/>
              </a:defRPr>
            </a:lvl4pPr>
            <a:lvl5pPr algn="l">
              <a:defRPr sz="2100" b="0">
                <a:solidFill>
                  <a:srgbClr val="2B3E4B"/>
                </a:solidFill>
                <a:latin typeface="Arial" panose="020B0604020202090204"/>
                <a:ea typeface="Arial" panose="020B0604020202090204"/>
                <a:cs typeface="Arial" panose="020B0604020202090204"/>
              </a:defRPr>
            </a:lvl5pPr>
            <a:lvl6pPr algn="l">
              <a:defRPr sz="2100" b="0">
                <a:solidFill>
                  <a:srgbClr val="2B3E4B"/>
                </a:solidFill>
                <a:latin typeface="Arial" panose="020B0604020202090204"/>
                <a:ea typeface="Arial" panose="020B0604020202090204"/>
                <a:cs typeface="Arial" panose="020B0604020202090204"/>
              </a:defRPr>
            </a:lvl6pPr>
            <a:lvl7pPr algn="l">
              <a:defRPr sz="2100" b="0">
                <a:solidFill>
                  <a:srgbClr val="2B3E4B"/>
                </a:solidFill>
                <a:latin typeface="Arial" panose="020B0604020202090204"/>
                <a:ea typeface="Arial" panose="020B0604020202090204"/>
                <a:cs typeface="Arial" panose="020B0604020202090204"/>
              </a:defRPr>
            </a:lvl7pPr>
            <a:lvl8pPr algn="l">
              <a:defRPr sz="2100" b="0">
                <a:solidFill>
                  <a:srgbClr val="2B3E4B"/>
                </a:solidFill>
                <a:latin typeface="Arial" panose="020B0604020202090204"/>
                <a:ea typeface="Arial" panose="020B0604020202090204"/>
                <a:cs typeface="Arial" panose="020B0604020202090204"/>
              </a:defRPr>
            </a:lvl8pPr>
            <a:lvl9pPr algn="l">
              <a:defRPr sz="2100" b="0">
                <a:solidFill>
                  <a:srgbClr val="2B3E4B"/>
                </a:solidFill>
                <a:latin typeface="Arial" panose="020B0604020202090204"/>
                <a:ea typeface="Arial" panose="020B0604020202090204"/>
                <a:cs typeface="Arial" panose="020B0604020202090204"/>
              </a:defRPr>
            </a:lvl9pPr>
          </a:lstStyle>
          <a:p>
            <a:pPr lvl="0" algn="l">
              <a:buClrTx/>
              <a:buSzTx/>
              <a:buFontTx/>
              <a:defRPr sz="2100" b="0">
                <a:solidFill>
                  <a:srgbClr val="2B3E4B"/>
                </a:solidFill>
                <a:latin typeface="Arial" panose="020B0604020202090204"/>
                <a:ea typeface="Arial" panose="020B0604020202090204"/>
                <a:cs typeface="Arial" panose="020B0604020202090204"/>
              </a:defRPr>
            </a:pPr>
            <a:r>
              <a:rPr sz="1600">
                <a:sym typeface="+mn-ea"/>
              </a:rPr>
              <a:t>(a)  Task-level supervision</a:t>
            </a:r>
            <a:endParaRPr sz="1600">
              <a:sym typeface="+mn-ea"/>
            </a:endParaRPr>
          </a:p>
        </p:txBody>
      </p:sp>
      <p:sp>
        <p:nvSpPr>
          <p:cNvPr id="88" name="(b)  Concatenated local instructions"/>
          <p:cNvSpPr>
            <a:spLocks noGrp="1"/>
          </p:cNvSpPr>
          <p:nvPr/>
        </p:nvSpPr>
        <p:spPr>
          <a:xfrm>
            <a:off x="6652895" y="5610860"/>
            <a:ext cx="4297680" cy="419100"/>
          </a:xfrm>
          <a:prstGeom prst="rect">
            <a:avLst/>
          </a:prstGeom>
          <a:noFill/>
          <a:ln w="0">
            <a:noFill/>
            <a:prstDash val="solid"/>
          </a:ln>
        </p:spPr>
        <p:txBody>
          <a:bodyPr wrap="none" lIns="0" tIns="0" rIns="0" bIns="0" anchor="ctr">
            <a:noAutofit/>
          </a:bodyPr>
          <a:lstStyle>
            <a:defPPr algn="l">
              <a:defRPr sz="2100" b="0">
                <a:solidFill>
                  <a:srgbClr val="2B3E4B"/>
                </a:solidFill>
                <a:latin typeface="Arial" panose="020B0604020202090204"/>
                <a:ea typeface="Arial" panose="020B0604020202090204"/>
                <a:cs typeface="Arial" panose="020B0604020202090204"/>
              </a:defRPr>
            </a:defPPr>
            <a:lvl1pPr algn="l">
              <a:defRPr sz="2100" b="0">
                <a:solidFill>
                  <a:srgbClr val="2B3E4B"/>
                </a:solidFill>
                <a:latin typeface="Arial" panose="020B0604020202090204"/>
                <a:ea typeface="Arial" panose="020B0604020202090204"/>
                <a:cs typeface="Arial" panose="020B0604020202090204"/>
              </a:defRPr>
            </a:lvl1pPr>
            <a:lvl2pPr algn="l">
              <a:defRPr sz="2100" b="0">
                <a:solidFill>
                  <a:srgbClr val="2B3E4B"/>
                </a:solidFill>
                <a:latin typeface="Arial" panose="020B0604020202090204"/>
                <a:ea typeface="Arial" panose="020B0604020202090204"/>
                <a:cs typeface="Arial" panose="020B0604020202090204"/>
              </a:defRPr>
            </a:lvl2pPr>
            <a:lvl3pPr algn="l">
              <a:defRPr sz="2100" b="0">
                <a:solidFill>
                  <a:srgbClr val="2B3E4B"/>
                </a:solidFill>
                <a:latin typeface="Arial" panose="020B0604020202090204"/>
                <a:ea typeface="Arial" panose="020B0604020202090204"/>
                <a:cs typeface="Arial" panose="020B0604020202090204"/>
              </a:defRPr>
            </a:lvl3pPr>
            <a:lvl4pPr algn="l">
              <a:defRPr sz="2100" b="0">
                <a:solidFill>
                  <a:srgbClr val="2B3E4B"/>
                </a:solidFill>
                <a:latin typeface="Arial" panose="020B0604020202090204"/>
                <a:ea typeface="Arial" panose="020B0604020202090204"/>
                <a:cs typeface="Arial" panose="020B0604020202090204"/>
              </a:defRPr>
            </a:lvl4pPr>
            <a:lvl5pPr algn="l">
              <a:defRPr sz="2100" b="0">
                <a:solidFill>
                  <a:srgbClr val="2B3E4B"/>
                </a:solidFill>
                <a:latin typeface="Arial" panose="020B0604020202090204"/>
                <a:ea typeface="Arial" panose="020B0604020202090204"/>
                <a:cs typeface="Arial" panose="020B0604020202090204"/>
              </a:defRPr>
            </a:lvl5pPr>
            <a:lvl6pPr algn="l">
              <a:defRPr sz="2100" b="0">
                <a:solidFill>
                  <a:srgbClr val="2B3E4B"/>
                </a:solidFill>
                <a:latin typeface="Arial" panose="020B0604020202090204"/>
                <a:ea typeface="Arial" panose="020B0604020202090204"/>
                <a:cs typeface="Arial" panose="020B0604020202090204"/>
              </a:defRPr>
            </a:lvl6pPr>
            <a:lvl7pPr algn="l">
              <a:defRPr sz="2100" b="0">
                <a:solidFill>
                  <a:srgbClr val="2B3E4B"/>
                </a:solidFill>
                <a:latin typeface="Arial" panose="020B0604020202090204"/>
                <a:ea typeface="Arial" panose="020B0604020202090204"/>
                <a:cs typeface="Arial" panose="020B0604020202090204"/>
              </a:defRPr>
            </a:lvl7pPr>
            <a:lvl8pPr algn="l">
              <a:defRPr sz="2100" b="0">
                <a:solidFill>
                  <a:srgbClr val="2B3E4B"/>
                </a:solidFill>
                <a:latin typeface="Arial" panose="020B0604020202090204"/>
                <a:ea typeface="Arial" panose="020B0604020202090204"/>
                <a:cs typeface="Arial" panose="020B0604020202090204"/>
              </a:defRPr>
            </a:lvl8pPr>
            <a:lvl9pPr algn="l">
              <a:defRPr sz="2100" b="0">
                <a:solidFill>
                  <a:srgbClr val="2B3E4B"/>
                </a:solidFill>
                <a:latin typeface="Arial" panose="020B0604020202090204"/>
                <a:ea typeface="Arial" panose="020B0604020202090204"/>
                <a:cs typeface="Arial" panose="020B0604020202090204"/>
              </a:defRPr>
            </a:lvl9pPr>
          </a:lstStyle>
          <a:p>
            <a:pPr lvl="0" algn="l">
              <a:buClrTx/>
              <a:buSzTx/>
              <a:buFontTx/>
              <a:defRPr sz="2100" b="0">
                <a:solidFill>
                  <a:srgbClr val="2B3E4B"/>
                </a:solidFill>
                <a:latin typeface="Arial" panose="020B0604020202090204"/>
                <a:ea typeface="Arial" panose="020B0604020202090204"/>
                <a:cs typeface="Arial" panose="020B0604020202090204"/>
              </a:defRPr>
            </a:pPr>
            <a:r>
              <a:rPr sz="1600">
                <a:sym typeface="+mn-ea"/>
              </a:rPr>
              <a:t>(b)  Concatenated local instructions</a:t>
            </a:r>
            <a:endParaRPr sz="1600">
              <a:sym typeface="+mn-ea"/>
            </a:endParaRPr>
          </a:p>
        </p:txBody>
      </p:sp>
      <p:sp>
        <p:nvSpPr>
          <p:cNvPr id="89" name="(c)  Action-aligned local supervision"/>
          <p:cNvSpPr>
            <a:spLocks noGrp="1"/>
          </p:cNvSpPr>
          <p:nvPr/>
        </p:nvSpPr>
        <p:spPr>
          <a:xfrm>
            <a:off x="6652895" y="7099300"/>
            <a:ext cx="4297680" cy="419100"/>
          </a:xfrm>
          <a:prstGeom prst="rect">
            <a:avLst/>
          </a:prstGeom>
          <a:noFill/>
          <a:ln w="0">
            <a:noFill/>
            <a:prstDash val="solid"/>
          </a:ln>
        </p:spPr>
        <p:txBody>
          <a:bodyPr wrap="none" lIns="0" tIns="0" rIns="0" bIns="0" anchor="ctr">
            <a:noAutofit/>
          </a:bodyPr>
          <a:lstStyle>
            <a:defPPr algn="l">
              <a:defRPr sz="2100" b="0">
                <a:solidFill>
                  <a:srgbClr val="2B3E4B"/>
                </a:solidFill>
                <a:latin typeface="Arial" panose="020B0604020202090204"/>
                <a:ea typeface="Arial" panose="020B0604020202090204"/>
                <a:cs typeface="Arial" panose="020B0604020202090204"/>
              </a:defRPr>
            </a:defPPr>
            <a:lvl1pPr algn="l">
              <a:defRPr sz="2100" b="0">
                <a:solidFill>
                  <a:srgbClr val="2B3E4B"/>
                </a:solidFill>
                <a:latin typeface="Arial" panose="020B0604020202090204"/>
                <a:ea typeface="Arial" panose="020B0604020202090204"/>
                <a:cs typeface="Arial" panose="020B0604020202090204"/>
              </a:defRPr>
            </a:lvl1pPr>
            <a:lvl2pPr algn="l">
              <a:defRPr sz="2100" b="0">
                <a:solidFill>
                  <a:srgbClr val="2B3E4B"/>
                </a:solidFill>
                <a:latin typeface="Arial" panose="020B0604020202090204"/>
                <a:ea typeface="Arial" panose="020B0604020202090204"/>
                <a:cs typeface="Arial" panose="020B0604020202090204"/>
              </a:defRPr>
            </a:lvl2pPr>
            <a:lvl3pPr algn="l">
              <a:defRPr sz="2100" b="0">
                <a:solidFill>
                  <a:srgbClr val="2B3E4B"/>
                </a:solidFill>
                <a:latin typeface="Arial" panose="020B0604020202090204"/>
                <a:ea typeface="Arial" panose="020B0604020202090204"/>
                <a:cs typeface="Arial" panose="020B0604020202090204"/>
              </a:defRPr>
            </a:lvl3pPr>
            <a:lvl4pPr algn="l">
              <a:defRPr sz="2100" b="0">
                <a:solidFill>
                  <a:srgbClr val="2B3E4B"/>
                </a:solidFill>
                <a:latin typeface="Arial" panose="020B0604020202090204"/>
                <a:ea typeface="Arial" panose="020B0604020202090204"/>
                <a:cs typeface="Arial" panose="020B0604020202090204"/>
              </a:defRPr>
            </a:lvl4pPr>
            <a:lvl5pPr algn="l">
              <a:defRPr sz="2100" b="0">
                <a:solidFill>
                  <a:srgbClr val="2B3E4B"/>
                </a:solidFill>
                <a:latin typeface="Arial" panose="020B0604020202090204"/>
                <a:ea typeface="Arial" panose="020B0604020202090204"/>
                <a:cs typeface="Arial" panose="020B0604020202090204"/>
              </a:defRPr>
            </a:lvl5pPr>
            <a:lvl6pPr algn="l">
              <a:defRPr sz="2100" b="0">
                <a:solidFill>
                  <a:srgbClr val="2B3E4B"/>
                </a:solidFill>
                <a:latin typeface="Arial" panose="020B0604020202090204"/>
                <a:ea typeface="Arial" panose="020B0604020202090204"/>
                <a:cs typeface="Arial" panose="020B0604020202090204"/>
              </a:defRPr>
            </a:lvl6pPr>
            <a:lvl7pPr algn="l">
              <a:defRPr sz="2100" b="0">
                <a:solidFill>
                  <a:srgbClr val="2B3E4B"/>
                </a:solidFill>
                <a:latin typeface="Arial" panose="020B0604020202090204"/>
                <a:ea typeface="Arial" panose="020B0604020202090204"/>
                <a:cs typeface="Arial" panose="020B0604020202090204"/>
              </a:defRPr>
            </a:lvl7pPr>
            <a:lvl8pPr algn="l">
              <a:defRPr sz="2100" b="0">
                <a:solidFill>
                  <a:srgbClr val="2B3E4B"/>
                </a:solidFill>
                <a:latin typeface="Arial" panose="020B0604020202090204"/>
                <a:ea typeface="Arial" panose="020B0604020202090204"/>
                <a:cs typeface="Arial" panose="020B0604020202090204"/>
              </a:defRPr>
            </a:lvl8pPr>
            <a:lvl9pPr algn="l">
              <a:defRPr sz="2100" b="0">
                <a:solidFill>
                  <a:srgbClr val="2B3E4B"/>
                </a:solidFill>
                <a:latin typeface="Arial" panose="020B0604020202090204"/>
                <a:ea typeface="Arial" panose="020B0604020202090204"/>
                <a:cs typeface="Arial" panose="020B0604020202090204"/>
              </a:defRPr>
            </a:lvl9pPr>
          </a:lstStyle>
          <a:p>
            <a:pPr lvl="0" algn="l">
              <a:buClrTx/>
              <a:buSzTx/>
              <a:buFontTx/>
              <a:defRPr sz="2100" b="0">
                <a:solidFill>
                  <a:srgbClr val="2B3E4B"/>
                </a:solidFill>
                <a:latin typeface="Arial" panose="020B0604020202090204"/>
                <a:ea typeface="Arial" panose="020B0604020202090204"/>
                <a:cs typeface="Arial" panose="020B0604020202090204"/>
              </a:defRPr>
            </a:pPr>
            <a:r>
              <a:rPr sz="1600">
                <a:sym typeface="+mn-ea"/>
              </a:rPr>
              <a:t>(c)  Action-aligned local supervision</a:t>
            </a:r>
            <a:endParaRPr sz="1600">
              <a:sym typeface="+mn-ea"/>
            </a:endParaRPr>
          </a:p>
        </p:txBody>
      </p:sp>
      <p:sp>
        <p:nvSpPr>
          <p:cNvPr id="161" name="path1710"/>
          <p:cNvSpPr>
            <a:spLocks noGrp="1"/>
          </p:cNvSpPr>
          <p:nvPr/>
        </p:nvSpPr>
        <p:spPr>
          <a:xfrm flipV="1">
            <a:off x="6939915" y="4017010"/>
            <a:ext cx="2688590" cy="76200"/>
          </a:xfrm>
          <a:custGeom>
            <a:avLst/>
            <a:gdLst/>
            <a:ahLst/>
            <a:cxnLst/>
            <a:pathLst>
              <a:path w="2152650" h="95">
                <a:moveTo>
                  <a:pt x="0" y="0"/>
                </a:moveTo>
                <a:lnTo>
                  <a:pt x="2152650" y="0"/>
                </a:lnTo>
              </a:path>
            </a:pathLst>
          </a:custGeom>
          <a:noFill/>
          <a:ln w="13335">
            <a:solidFill>
              <a:srgbClr val="C2D1D9"/>
            </a:solidFill>
            <a:prstDash val="solid"/>
          </a:ln>
        </p:spPr>
      </p:sp>
      <p:sp>
        <p:nvSpPr>
          <p:cNvPr id="90" name="path1710"/>
          <p:cNvSpPr>
            <a:spLocks noGrp="1"/>
          </p:cNvSpPr>
          <p:nvPr/>
        </p:nvSpPr>
        <p:spPr>
          <a:xfrm flipV="1">
            <a:off x="6909435" y="5450205"/>
            <a:ext cx="2688590" cy="76200"/>
          </a:xfrm>
          <a:custGeom>
            <a:avLst/>
            <a:gdLst/>
            <a:ahLst/>
            <a:cxnLst/>
            <a:pathLst>
              <a:path w="2152650" h="95">
                <a:moveTo>
                  <a:pt x="0" y="0"/>
                </a:moveTo>
                <a:lnTo>
                  <a:pt x="2152650" y="0"/>
                </a:lnTo>
              </a:path>
            </a:pathLst>
          </a:custGeom>
          <a:noFill/>
          <a:ln w="13335">
            <a:solidFill>
              <a:srgbClr val="C2D1D9"/>
            </a:solidFill>
            <a:prstDash val="solid"/>
          </a:ln>
        </p:spPr>
      </p:sp>
      <p:sp>
        <p:nvSpPr>
          <p:cNvPr id="91" name="path1710"/>
          <p:cNvSpPr>
            <a:spLocks noGrp="1"/>
          </p:cNvSpPr>
          <p:nvPr/>
        </p:nvSpPr>
        <p:spPr>
          <a:xfrm flipV="1">
            <a:off x="6795770" y="6955155"/>
            <a:ext cx="2688590" cy="76200"/>
          </a:xfrm>
          <a:custGeom>
            <a:avLst/>
            <a:gdLst/>
            <a:ahLst/>
            <a:cxnLst/>
            <a:pathLst>
              <a:path w="2152650" h="95">
                <a:moveTo>
                  <a:pt x="0" y="0"/>
                </a:moveTo>
                <a:lnTo>
                  <a:pt x="2152650" y="0"/>
                </a:lnTo>
              </a:path>
            </a:pathLst>
          </a:custGeom>
          <a:noFill/>
          <a:ln w="13335">
            <a:solidFill>
              <a:srgbClr val="C2D1D9"/>
            </a:solidFill>
            <a:prstDash val="solid"/>
          </a:ln>
        </p:spPr>
      </p:sp>
      <p:sp>
        <p:nvSpPr>
          <p:cNvPr id="130" name="path1310"/>
          <p:cNvSpPr>
            <a:spLocks noGrp="1"/>
          </p:cNvSpPr>
          <p:nvPr/>
        </p:nvSpPr>
        <p:spPr>
          <a:xfrm>
            <a:off x="6579870" y="3343910"/>
            <a:ext cx="3317875" cy="4300220"/>
          </a:xfrm>
          <a:custGeom>
            <a:avLst/>
            <a:gdLst/>
            <a:ahLst/>
            <a:cxnLst/>
            <a:pathLst>
              <a:path w="5676900" h="4762500">
                <a:moveTo>
                  <a:pt x="57150" y="4762500"/>
                </a:moveTo>
                <a:lnTo>
                  <a:pt x="5619750" y="4762500"/>
                </a:lnTo>
                <a:cubicBezTo>
                  <a:pt x="5657850" y="4762500"/>
                  <a:pt x="5676900" y="4743450"/>
                  <a:pt x="5676900" y="4705350"/>
                </a:cubicBezTo>
                <a:lnTo>
                  <a:pt x="5676900" y="57150"/>
                </a:lnTo>
                <a:cubicBezTo>
                  <a:pt x="5676900" y="19050"/>
                  <a:pt x="5657850" y="0"/>
                  <a:pt x="5619750" y="0"/>
                </a:cubicBezTo>
                <a:lnTo>
                  <a:pt x="57150" y="0"/>
                </a:lnTo>
                <a:cubicBezTo>
                  <a:pt x="19050" y="0"/>
                  <a:pt x="0" y="19050"/>
                  <a:pt x="0" y="57150"/>
                </a:cubicBezTo>
                <a:lnTo>
                  <a:pt x="0" y="4705350"/>
                </a:lnTo>
                <a:cubicBezTo>
                  <a:pt x="0" y="4743450"/>
                  <a:pt x="19050" y="4762500"/>
                  <a:pt x="57150" y="4762500"/>
                </a:cubicBezTo>
                <a:close/>
              </a:path>
            </a:pathLst>
          </a:custGeom>
          <a:noFill/>
          <a:ln w="14287">
            <a:solidFill>
              <a:srgbClr val="B9CCD5"/>
            </a:solidFill>
            <a:prstDash val="solid"/>
          </a:ln>
        </p:spPr>
      </p:sp>
      <p:sp>
        <p:nvSpPr>
          <p:cNvPr id="97" name="矩形 96"/>
          <p:cNvSpPr/>
          <p:nvPr/>
        </p:nvSpPr>
        <p:spPr>
          <a:xfrm>
            <a:off x="6613525" y="2280920"/>
            <a:ext cx="360045" cy="205740"/>
          </a:xfrm>
          <a:prstGeom prst="rect">
            <a:avLst/>
          </a:prstGeom>
          <a:solidFill>
            <a:srgbClr val="7496A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99" name="矩形 98"/>
          <p:cNvSpPr/>
          <p:nvPr/>
        </p:nvSpPr>
        <p:spPr>
          <a:xfrm>
            <a:off x="6613525" y="2541905"/>
            <a:ext cx="360045" cy="205740"/>
          </a:xfrm>
          <a:prstGeom prst="rect">
            <a:avLst/>
          </a:prstGeom>
          <a:solidFill>
            <a:srgbClr val="C6B29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100" name="矩形 99"/>
          <p:cNvSpPr/>
          <p:nvPr/>
        </p:nvSpPr>
        <p:spPr>
          <a:xfrm>
            <a:off x="6613525" y="2812415"/>
            <a:ext cx="360045" cy="205740"/>
          </a:xfrm>
          <a:prstGeom prst="rect">
            <a:avLst/>
          </a:prstGeom>
          <a:solidFill>
            <a:srgbClr val="B3ABC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101" name="矩形 100"/>
          <p:cNvSpPr/>
          <p:nvPr/>
        </p:nvSpPr>
        <p:spPr>
          <a:xfrm>
            <a:off x="7011670" y="2253298"/>
            <a:ext cx="2858135" cy="245745"/>
          </a:xfrm>
          <a:prstGeom prst="rect">
            <a:avLst/>
          </a:prstGeom>
          <a:noFill/>
          <a:ln w="0">
            <a:noFill/>
            <a:prstDash val="solid"/>
          </a:ln>
        </p:spPr>
        <p:txBody>
          <a:bodyPr wrap="none" lIns="0" tIns="0" rIns="0" bIns="0" rtlCol="0" anchor="ctr">
            <a:noAutofit/>
          </a:bodyPr>
          <a:lstStyle>
            <a:defPPr algn="l">
              <a:defRPr sz="2100" b="0">
                <a:solidFill>
                  <a:srgbClr val="2B3E4B"/>
                </a:solidFill>
                <a:latin typeface="Arial" panose="020B0604020202090204"/>
                <a:ea typeface="Arial" panose="020B0604020202090204"/>
                <a:cs typeface="Arial" panose="020B0604020202090204"/>
              </a:defRPr>
            </a:defPPr>
            <a:lvl1pPr algn="l">
              <a:defRPr sz="2100" b="0">
                <a:solidFill>
                  <a:srgbClr val="2B3E4B"/>
                </a:solidFill>
                <a:latin typeface="Arial" panose="020B0604020202090204"/>
                <a:ea typeface="Arial" panose="020B0604020202090204"/>
                <a:cs typeface="Arial" panose="020B0604020202090204"/>
              </a:defRPr>
            </a:lvl1pPr>
            <a:lvl2pPr algn="l">
              <a:defRPr sz="2100" b="0">
                <a:solidFill>
                  <a:srgbClr val="2B3E4B"/>
                </a:solidFill>
                <a:latin typeface="Arial" panose="020B0604020202090204"/>
                <a:ea typeface="Arial" panose="020B0604020202090204"/>
                <a:cs typeface="Arial" panose="020B0604020202090204"/>
              </a:defRPr>
            </a:lvl2pPr>
            <a:lvl3pPr algn="l">
              <a:defRPr sz="2100" b="0">
                <a:solidFill>
                  <a:srgbClr val="2B3E4B"/>
                </a:solidFill>
                <a:latin typeface="Arial" panose="020B0604020202090204"/>
                <a:ea typeface="Arial" panose="020B0604020202090204"/>
                <a:cs typeface="Arial" panose="020B0604020202090204"/>
              </a:defRPr>
            </a:lvl3pPr>
            <a:lvl4pPr algn="l">
              <a:defRPr sz="2100" b="0">
                <a:solidFill>
                  <a:srgbClr val="2B3E4B"/>
                </a:solidFill>
                <a:latin typeface="Arial" panose="020B0604020202090204"/>
                <a:ea typeface="Arial" panose="020B0604020202090204"/>
                <a:cs typeface="Arial" panose="020B0604020202090204"/>
              </a:defRPr>
            </a:lvl4pPr>
            <a:lvl5pPr algn="l">
              <a:defRPr sz="2100" b="0">
                <a:solidFill>
                  <a:srgbClr val="2B3E4B"/>
                </a:solidFill>
                <a:latin typeface="Arial" panose="020B0604020202090204"/>
                <a:ea typeface="Arial" panose="020B0604020202090204"/>
                <a:cs typeface="Arial" panose="020B0604020202090204"/>
              </a:defRPr>
            </a:lvl5pPr>
            <a:lvl6pPr algn="l">
              <a:defRPr sz="2100" b="0">
                <a:solidFill>
                  <a:srgbClr val="2B3E4B"/>
                </a:solidFill>
                <a:latin typeface="Arial" panose="020B0604020202090204"/>
                <a:ea typeface="Arial" panose="020B0604020202090204"/>
                <a:cs typeface="Arial" panose="020B0604020202090204"/>
              </a:defRPr>
            </a:lvl6pPr>
            <a:lvl7pPr algn="l">
              <a:defRPr sz="2100" b="0">
                <a:solidFill>
                  <a:srgbClr val="2B3E4B"/>
                </a:solidFill>
                <a:latin typeface="Arial" panose="020B0604020202090204"/>
                <a:ea typeface="Arial" panose="020B0604020202090204"/>
                <a:cs typeface="Arial" panose="020B0604020202090204"/>
              </a:defRPr>
            </a:lvl7pPr>
            <a:lvl8pPr algn="l">
              <a:defRPr sz="2100" b="0">
                <a:solidFill>
                  <a:srgbClr val="2B3E4B"/>
                </a:solidFill>
                <a:latin typeface="Arial" panose="020B0604020202090204"/>
                <a:ea typeface="Arial" panose="020B0604020202090204"/>
                <a:cs typeface="Arial" panose="020B0604020202090204"/>
              </a:defRPr>
            </a:lvl8pPr>
            <a:lvl9pPr algn="l">
              <a:defRPr sz="2100" b="0">
                <a:solidFill>
                  <a:srgbClr val="2B3E4B"/>
                </a:solidFill>
                <a:latin typeface="Arial" panose="020B0604020202090204"/>
                <a:ea typeface="Arial" panose="020B0604020202090204"/>
                <a:cs typeface="Arial" panose="020B0604020202090204"/>
              </a:defRPr>
            </a:lvl9pPr>
          </a:lstStyle>
          <a:p>
            <a:pPr lvl="0" algn="l">
              <a:buClrTx/>
              <a:buSzTx/>
              <a:buFontTx/>
              <a:defRPr sz="2100" b="0">
                <a:solidFill>
                  <a:srgbClr val="2B3E4B"/>
                </a:solidFill>
                <a:latin typeface="Arial" panose="020B0604020202090204"/>
                <a:ea typeface="Arial" panose="020B0604020202090204"/>
                <a:cs typeface="Arial" panose="020B0604020202090204"/>
              </a:defRPr>
            </a:pPr>
            <a:r>
              <a:rPr sz="1400">
                <a:sym typeface="+mn-ea"/>
              </a:rPr>
              <a:t>Fine-grained semantic following</a:t>
            </a:r>
            <a:endParaRPr sz="1400">
              <a:sym typeface="+mn-ea"/>
            </a:endParaRPr>
          </a:p>
        </p:txBody>
      </p:sp>
      <p:sp>
        <p:nvSpPr>
          <p:cNvPr id="102" name="矩形 101"/>
          <p:cNvSpPr/>
          <p:nvPr/>
        </p:nvSpPr>
        <p:spPr>
          <a:xfrm>
            <a:off x="7003415" y="2523173"/>
            <a:ext cx="3310890" cy="245745"/>
          </a:xfrm>
          <a:prstGeom prst="rect">
            <a:avLst/>
          </a:prstGeom>
          <a:noFill/>
          <a:ln w="0">
            <a:noFill/>
            <a:prstDash val="solid"/>
          </a:ln>
        </p:spPr>
        <p:txBody>
          <a:bodyPr wrap="none" lIns="0" tIns="0" rIns="0" bIns="0" rtlCol="0" anchor="ctr">
            <a:noAutofit/>
          </a:bodyPr>
          <a:lstStyle>
            <a:defPPr algn="l">
              <a:defRPr sz="2100" b="0">
                <a:solidFill>
                  <a:srgbClr val="2B3E4B"/>
                </a:solidFill>
                <a:latin typeface="Arial" panose="020B0604020202090204"/>
                <a:ea typeface="Arial" panose="020B0604020202090204"/>
                <a:cs typeface="Arial" panose="020B0604020202090204"/>
              </a:defRPr>
            </a:defPPr>
            <a:lvl1pPr algn="l">
              <a:defRPr sz="2100" b="0">
                <a:solidFill>
                  <a:srgbClr val="2B3E4B"/>
                </a:solidFill>
                <a:latin typeface="Arial" panose="020B0604020202090204"/>
                <a:ea typeface="Arial" panose="020B0604020202090204"/>
                <a:cs typeface="Arial" panose="020B0604020202090204"/>
              </a:defRPr>
            </a:lvl1pPr>
            <a:lvl2pPr algn="l">
              <a:defRPr sz="2100" b="0">
                <a:solidFill>
                  <a:srgbClr val="2B3E4B"/>
                </a:solidFill>
                <a:latin typeface="Arial" panose="020B0604020202090204"/>
                <a:ea typeface="Arial" panose="020B0604020202090204"/>
                <a:cs typeface="Arial" panose="020B0604020202090204"/>
              </a:defRPr>
            </a:lvl2pPr>
            <a:lvl3pPr algn="l">
              <a:defRPr sz="2100" b="0">
                <a:solidFill>
                  <a:srgbClr val="2B3E4B"/>
                </a:solidFill>
                <a:latin typeface="Arial" panose="020B0604020202090204"/>
                <a:ea typeface="Arial" panose="020B0604020202090204"/>
                <a:cs typeface="Arial" panose="020B0604020202090204"/>
              </a:defRPr>
            </a:lvl3pPr>
            <a:lvl4pPr algn="l">
              <a:defRPr sz="2100" b="0">
                <a:solidFill>
                  <a:srgbClr val="2B3E4B"/>
                </a:solidFill>
                <a:latin typeface="Arial" panose="020B0604020202090204"/>
                <a:ea typeface="Arial" panose="020B0604020202090204"/>
                <a:cs typeface="Arial" panose="020B0604020202090204"/>
              </a:defRPr>
            </a:lvl4pPr>
            <a:lvl5pPr algn="l">
              <a:defRPr sz="2100" b="0">
                <a:solidFill>
                  <a:srgbClr val="2B3E4B"/>
                </a:solidFill>
                <a:latin typeface="Arial" panose="020B0604020202090204"/>
                <a:ea typeface="Arial" panose="020B0604020202090204"/>
                <a:cs typeface="Arial" panose="020B0604020202090204"/>
              </a:defRPr>
            </a:lvl5pPr>
            <a:lvl6pPr algn="l">
              <a:defRPr sz="2100" b="0">
                <a:solidFill>
                  <a:srgbClr val="2B3E4B"/>
                </a:solidFill>
                <a:latin typeface="Arial" panose="020B0604020202090204"/>
                <a:ea typeface="Arial" panose="020B0604020202090204"/>
                <a:cs typeface="Arial" panose="020B0604020202090204"/>
              </a:defRPr>
            </a:lvl6pPr>
            <a:lvl7pPr algn="l">
              <a:defRPr sz="2100" b="0">
                <a:solidFill>
                  <a:srgbClr val="2B3E4B"/>
                </a:solidFill>
                <a:latin typeface="Arial" panose="020B0604020202090204"/>
                <a:ea typeface="Arial" panose="020B0604020202090204"/>
                <a:cs typeface="Arial" panose="020B0604020202090204"/>
              </a:defRPr>
            </a:lvl7pPr>
            <a:lvl8pPr algn="l">
              <a:defRPr sz="2100" b="0">
                <a:solidFill>
                  <a:srgbClr val="2B3E4B"/>
                </a:solidFill>
                <a:latin typeface="Arial" panose="020B0604020202090204"/>
                <a:ea typeface="Arial" panose="020B0604020202090204"/>
                <a:cs typeface="Arial" panose="020B0604020202090204"/>
              </a:defRPr>
            </a:lvl8pPr>
            <a:lvl9pPr algn="l">
              <a:defRPr sz="2100" b="0">
                <a:solidFill>
                  <a:srgbClr val="2B3E4B"/>
                </a:solidFill>
                <a:latin typeface="Arial" panose="020B0604020202090204"/>
                <a:ea typeface="Arial" panose="020B0604020202090204"/>
                <a:cs typeface="Arial" panose="020B0604020202090204"/>
              </a:defRPr>
            </a:lvl9pPr>
          </a:lstStyle>
          <a:p>
            <a:pPr lvl="0" algn="l">
              <a:buClrTx/>
              <a:buSzTx/>
              <a:buFontTx/>
              <a:defRPr sz="2100" b="0">
                <a:solidFill>
                  <a:srgbClr val="2B3E4B"/>
                </a:solidFill>
                <a:latin typeface="Arial" panose="020B0604020202090204"/>
                <a:ea typeface="Arial" panose="020B0604020202090204"/>
                <a:cs typeface="Arial" panose="020B0604020202090204"/>
              </a:defRPr>
            </a:pPr>
            <a:r>
              <a:rPr sz="1400">
                <a:sym typeface="+mn-ea"/>
              </a:rPr>
              <a:t>Multimodal instruction understanding</a:t>
            </a:r>
            <a:endParaRPr sz="1400">
              <a:sym typeface="+mn-ea"/>
            </a:endParaRPr>
          </a:p>
        </p:txBody>
      </p:sp>
      <p:sp>
        <p:nvSpPr>
          <p:cNvPr id="196" name="updated-text4510"/>
          <p:cNvSpPr>
            <a:spLocks noGrp="1"/>
          </p:cNvSpPr>
          <p:nvPr/>
        </p:nvSpPr>
        <p:spPr>
          <a:xfrm>
            <a:off x="7011670" y="2750185"/>
            <a:ext cx="2886075" cy="452755"/>
          </a:xfrm>
          <a:prstGeom prst="rect">
            <a:avLst/>
          </a:prstGeom>
          <a:noFill/>
          <a:ln w="0">
            <a:noFill/>
            <a:prstDash val="solid"/>
          </a:ln>
        </p:spPr>
        <p:txBody>
          <a:bodyPr wrap="none" lIns="0" tIns="0" rIns="0" bIns="0" rtlCol="0" anchor="ctr">
            <a:noAutofit/>
          </a:bodyPr>
          <a:lstStyle>
            <a:defPPr algn="l">
              <a:defRPr sz="2100" b="0">
                <a:solidFill>
                  <a:srgbClr val="2B3E4B"/>
                </a:solidFill>
                <a:latin typeface="Arial" panose="020B0604020202090204"/>
                <a:ea typeface="Arial" panose="020B0604020202090204"/>
                <a:cs typeface="Arial" panose="020B0604020202090204"/>
              </a:defRPr>
            </a:defPPr>
            <a:lvl1pPr algn="l">
              <a:defRPr sz="2100" b="0">
                <a:solidFill>
                  <a:srgbClr val="2B3E4B"/>
                </a:solidFill>
                <a:latin typeface="Arial" panose="020B0604020202090204"/>
                <a:ea typeface="Arial" panose="020B0604020202090204"/>
                <a:cs typeface="Arial" panose="020B0604020202090204"/>
              </a:defRPr>
            </a:lvl1pPr>
            <a:lvl2pPr algn="l">
              <a:defRPr sz="2100" b="0">
                <a:solidFill>
                  <a:srgbClr val="2B3E4B"/>
                </a:solidFill>
                <a:latin typeface="Arial" panose="020B0604020202090204"/>
                <a:ea typeface="Arial" panose="020B0604020202090204"/>
                <a:cs typeface="Arial" panose="020B0604020202090204"/>
              </a:defRPr>
            </a:lvl2pPr>
            <a:lvl3pPr algn="l">
              <a:defRPr sz="2100" b="0">
                <a:solidFill>
                  <a:srgbClr val="2B3E4B"/>
                </a:solidFill>
                <a:latin typeface="Arial" panose="020B0604020202090204"/>
                <a:ea typeface="Arial" panose="020B0604020202090204"/>
                <a:cs typeface="Arial" panose="020B0604020202090204"/>
              </a:defRPr>
            </a:lvl3pPr>
            <a:lvl4pPr algn="l">
              <a:defRPr sz="2100" b="0">
                <a:solidFill>
                  <a:srgbClr val="2B3E4B"/>
                </a:solidFill>
                <a:latin typeface="Arial" panose="020B0604020202090204"/>
                <a:ea typeface="Arial" panose="020B0604020202090204"/>
                <a:cs typeface="Arial" panose="020B0604020202090204"/>
              </a:defRPr>
            </a:lvl4pPr>
            <a:lvl5pPr algn="l">
              <a:defRPr sz="2100" b="0">
                <a:solidFill>
                  <a:srgbClr val="2B3E4B"/>
                </a:solidFill>
                <a:latin typeface="Arial" panose="020B0604020202090204"/>
                <a:ea typeface="Arial" panose="020B0604020202090204"/>
                <a:cs typeface="Arial" panose="020B0604020202090204"/>
              </a:defRPr>
            </a:lvl5pPr>
            <a:lvl6pPr algn="l">
              <a:defRPr sz="2100" b="0">
                <a:solidFill>
                  <a:srgbClr val="2B3E4B"/>
                </a:solidFill>
                <a:latin typeface="Arial" panose="020B0604020202090204"/>
                <a:ea typeface="Arial" panose="020B0604020202090204"/>
                <a:cs typeface="Arial" panose="020B0604020202090204"/>
              </a:defRPr>
            </a:lvl6pPr>
            <a:lvl7pPr algn="l">
              <a:defRPr sz="2100" b="0">
                <a:solidFill>
                  <a:srgbClr val="2B3E4B"/>
                </a:solidFill>
                <a:latin typeface="Arial" panose="020B0604020202090204"/>
                <a:ea typeface="Arial" panose="020B0604020202090204"/>
                <a:cs typeface="Arial" panose="020B0604020202090204"/>
              </a:defRPr>
            </a:lvl7pPr>
            <a:lvl8pPr algn="l">
              <a:defRPr sz="2100" b="0">
                <a:solidFill>
                  <a:srgbClr val="2B3E4B"/>
                </a:solidFill>
                <a:latin typeface="Arial" panose="020B0604020202090204"/>
                <a:ea typeface="Arial" panose="020B0604020202090204"/>
                <a:cs typeface="Arial" panose="020B0604020202090204"/>
              </a:defRPr>
            </a:lvl8pPr>
            <a:lvl9pPr algn="l">
              <a:defRPr sz="2100" b="0">
                <a:solidFill>
                  <a:srgbClr val="2B3E4B"/>
                </a:solidFill>
                <a:latin typeface="Arial" panose="020B0604020202090204"/>
                <a:ea typeface="Arial" panose="020B0604020202090204"/>
                <a:cs typeface="Arial" panose="020B0604020202090204"/>
              </a:defRPr>
            </a:lvl9pPr>
          </a:lstStyle>
          <a:p>
            <a:pPr lvl="0" algn="l">
              <a:buClrTx/>
              <a:buSzTx/>
              <a:buFontTx/>
              <a:defRPr sz="2100" b="0">
                <a:solidFill>
                  <a:srgbClr val="2B3E4B"/>
                </a:solidFill>
                <a:latin typeface="Arial" panose="020B0604020202090204"/>
                <a:ea typeface="Arial" panose="020B0604020202090204"/>
                <a:cs typeface="Arial" panose="020B0604020202090204"/>
              </a:defRPr>
            </a:pPr>
            <a:r>
              <a:rPr sz="1400">
                <a:sym typeface="+mn-ea"/>
              </a:rPr>
              <a:t>Mid-execution corrective control</a:t>
            </a:r>
            <a:endParaRPr sz="1400">
              <a:sym typeface="+mn-ea"/>
            </a:endParaRPr>
          </a:p>
        </p:txBody>
      </p:sp>
      <p:sp>
        <p:nvSpPr>
          <p:cNvPr id="197" name="Gain (b) column 1: +17 percentage points relative to (a)">
            <a:extLst xmlns:a="http://schemas.openxmlformats.org/drawingml/2006/main">
              <a:ext uri="{FF2B5EF4-FFF2-40B4-BE49-F238E27FC236}">
                <a16:creationId xmlns:a16="http://schemas.microsoft.com/office/drawing/2014/main" id="{86CCF4E5-A16B-4283-A545-879A08852BFA}"/>
              </a:ext>
            </a:extLst>
          </p:cNvPr>
          <p:cNvSpPr>
            <a:spLocks xmlns:a="http://schemas.openxmlformats.org/drawingml/2006/main" noGrp="1"/>
          </p:cNvSpPr>
          <p:nvPr/>
        </p:nvSpPr>
        <p:spPr>
          <a:xfrm xmlns:a="http://schemas.openxmlformats.org/drawingml/2006/main">
            <a:off x="7415213" y="4891088"/>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200" b="1">
                <a:solidFill>
                  <a:srgbClr val="C6534F"/>
                </a:solidFill>
                <a:latin typeface="Arial"/>
                <a:ea typeface="Arial"/>
                <a:cs typeface="Arial"/>
              </a:defRPr>
            </a:defPPr>
            <a:lvl1pPr algn="l">
              <a:defRPr sz="1200" b="1">
                <a:solidFill>
                  <a:srgbClr val="C6534F"/>
                </a:solidFill>
                <a:latin typeface="Arial"/>
                <a:ea typeface="Arial"/>
                <a:cs typeface="Arial"/>
              </a:defRPr>
            </a:lvl1pPr>
            <a:lvl2pPr algn="l">
              <a:defRPr sz="1200" b="1">
                <a:solidFill>
                  <a:srgbClr val="C6534F"/>
                </a:solidFill>
                <a:latin typeface="Arial"/>
                <a:ea typeface="Arial"/>
                <a:cs typeface="Arial"/>
              </a:defRPr>
            </a:lvl2pPr>
            <a:lvl3pPr algn="l">
              <a:defRPr sz="1200" b="1">
                <a:solidFill>
                  <a:srgbClr val="C6534F"/>
                </a:solidFill>
                <a:latin typeface="Arial"/>
                <a:ea typeface="Arial"/>
                <a:cs typeface="Arial"/>
              </a:defRPr>
            </a:lvl3pPr>
            <a:lvl4pPr algn="l">
              <a:defRPr sz="1200" b="1">
                <a:solidFill>
                  <a:srgbClr val="C6534F"/>
                </a:solidFill>
                <a:latin typeface="Arial"/>
                <a:ea typeface="Arial"/>
                <a:cs typeface="Arial"/>
              </a:defRPr>
            </a:lvl4pPr>
            <a:lvl5pPr algn="l">
              <a:defRPr sz="1200" b="1">
                <a:solidFill>
                  <a:srgbClr val="C6534F"/>
                </a:solidFill>
                <a:latin typeface="Arial"/>
                <a:ea typeface="Arial"/>
                <a:cs typeface="Arial"/>
              </a:defRPr>
            </a:lvl5pPr>
            <a:lvl6pPr algn="l">
              <a:defRPr sz="1200" b="1">
                <a:solidFill>
                  <a:srgbClr val="C6534F"/>
                </a:solidFill>
                <a:latin typeface="Arial"/>
                <a:ea typeface="Arial"/>
                <a:cs typeface="Arial"/>
              </a:defRPr>
            </a:lvl6pPr>
            <a:lvl7pPr algn="l">
              <a:defRPr sz="1200" b="1">
                <a:solidFill>
                  <a:srgbClr val="C6534F"/>
                </a:solidFill>
                <a:latin typeface="Arial"/>
                <a:ea typeface="Arial"/>
                <a:cs typeface="Arial"/>
              </a:defRPr>
            </a:lvl7pPr>
            <a:lvl8pPr algn="l">
              <a:defRPr sz="1200" b="1">
                <a:solidFill>
                  <a:srgbClr val="C6534F"/>
                </a:solidFill>
                <a:latin typeface="Arial"/>
                <a:ea typeface="Arial"/>
                <a:cs typeface="Arial"/>
              </a:defRPr>
            </a:lvl8pPr>
            <a:lvl9pPr algn="l">
              <a:defRPr sz="1200" b="1">
                <a:solidFill>
                  <a:srgbClr val="C6534F"/>
                </a:solidFill>
                <a:latin typeface="Arial"/>
                <a:ea typeface="Arial"/>
                <a:cs typeface="Arial"/>
              </a:defRPr>
            </a:lvl9pPr>
          </a:lstStyle>
          <a:p xmlns:a="http://schemas.openxmlformats.org/drawingml/2006/main">
            <a:pPr algn="l">
              <a:defRPr sz="1200" b="1">
                <a:solidFill>
                  <a:srgbClr val="C6534F"/>
                </a:solidFill>
                <a:latin typeface="Arial"/>
                <a:ea typeface="Arial"/>
                <a:cs typeface="Arial"/>
              </a:defRPr>
            </a:pPr>
            <a:r>
              <a:rPr sz="1200" b="1">
                <a:solidFill>
                  <a:srgbClr val="C6534F"/>
                </a:solidFill>
                <a:latin typeface="Arial"/>
                <a:ea typeface="Arial"/>
                <a:cs typeface="Arial"/>
              </a:rPr>
              <a:t>↑ +17</a:t>
            </a:r>
          </a:p>
        </p:txBody>
      </p:sp>
      <p:sp>
        <p:nvSpPr>
          <p:cNvPr id="198" name="Gain (b) column 2: +11 percentage points relative to (a)">
            <a:extLst xmlns:a="http://schemas.openxmlformats.org/drawingml/2006/main">
              <a:ext uri="{FF2B5EF4-FFF2-40B4-BE49-F238E27FC236}">
                <a16:creationId xmlns:a16="http://schemas.microsoft.com/office/drawing/2014/main" id="{58D072E3-89C6-42FB-80BD-81460222B66E}"/>
              </a:ext>
            </a:extLst>
          </p:cNvPr>
          <p:cNvSpPr>
            <a:spLocks xmlns:a="http://schemas.openxmlformats.org/drawingml/2006/main" noGrp="1"/>
          </p:cNvSpPr>
          <p:nvPr/>
        </p:nvSpPr>
        <p:spPr>
          <a:xfrm xmlns:a="http://schemas.openxmlformats.org/drawingml/2006/main">
            <a:off x="8277225" y="4995863"/>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200" b="1">
                <a:solidFill>
                  <a:srgbClr val="C6534F"/>
                </a:solidFill>
                <a:latin typeface="Arial"/>
                <a:ea typeface="Arial"/>
                <a:cs typeface="Arial"/>
              </a:defRPr>
            </a:defPPr>
            <a:lvl1pPr algn="l">
              <a:defRPr sz="1200" b="1">
                <a:solidFill>
                  <a:srgbClr val="C6534F"/>
                </a:solidFill>
                <a:latin typeface="Arial"/>
                <a:ea typeface="Arial"/>
                <a:cs typeface="Arial"/>
              </a:defRPr>
            </a:lvl1pPr>
            <a:lvl2pPr algn="l">
              <a:defRPr sz="1200" b="1">
                <a:solidFill>
                  <a:srgbClr val="C6534F"/>
                </a:solidFill>
                <a:latin typeface="Arial"/>
                <a:ea typeface="Arial"/>
                <a:cs typeface="Arial"/>
              </a:defRPr>
            </a:lvl2pPr>
            <a:lvl3pPr algn="l">
              <a:defRPr sz="1200" b="1">
                <a:solidFill>
                  <a:srgbClr val="C6534F"/>
                </a:solidFill>
                <a:latin typeface="Arial"/>
                <a:ea typeface="Arial"/>
                <a:cs typeface="Arial"/>
              </a:defRPr>
            </a:lvl3pPr>
            <a:lvl4pPr algn="l">
              <a:defRPr sz="1200" b="1">
                <a:solidFill>
                  <a:srgbClr val="C6534F"/>
                </a:solidFill>
                <a:latin typeface="Arial"/>
                <a:ea typeface="Arial"/>
                <a:cs typeface="Arial"/>
              </a:defRPr>
            </a:lvl4pPr>
            <a:lvl5pPr algn="l">
              <a:defRPr sz="1200" b="1">
                <a:solidFill>
                  <a:srgbClr val="C6534F"/>
                </a:solidFill>
                <a:latin typeface="Arial"/>
                <a:ea typeface="Arial"/>
                <a:cs typeface="Arial"/>
              </a:defRPr>
            </a:lvl5pPr>
            <a:lvl6pPr algn="l">
              <a:defRPr sz="1200" b="1">
                <a:solidFill>
                  <a:srgbClr val="C6534F"/>
                </a:solidFill>
                <a:latin typeface="Arial"/>
                <a:ea typeface="Arial"/>
                <a:cs typeface="Arial"/>
              </a:defRPr>
            </a:lvl6pPr>
            <a:lvl7pPr algn="l">
              <a:defRPr sz="1200" b="1">
                <a:solidFill>
                  <a:srgbClr val="C6534F"/>
                </a:solidFill>
                <a:latin typeface="Arial"/>
                <a:ea typeface="Arial"/>
                <a:cs typeface="Arial"/>
              </a:defRPr>
            </a:lvl7pPr>
            <a:lvl8pPr algn="l">
              <a:defRPr sz="1200" b="1">
                <a:solidFill>
                  <a:srgbClr val="C6534F"/>
                </a:solidFill>
                <a:latin typeface="Arial"/>
                <a:ea typeface="Arial"/>
                <a:cs typeface="Arial"/>
              </a:defRPr>
            </a:lvl8pPr>
            <a:lvl9pPr algn="l">
              <a:defRPr sz="1200" b="1">
                <a:solidFill>
                  <a:srgbClr val="C6534F"/>
                </a:solidFill>
                <a:latin typeface="Arial"/>
                <a:ea typeface="Arial"/>
                <a:cs typeface="Arial"/>
              </a:defRPr>
            </a:lvl9pPr>
          </a:lstStyle>
          <a:p xmlns:a="http://schemas.openxmlformats.org/drawingml/2006/main">
            <a:pPr algn="l">
              <a:defRPr sz="1200" b="1">
                <a:solidFill>
                  <a:srgbClr val="C6534F"/>
                </a:solidFill>
                <a:latin typeface="Arial"/>
                <a:ea typeface="Arial"/>
                <a:cs typeface="Arial"/>
              </a:defRPr>
            </a:pPr>
            <a:r>
              <a:rPr sz="1200" b="1">
                <a:solidFill>
                  <a:srgbClr val="C6534F"/>
                </a:solidFill>
                <a:latin typeface="Arial"/>
                <a:ea typeface="Arial"/>
                <a:cs typeface="Arial"/>
              </a:rPr>
              <a:t>↑ +11</a:t>
            </a:r>
          </a:p>
        </p:txBody>
      </p:sp>
      <p:sp>
        <p:nvSpPr>
          <p:cNvPr id="199" name="Gain (b) column 3: +7 percentage points relative to (a)">
            <a:extLst xmlns:a="http://schemas.openxmlformats.org/drawingml/2006/main">
              <a:ext uri="{FF2B5EF4-FFF2-40B4-BE49-F238E27FC236}">
                <a16:creationId xmlns:a16="http://schemas.microsoft.com/office/drawing/2014/main" id="{26C33733-856C-4C5D-B124-079C393A0322}"/>
              </a:ext>
            </a:extLst>
          </p:cNvPr>
          <p:cNvSpPr>
            <a:spLocks xmlns:a="http://schemas.openxmlformats.org/drawingml/2006/main" noGrp="1"/>
          </p:cNvSpPr>
          <p:nvPr/>
        </p:nvSpPr>
        <p:spPr>
          <a:xfrm xmlns:a="http://schemas.openxmlformats.org/drawingml/2006/main">
            <a:off x="9129713" y="4757738"/>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200" b="1">
                <a:solidFill>
                  <a:srgbClr val="C6534F"/>
                </a:solidFill>
                <a:latin typeface="Arial"/>
                <a:ea typeface="Arial"/>
                <a:cs typeface="Arial"/>
              </a:defRPr>
            </a:defPPr>
            <a:lvl1pPr algn="l">
              <a:defRPr sz="1200" b="1">
                <a:solidFill>
                  <a:srgbClr val="C6534F"/>
                </a:solidFill>
                <a:latin typeface="Arial"/>
                <a:ea typeface="Arial"/>
                <a:cs typeface="Arial"/>
              </a:defRPr>
            </a:lvl1pPr>
            <a:lvl2pPr algn="l">
              <a:defRPr sz="1200" b="1">
                <a:solidFill>
                  <a:srgbClr val="C6534F"/>
                </a:solidFill>
                <a:latin typeface="Arial"/>
                <a:ea typeface="Arial"/>
                <a:cs typeface="Arial"/>
              </a:defRPr>
            </a:lvl2pPr>
            <a:lvl3pPr algn="l">
              <a:defRPr sz="1200" b="1">
                <a:solidFill>
                  <a:srgbClr val="C6534F"/>
                </a:solidFill>
                <a:latin typeface="Arial"/>
                <a:ea typeface="Arial"/>
                <a:cs typeface="Arial"/>
              </a:defRPr>
            </a:lvl3pPr>
            <a:lvl4pPr algn="l">
              <a:defRPr sz="1200" b="1">
                <a:solidFill>
                  <a:srgbClr val="C6534F"/>
                </a:solidFill>
                <a:latin typeface="Arial"/>
                <a:ea typeface="Arial"/>
                <a:cs typeface="Arial"/>
              </a:defRPr>
            </a:lvl4pPr>
            <a:lvl5pPr algn="l">
              <a:defRPr sz="1200" b="1">
                <a:solidFill>
                  <a:srgbClr val="C6534F"/>
                </a:solidFill>
                <a:latin typeface="Arial"/>
                <a:ea typeface="Arial"/>
                <a:cs typeface="Arial"/>
              </a:defRPr>
            </a:lvl5pPr>
            <a:lvl6pPr algn="l">
              <a:defRPr sz="1200" b="1">
                <a:solidFill>
                  <a:srgbClr val="C6534F"/>
                </a:solidFill>
                <a:latin typeface="Arial"/>
                <a:ea typeface="Arial"/>
                <a:cs typeface="Arial"/>
              </a:defRPr>
            </a:lvl6pPr>
            <a:lvl7pPr algn="l">
              <a:defRPr sz="1200" b="1">
                <a:solidFill>
                  <a:srgbClr val="C6534F"/>
                </a:solidFill>
                <a:latin typeface="Arial"/>
                <a:ea typeface="Arial"/>
                <a:cs typeface="Arial"/>
              </a:defRPr>
            </a:lvl7pPr>
            <a:lvl8pPr algn="l">
              <a:defRPr sz="1200" b="1">
                <a:solidFill>
                  <a:srgbClr val="C6534F"/>
                </a:solidFill>
                <a:latin typeface="Arial"/>
                <a:ea typeface="Arial"/>
                <a:cs typeface="Arial"/>
              </a:defRPr>
            </a:lvl8pPr>
            <a:lvl9pPr algn="l">
              <a:defRPr sz="1200" b="1">
                <a:solidFill>
                  <a:srgbClr val="C6534F"/>
                </a:solidFill>
                <a:latin typeface="Arial"/>
                <a:ea typeface="Arial"/>
                <a:cs typeface="Arial"/>
              </a:defRPr>
            </a:lvl9pPr>
          </a:lstStyle>
          <a:p xmlns:a="http://schemas.openxmlformats.org/drawingml/2006/main">
            <a:pPr algn="l">
              <a:defRPr sz="1200" b="1">
                <a:solidFill>
                  <a:srgbClr val="C6534F"/>
                </a:solidFill>
                <a:latin typeface="Arial"/>
                <a:ea typeface="Arial"/>
                <a:cs typeface="Arial"/>
              </a:defRPr>
            </a:pPr>
            <a:r>
              <a:rPr sz="1200" b="1">
                <a:solidFill>
                  <a:srgbClr val="C6534F"/>
                </a:solidFill>
                <a:latin typeface="Arial"/>
                <a:ea typeface="Arial"/>
                <a:cs typeface="Arial"/>
              </a:rPr>
              <a:t>↑ +7</a:t>
            </a:r>
          </a:p>
        </p:txBody>
      </p:sp>
      <p:sp>
        <p:nvSpPr>
          <p:cNvPr id="200" name="Gain (c) column 1: +29 percentage points relative to (a)">
            <a:extLst xmlns:a="http://schemas.openxmlformats.org/drawingml/2006/main">
              <a:ext uri="{FF2B5EF4-FFF2-40B4-BE49-F238E27FC236}">
                <a16:creationId xmlns:a16="http://schemas.microsoft.com/office/drawing/2014/main" id="{CFBD54B6-7BF1-44C6-A200-0C98BA95D8F0}"/>
              </a:ext>
            </a:extLst>
          </p:cNvPr>
          <p:cNvSpPr>
            <a:spLocks xmlns:a="http://schemas.openxmlformats.org/drawingml/2006/main" noGrp="1"/>
          </p:cNvSpPr>
          <p:nvPr/>
        </p:nvSpPr>
        <p:spPr>
          <a:xfrm xmlns:a="http://schemas.openxmlformats.org/drawingml/2006/main">
            <a:off x="7429500" y="6215063"/>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200" b="1">
                <a:solidFill>
                  <a:srgbClr val="C6534F"/>
                </a:solidFill>
                <a:latin typeface="Arial"/>
                <a:ea typeface="Arial"/>
                <a:cs typeface="Arial"/>
              </a:defRPr>
            </a:defPPr>
            <a:lvl1pPr algn="l">
              <a:defRPr sz="1200" b="1">
                <a:solidFill>
                  <a:srgbClr val="C6534F"/>
                </a:solidFill>
                <a:latin typeface="Arial"/>
                <a:ea typeface="Arial"/>
                <a:cs typeface="Arial"/>
              </a:defRPr>
            </a:lvl1pPr>
            <a:lvl2pPr algn="l">
              <a:defRPr sz="1200" b="1">
                <a:solidFill>
                  <a:srgbClr val="C6534F"/>
                </a:solidFill>
                <a:latin typeface="Arial"/>
                <a:ea typeface="Arial"/>
                <a:cs typeface="Arial"/>
              </a:defRPr>
            </a:lvl2pPr>
            <a:lvl3pPr algn="l">
              <a:defRPr sz="1200" b="1">
                <a:solidFill>
                  <a:srgbClr val="C6534F"/>
                </a:solidFill>
                <a:latin typeface="Arial"/>
                <a:ea typeface="Arial"/>
                <a:cs typeface="Arial"/>
              </a:defRPr>
            </a:lvl3pPr>
            <a:lvl4pPr algn="l">
              <a:defRPr sz="1200" b="1">
                <a:solidFill>
                  <a:srgbClr val="C6534F"/>
                </a:solidFill>
                <a:latin typeface="Arial"/>
                <a:ea typeface="Arial"/>
                <a:cs typeface="Arial"/>
              </a:defRPr>
            </a:lvl4pPr>
            <a:lvl5pPr algn="l">
              <a:defRPr sz="1200" b="1">
                <a:solidFill>
                  <a:srgbClr val="C6534F"/>
                </a:solidFill>
                <a:latin typeface="Arial"/>
                <a:ea typeface="Arial"/>
                <a:cs typeface="Arial"/>
              </a:defRPr>
            </a:lvl5pPr>
            <a:lvl6pPr algn="l">
              <a:defRPr sz="1200" b="1">
                <a:solidFill>
                  <a:srgbClr val="C6534F"/>
                </a:solidFill>
                <a:latin typeface="Arial"/>
                <a:ea typeface="Arial"/>
                <a:cs typeface="Arial"/>
              </a:defRPr>
            </a:lvl6pPr>
            <a:lvl7pPr algn="l">
              <a:defRPr sz="1200" b="1">
                <a:solidFill>
                  <a:srgbClr val="C6534F"/>
                </a:solidFill>
                <a:latin typeface="Arial"/>
                <a:ea typeface="Arial"/>
                <a:cs typeface="Arial"/>
              </a:defRPr>
            </a:lvl7pPr>
            <a:lvl8pPr algn="l">
              <a:defRPr sz="1200" b="1">
                <a:solidFill>
                  <a:srgbClr val="C6534F"/>
                </a:solidFill>
                <a:latin typeface="Arial"/>
                <a:ea typeface="Arial"/>
                <a:cs typeface="Arial"/>
              </a:defRPr>
            </a:lvl8pPr>
            <a:lvl9pPr algn="l">
              <a:defRPr sz="1200" b="1">
                <a:solidFill>
                  <a:srgbClr val="C6534F"/>
                </a:solidFill>
                <a:latin typeface="Arial"/>
                <a:ea typeface="Arial"/>
                <a:cs typeface="Arial"/>
              </a:defRPr>
            </a:lvl9pPr>
          </a:lstStyle>
          <a:p xmlns:a="http://schemas.openxmlformats.org/drawingml/2006/main">
            <a:pPr algn="l">
              <a:defRPr sz="1200" b="1">
                <a:solidFill>
                  <a:srgbClr val="C6534F"/>
                </a:solidFill>
                <a:latin typeface="Arial"/>
                <a:ea typeface="Arial"/>
                <a:cs typeface="Arial"/>
              </a:defRPr>
            </a:pPr>
            <a:r>
              <a:rPr sz="1200" b="1">
                <a:solidFill>
                  <a:srgbClr val="C6534F"/>
                </a:solidFill>
                <a:latin typeface="Arial"/>
                <a:ea typeface="Arial"/>
                <a:cs typeface="Arial"/>
              </a:rPr>
              <a:t>↑ +29</a:t>
            </a:r>
          </a:p>
        </p:txBody>
      </p:sp>
      <p:sp>
        <p:nvSpPr>
          <p:cNvPr id="201" name="Gain (c) column 2: +16 percentage points relative to (a)">
            <a:extLst xmlns:a="http://schemas.openxmlformats.org/drawingml/2006/main">
              <a:ext uri="{FF2B5EF4-FFF2-40B4-BE49-F238E27FC236}">
                <a16:creationId xmlns:a16="http://schemas.microsoft.com/office/drawing/2014/main" id="{076E6EE9-C6A5-4546-A3B6-A152BD3B5307}"/>
              </a:ext>
            </a:extLst>
          </p:cNvPr>
          <p:cNvSpPr>
            <a:spLocks xmlns:a="http://schemas.openxmlformats.org/drawingml/2006/main" noGrp="1"/>
          </p:cNvSpPr>
          <p:nvPr/>
        </p:nvSpPr>
        <p:spPr>
          <a:xfrm xmlns:a="http://schemas.openxmlformats.org/drawingml/2006/main">
            <a:off x="8262938" y="6424613"/>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200" b="1">
                <a:solidFill>
                  <a:srgbClr val="C6534F"/>
                </a:solidFill>
                <a:latin typeface="Arial"/>
                <a:ea typeface="Arial"/>
                <a:cs typeface="Arial"/>
              </a:defRPr>
            </a:defPPr>
            <a:lvl1pPr algn="l">
              <a:defRPr sz="1200" b="1">
                <a:solidFill>
                  <a:srgbClr val="C6534F"/>
                </a:solidFill>
                <a:latin typeface="Arial"/>
                <a:ea typeface="Arial"/>
                <a:cs typeface="Arial"/>
              </a:defRPr>
            </a:lvl1pPr>
            <a:lvl2pPr algn="l">
              <a:defRPr sz="1200" b="1">
                <a:solidFill>
                  <a:srgbClr val="C6534F"/>
                </a:solidFill>
                <a:latin typeface="Arial"/>
                <a:ea typeface="Arial"/>
                <a:cs typeface="Arial"/>
              </a:defRPr>
            </a:lvl2pPr>
            <a:lvl3pPr algn="l">
              <a:defRPr sz="1200" b="1">
                <a:solidFill>
                  <a:srgbClr val="C6534F"/>
                </a:solidFill>
                <a:latin typeface="Arial"/>
                <a:ea typeface="Arial"/>
                <a:cs typeface="Arial"/>
              </a:defRPr>
            </a:lvl3pPr>
            <a:lvl4pPr algn="l">
              <a:defRPr sz="1200" b="1">
                <a:solidFill>
                  <a:srgbClr val="C6534F"/>
                </a:solidFill>
                <a:latin typeface="Arial"/>
                <a:ea typeface="Arial"/>
                <a:cs typeface="Arial"/>
              </a:defRPr>
            </a:lvl4pPr>
            <a:lvl5pPr algn="l">
              <a:defRPr sz="1200" b="1">
                <a:solidFill>
                  <a:srgbClr val="C6534F"/>
                </a:solidFill>
                <a:latin typeface="Arial"/>
                <a:ea typeface="Arial"/>
                <a:cs typeface="Arial"/>
              </a:defRPr>
            </a:lvl5pPr>
            <a:lvl6pPr algn="l">
              <a:defRPr sz="1200" b="1">
                <a:solidFill>
                  <a:srgbClr val="C6534F"/>
                </a:solidFill>
                <a:latin typeface="Arial"/>
                <a:ea typeface="Arial"/>
                <a:cs typeface="Arial"/>
              </a:defRPr>
            </a:lvl6pPr>
            <a:lvl7pPr algn="l">
              <a:defRPr sz="1200" b="1">
                <a:solidFill>
                  <a:srgbClr val="C6534F"/>
                </a:solidFill>
                <a:latin typeface="Arial"/>
                <a:ea typeface="Arial"/>
                <a:cs typeface="Arial"/>
              </a:defRPr>
            </a:lvl7pPr>
            <a:lvl8pPr algn="l">
              <a:defRPr sz="1200" b="1">
                <a:solidFill>
                  <a:srgbClr val="C6534F"/>
                </a:solidFill>
                <a:latin typeface="Arial"/>
                <a:ea typeface="Arial"/>
                <a:cs typeface="Arial"/>
              </a:defRPr>
            </a:lvl8pPr>
            <a:lvl9pPr algn="l">
              <a:defRPr sz="1200" b="1">
                <a:solidFill>
                  <a:srgbClr val="C6534F"/>
                </a:solidFill>
                <a:latin typeface="Arial"/>
                <a:ea typeface="Arial"/>
                <a:cs typeface="Arial"/>
              </a:defRPr>
            </a:lvl9pPr>
          </a:lstStyle>
          <a:p xmlns:a="http://schemas.openxmlformats.org/drawingml/2006/main">
            <a:pPr algn="l">
              <a:defRPr sz="1200" b="1">
                <a:solidFill>
                  <a:srgbClr val="C6534F"/>
                </a:solidFill>
                <a:latin typeface="Arial"/>
                <a:ea typeface="Arial"/>
                <a:cs typeface="Arial"/>
              </a:defRPr>
            </a:pPr>
            <a:r>
              <a:rPr sz="1200" b="1">
                <a:solidFill>
                  <a:srgbClr val="C6534F"/>
                </a:solidFill>
                <a:latin typeface="Arial"/>
                <a:ea typeface="Arial"/>
                <a:cs typeface="Arial"/>
              </a:rPr>
              <a:t>↑ +16</a:t>
            </a:r>
          </a:p>
        </p:txBody>
      </p:sp>
      <p:sp>
        <p:nvSpPr>
          <p:cNvPr id="202" name="Gain (c) column 3: +19 percentage points relative to (a)">
            <a:extLst xmlns:a="http://schemas.openxmlformats.org/drawingml/2006/main">
              <a:ext uri="{FF2B5EF4-FFF2-40B4-BE49-F238E27FC236}">
                <a16:creationId xmlns:a16="http://schemas.microsoft.com/office/drawing/2014/main" id="{D1D10B4B-69F5-465B-8203-C9DEF62664CB}"/>
              </a:ext>
            </a:extLst>
          </p:cNvPr>
          <p:cNvSpPr>
            <a:spLocks xmlns:a="http://schemas.openxmlformats.org/drawingml/2006/main" noGrp="1"/>
          </p:cNvSpPr>
          <p:nvPr/>
        </p:nvSpPr>
        <p:spPr>
          <a:xfrm xmlns:a="http://schemas.openxmlformats.org/drawingml/2006/main">
            <a:off x="9153525" y="6081713"/>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200" b="1">
                <a:solidFill>
                  <a:srgbClr val="C6534F"/>
                </a:solidFill>
                <a:latin typeface="Arial"/>
                <a:ea typeface="Arial"/>
                <a:cs typeface="Arial"/>
              </a:defRPr>
            </a:defPPr>
            <a:lvl1pPr algn="l">
              <a:defRPr sz="1200" b="1">
                <a:solidFill>
                  <a:srgbClr val="C6534F"/>
                </a:solidFill>
                <a:latin typeface="Arial"/>
                <a:ea typeface="Arial"/>
                <a:cs typeface="Arial"/>
              </a:defRPr>
            </a:lvl1pPr>
            <a:lvl2pPr algn="l">
              <a:defRPr sz="1200" b="1">
                <a:solidFill>
                  <a:srgbClr val="C6534F"/>
                </a:solidFill>
                <a:latin typeface="Arial"/>
                <a:ea typeface="Arial"/>
                <a:cs typeface="Arial"/>
              </a:defRPr>
            </a:lvl2pPr>
            <a:lvl3pPr algn="l">
              <a:defRPr sz="1200" b="1">
                <a:solidFill>
                  <a:srgbClr val="C6534F"/>
                </a:solidFill>
                <a:latin typeface="Arial"/>
                <a:ea typeface="Arial"/>
                <a:cs typeface="Arial"/>
              </a:defRPr>
            </a:lvl3pPr>
            <a:lvl4pPr algn="l">
              <a:defRPr sz="1200" b="1">
                <a:solidFill>
                  <a:srgbClr val="C6534F"/>
                </a:solidFill>
                <a:latin typeface="Arial"/>
                <a:ea typeface="Arial"/>
                <a:cs typeface="Arial"/>
              </a:defRPr>
            </a:lvl4pPr>
            <a:lvl5pPr algn="l">
              <a:defRPr sz="1200" b="1">
                <a:solidFill>
                  <a:srgbClr val="C6534F"/>
                </a:solidFill>
                <a:latin typeface="Arial"/>
                <a:ea typeface="Arial"/>
                <a:cs typeface="Arial"/>
              </a:defRPr>
            </a:lvl5pPr>
            <a:lvl6pPr algn="l">
              <a:defRPr sz="1200" b="1">
                <a:solidFill>
                  <a:srgbClr val="C6534F"/>
                </a:solidFill>
                <a:latin typeface="Arial"/>
                <a:ea typeface="Arial"/>
                <a:cs typeface="Arial"/>
              </a:defRPr>
            </a:lvl6pPr>
            <a:lvl7pPr algn="l">
              <a:defRPr sz="1200" b="1">
                <a:solidFill>
                  <a:srgbClr val="C6534F"/>
                </a:solidFill>
                <a:latin typeface="Arial"/>
                <a:ea typeface="Arial"/>
                <a:cs typeface="Arial"/>
              </a:defRPr>
            </a:lvl7pPr>
            <a:lvl8pPr algn="l">
              <a:defRPr sz="1200" b="1">
                <a:solidFill>
                  <a:srgbClr val="C6534F"/>
                </a:solidFill>
                <a:latin typeface="Arial"/>
                <a:ea typeface="Arial"/>
                <a:cs typeface="Arial"/>
              </a:defRPr>
            </a:lvl8pPr>
            <a:lvl9pPr algn="l">
              <a:defRPr sz="1200" b="1">
                <a:solidFill>
                  <a:srgbClr val="C6534F"/>
                </a:solidFill>
                <a:latin typeface="Arial"/>
                <a:ea typeface="Arial"/>
                <a:cs typeface="Arial"/>
              </a:defRPr>
            </a:lvl9pPr>
          </a:lstStyle>
          <a:p xmlns:a="http://schemas.openxmlformats.org/drawingml/2006/main">
            <a:pPr algn="l">
              <a:defRPr sz="1200" b="1">
                <a:solidFill>
                  <a:srgbClr val="C6534F"/>
                </a:solidFill>
                <a:latin typeface="Arial"/>
                <a:ea typeface="Arial"/>
                <a:cs typeface="Arial"/>
              </a:defRPr>
            </a:pPr>
            <a:r>
              <a:rPr sz="1200" b="1">
                <a:solidFill>
                  <a:srgbClr val="C6534F"/>
                </a:solidFill>
                <a:latin typeface="Arial"/>
                <a:ea typeface="Arial"/>
                <a:cs typeface="Arial"/>
              </a:rPr>
              <a:t>↑ +19</a:t>
            </a:r>
          </a:p>
        </p:txBody>
      </p:sp>
    </p:spTree>
  </p:cSld>
  <p:clrMapOvr>
    <a:masterClrMapping/>
  </p:clrMapOvr>
</p:sld>
</file>

<file path=ppt/tags/tag1.xml><?xml version="1.0" encoding="utf-8"?>
<p:tagLst xmlns:p="http://schemas.openxmlformats.org/presentationml/2006/main">
  <p:tag name="TABLE_ENDDRAG_ORIGIN_RECT" val="342*118"/>
  <p:tag name="TABLE_ENDDRAG_RECT" val="304*606*342*118"/>
</p:tagLst>
</file>

<file path=ppt/tags/tag2.xml><?xml version="1.0" encoding="utf-8"?>
<p:tagLst xmlns:p="http://schemas.openxmlformats.org/presentationml/2006/main">
  <p:tag name="KSO_DOCER_RESOURCE_TRACE_INFO" val="{&quot;id&quot;:&quot;3645318&quot;,&quot;origin&quot;:0,&quot;type&quot;:&quot;icons&quot;,&quot;user&quot;:&quot;1908453935&quot;}"/>
</p:tagLst>
</file>

<file path=ppt/tags/tag3.xml><?xml version="1.0" encoding="utf-8"?>
<p:tagLst xmlns:p="http://schemas.openxmlformats.org/presentationml/2006/main">
  <p:tag name="KSO_DOCER_RESOURCE_TRACE_INFO" val="{&quot;id&quot;:&quot;3645318&quot;,&quot;origin&quot;:0,&quot;type&quot;:&quot;icons&quot;,&quot;user&quot;:&quot;1908453935&quot;}"/>
</p:tagLst>
</file>

<file path=ppt/tags/tag4.xml><?xml version="1.0" encoding="utf-8"?>
<p:tagLst xmlns:p="http://schemas.openxmlformats.org/presentationml/2006/main">
  <p:tag name="KSO_DOCER_RESOURCE_TRACE_INFO" val="{&quot;id&quot;:&quot;3645318&quot;,&quot;origin&quot;:0,&quot;type&quot;:&quot;icons&quot;,&quot;user&quot;:&quot;1908453935&quot;}"/>
</p:tagLst>
</file>

<file path=ppt/tags/tag5.xml><?xml version="1.0" encoding="utf-8"?>
<p:tagLst xmlns:p="http://schemas.openxmlformats.org/presentationml/2006/main">
  <p:tag name="KSO_DOCER_RESOURCE_TRACE_INFO" val="{&quot;id&quot;:&quot;3645318&quot;,&quot;origin&quot;:0,&quot;type&quot;:&quot;icons&quot;,&quot;user&quot;:&quot;1908453935&quot;}"/>
</p:tagLst>
</file>

<file path=ppt/tags/tag6.xml><?xml version="1.0" encoding="utf-8"?>
<p:tagLst xmlns:p="http://schemas.openxmlformats.org/presentationml/2006/main">
  <p:tag name="KSO_DOCER_RESOURCE_TRACE_INFO" val="{&quot;id&quot;:&quot;3645318&quot;,&quot;origin&quot;:0,&quot;type&quot;:&quot;icons&quot;,&quot;user&quot;:&quot;1908453935&quot;}"/>
</p:tagLst>
</file>

<file path=ppt/tags/tag7.xml><?xml version="1.0" encoding="utf-8"?>
<p:tagLst xmlns:p="http://schemas.openxmlformats.org/presentationml/2006/main">
  <p:tag name="KSO_DOCER_RESOURCE_TRACE_INFO" val="{&quot;id&quot;:&quot;3645318&quot;,&quot;origin&quot;:0,&quot;type&quot;:&quot;icons&quot;,&quot;user&quot;:&quot;1908453935&quot;}"/>
</p:tagLst>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575</Words>
  <Application>WPS 文字</Application>
  <PresentationFormat>Converted Presentation</PresentationFormat>
  <Paragraphs>45</Paragraphs>
  <Slides>1</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vt:i4>
      </vt:variant>
    </vt:vector>
  </HeadingPairs>
  <TitlesOfParts>
    <vt:vector size="14" baseType="lpstr">
      <vt:lpstr>Arial</vt:lpstr>
      <vt:lpstr>宋体</vt:lpstr>
      <vt:lpstr>Wingdings</vt:lpstr>
      <vt:lpstr>Arial</vt:lpstr>
      <vt:lpstr>微软雅黑</vt:lpstr>
      <vt:lpstr>方正雅意黑 GB18030L2</vt:lpstr>
      <vt:lpstr>Aptos</vt:lpstr>
      <vt:lpstr>Helvetica Neue</vt:lpstr>
      <vt:lpstr>Calibri</vt:lpstr>
      <vt:lpstr>汉仪书宋二KW</vt:lpstr>
      <vt:lpstr>宋体</vt:lpstr>
      <vt:lpstr>Arial Unicode MS</vt:lpstr>
      <vt:lpstr>ChatGPT</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卢琦</cp:lastModifiedBy>
  <cp:revision>1</cp:revision>
  <dcterms:created xsi:type="dcterms:W3CDTF">2026-10-20T07:09:17Z</dcterms:created>
  <dcterms:modified xsi:type="dcterms:W3CDTF">2026-10-20T07:09:17Z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2052-12.1.26046.26046</vt:lpwstr>
  </property>
  <property fmtid="{D5CDD505-2E9C-101B-9397-08002B2CF9AE}" pid="3" name="ICV">
    <vt:lpwstr>F41E01B1614D9BAA9D13D76A49496CBE_42</vt:lpwstr>
  </property>
</Properties>
</file>