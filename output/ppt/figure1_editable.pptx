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d906d1be64495" /><Relationship Type="http://schemas.openxmlformats.org/officeDocument/2006/relationships/extended-properties" Target="/docProps/app.xml" Id="R051a3de401be470c" /><Relationship Type="http://schemas.openxmlformats.org/officeDocument/2006/relationships/officeDocument" Target="/ppt/presentation.xml" Id="R27068fefce47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55967d4cbc4828"/>
  </p:sldMasterIdLst>
  <p:notesMasterIdLst>
    <p:notesMasterId xmlns:r="http://schemas.openxmlformats.org/officeDocument/2006/relationships" r:id="R1b64d7ed21a4489d"/>
  </p:notesMasterIdLst>
  <p:sldIdLst>
    <p:sldId xmlns:r="http://schemas.openxmlformats.org/officeDocument/2006/relationships" id="256" r:id="Rc9a07fbb8da64245"/>
  </p:sldIdLst>
  <p:sldSz cx="16935450" cy="4953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00fd0a42445fa" /><Relationship Type="http://schemas.openxmlformats.org/officeDocument/2006/relationships/slideMaster" Target="/ppt/slideMasters/slideMaster1.xml" Id="R2655967d4cbc4828" /><Relationship Type="http://schemas.openxmlformats.org/officeDocument/2006/relationships/notesMaster" Target="/ppt/notesMasters/notesMaster1.xml" Id="R1b64d7ed21a4489d" /><Relationship Type="http://schemas.openxmlformats.org/officeDocument/2006/relationships/presProps" Target="/ppt/presProps.xml" Id="R3aa1d043149f4c14" /><Relationship Type="http://schemas.openxmlformats.org/officeDocument/2006/relationships/tableStyles" Target="/ppt/tableStyles.xml" Id="Raab42903741147c1" /><Relationship Type="http://schemas.openxmlformats.org/officeDocument/2006/relationships/slide" Target="/ppt/slides/slide1.xml" Id="Rc9a07fbb8da6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00b8cb8cd74e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f614082a54448" /><Relationship Type="http://schemas.openxmlformats.org/officeDocument/2006/relationships/notesMaster" Target="/ppt/notesMasters/notesMaster1.xml" Id="R70daa285f999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author-provided Figure 1, figures/1-fig1_overview_compact_v32_editable.pdf. Quantitative values and original labels are retained. The six scene images are separately embedded, while labels, numerical values, bars, arrows and frames are editable PowerPoint objects. The rightmost corrective-control image is a controlled target-state illustration, not a model rollout or evidence of model success. Source provenance: figures/figure1_data_and_sources.json.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d4586e77744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1723915cd40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bb38139c348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562a3b27a40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bc8dedc7d43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16df47b2146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B26686-F920-4067-A52E-CCD74F2BF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93545" y="1871133"/>
            <a:ext cx="13548360" cy="715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E6B957-4939-496C-B6C7-9BDD825C75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40318" y="2724150"/>
            <a:ext cx="11854815" cy="550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65E2F6-D54B-4677-80A1-66862260D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93545" y="2063750"/>
            <a:ext cx="1354836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65C1B1-F76B-4484-ABA6-5A76BE17A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619" y="385233"/>
            <a:ext cx="15030212" cy="605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C06BDA-6F5D-458D-BBDF-4D33357DE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2619" y="1375833"/>
            <a:ext cx="15030212" cy="30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1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52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53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55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56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657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859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060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261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9284B2-B392-4A44-9930-F9466FD5D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619" y="385233"/>
            <a:ext cx="15030212" cy="605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DE932C-44CF-4726-BEC8-D62C405BCC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2619" y="1375833"/>
            <a:ext cx="6985873" cy="30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1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52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53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55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56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657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859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060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261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AD98D1-93AF-428D-8AF6-2F7FCC39FA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996958" y="1375833"/>
            <a:ext cx="6985873" cy="30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1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52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53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55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56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657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859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060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261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5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2BEBDB-8C49-42DB-BCF1-05B1147E0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619" y="385233"/>
            <a:ext cx="15030212" cy="605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461AD3-4956-4E0E-A46C-7EEFC3E33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2619" y="1375833"/>
            <a:ext cx="6985873" cy="30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1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52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53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55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56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657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85900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06033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26167" indent="-165100" algn="l">
              <a:lnSpc>
                <a:spcPct val="110000"/>
              </a:lnSpc>
              <a:spcBef>
                <a:spcPts val="0"/>
              </a:spcBef>
              <a:spcAft>
                <a:spcPts val="867"/>
              </a:spcAft>
              <a:buChar char="•"/>
              <a:defRPr sz="1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d6df249d5e4b05" /><Relationship Type="http://schemas.openxmlformats.org/officeDocument/2006/relationships/slideLayout" Target="/ppt/slideLayouts/slideLayout1.xml" Id="Rfddd606b272744d4" /><Relationship Type="http://schemas.openxmlformats.org/officeDocument/2006/relationships/slideLayout" Target="/ppt/slideLayouts/slideLayout2.xml" Id="R9635d0b343304c92" /><Relationship Type="http://schemas.openxmlformats.org/officeDocument/2006/relationships/slideLayout" Target="/ppt/slideLayouts/slideLayout3.xml" Id="Re4cea52ff5a04cf3" /><Relationship Type="http://schemas.openxmlformats.org/officeDocument/2006/relationships/slideLayout" Target="/ppt/slideLayouts/slideLayout4.xml" Id="R07de98c500c847f1" /><Relationship Type="http://schemas.openxmlformats.org/officeDocument/2006/relationships/slideLayout" Target="/ppt/slideLayouts/slideLayout5.xml" Id="R938a22fd6ee24432" /><Relationship Type="http://schemas.openxmlformats.org/officeDocument/2006/relationships/slideLayout" Target="/ppt/slideLayouts/slideLayout6.xml" Id="R349a1385fcf6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d606b272744d4"/>
    <p:sldLayoutId xmlns:r="http://schemas.openxmlformats.org/officeDocument/2006/relationships" id="2147483650" r:id="R9635d0b343304c92"/>
    <p:sldLayoutId xmlns:r="http://schemas.openxmlformats.org/officeDocument/2006/relationships" id="2147483651" r:id="Re4cea52ff5a04cf3"/>
    <p:sldLayoutId xmlns:r="http://schemas.openxmlformats.org/officeDocument/2006/relationships" id="2147483652" r:id="R07de98c500c847f1"/>
    <p:sldLayoutId xmlns:r="http://schemas.openxmlformats.org/officeDocument/2006/relationships" id="2147483653" r:id="R938a22fd6ee24432"/>
    <p:sldLayoutId xmlns:r="http://schemas.openxmlformats.org/officeDocument/2006/relationships" id="2147483654" r:id="R349a1385fcf6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cd379c02c41d9" /><Relationship Type="http://schemas.openxmlformats.org/officeDocument/2006/relationships/image" Target="/ppt/media/image.png" Id="Rded54b05bfb74380" /><Relationship Type="http://schemas.openxmlformats.org/officeDocument/2006/relationships/image" Target="/ppt/media/image2.png" Id="R00ee66a42b764b2e" /><Relationship Type="http://schemas.openxmlformats.org/officeDocument/2006/relationships/image" Target="/ppt/media/image3.png" Id="R6eb273fb14b24378" /><Relationship Type="http://schemas.openxmlformats.org/officeDocument/2006/relationships/image" Target="/ppt/media/image4.png" Id="R32bdfa0e41294858" /><Relationship Type="http://schemas.openxmlformats.org/officeDocument/2006/relationships/image" Target="/ppt/media/image5.png" Id="R9b950271b1714dff" /><Relationship Type="http://schemas.openxmlformats.org/officeDocument/2006/relationships/image" Target="/ppt/media/image6.png" Id="R96e527fc2eb84b97" /><Relationship Type="http://schemas.openxmlformats.org/officeDocument/2006/relationships/notesSlide" Target="/ppt/notesSlides/notesSlide1.xml" Id="Rcce21325344e45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Editable bar or color block 9">
            <a:extLst xmlns:a="http://schemas.openxmlformats.org/drawingml/2006/main">
              <a:ext uri="{FF2B5EF4-FFF2-40B4-BE49-F238E27FC236}">
                <a16:creationId xmlns:a16="http://schemas.microsoft.com/office/drawing/2014/main" id="{80874E79-CFA3-40A6-8EFF-8888833F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354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ditable bar or color block 15">
            <a:extLst xmlns:a="http://schemas.openxmlformats.org/drawingml/2006/main">
              <a:ext uri="{FF2B5EF4-FFF2-40B4-BE49-F238E27FC236}">
                <a16:creationId xmlns:a16="http://schemas.microsoft.com/office/drawing/2014/main" id="{F36CE82A-ADFE-4BD6-8611-3DCBA541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354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able frame or arrow 29">
            <a:extLst xmlns:a="http://schemas.openxmlformats.org/drawingml/2006/main">
              <a:ext uri="{FF2B5EF4-FFF2-40B4-BE49-F238E27FC236}">
                <a16:creationId xmlns:a16="http://schemas.microsoft.com/office/drawing/2014/main" id="{392C366B-506B-4969-914F-679BCAF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2" y="18469"/>
            <a:ext cx="5551608" cy="4478093"/>
          </a:xfrm>
          <a:custGeom xmlns:a="http://schemas.openxmlformats.org/drawingml/2006/main">
            <a:pathLst>
              <a:path w="5551608" h="4478093">
                <a:moveTo>
                  <a:pt x="126168" y="4478093"/>
                </a:moveTo>
                <a:lnTo>
                  <a:pt x="5425430" y="4478093"/>
                </a:lnTo>
                <a:cubicBezTo>
                  <a:pt x="5509546" y="4478093"/>
                  <a:pt x="5551608" y="4452576"/>
                  <a:pt x="5551608" y="4401541"/>
                </a:cubicBezTo>
                <a:lnTo>
                  <a:pt x="5551608" y="76552"/>
                </a:lnTo>
                <a:cubicBezTo>
                  <a:pt x="5551608" y="25517"/>
                  <a:pt x="5509546" y="0"/>
                  <a:pt x="5425430" y="0"/>
                </a:cubicBezTo>
                <a:lnTo>
                  <a:pt x="126168" y="0"/>
                </a:lnTo>
                <a:cubicBezTo>
                  <a:pt x="42053" y="0"/>
                  <a:pt x="0" y="25517"/>
                  <a:pt x="0" y="76552"/>
                </a:cubicBezTo>
                <a:lnTo>
                  <a:pt x="0" y="4401541"/>
                </a:lnTo>
                <a:cubicBezTo>
                  <a:pt x="0" y="4452576"/>
                  <a:pt x="42053" y="4478093"/>
                  <a:pt x="126168" y="447809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 frame or arrow 565">
            <a:extLst xmlns:a="http://schemas.openxmlformats.org/drawingml/2006/main">
              <a:ext uri="{FF2B5EF4-FFF2-40B4-BE49-F238E27FC236}">
                <a16:creationId xmlns:a16="http://schemas.microsoft.com/office/drawing/2014/main" id="{6A37A3E3-06E7-4CD8-909B-E2F1D9B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8" y="14545"/>
            <a:ext cx="5559466" cy="4485942"/>
          </a:xfrm>
          <a:custGeom xmlns:a="http://schemas.openxmlformats.org/drawingml/2006/main">
            <a:pathLst>
              <a:path w="5559466" h="4485942">
                <a:moveTo>
                  <a:pt x="5429364" y="4478084"/>
                </a:moveTo>
                <a:lnTo>
                  <a:pt x="5429326" y="4478084"/>
                </a:lnTo>
                <a:lnTo>
                  <a:pt x="5437089" y="4478017"/>
                </a:lnTo>
                <a:lnTo>
                  <a:pt x="5437013" y="4478017"/>
                </a:lnTo>
                <a:lnTo>
                  <a:pt x="5444528" y="4477788"/>
                </a:lnTo>
                <a:lnTo>
                  <a:pt x="5444442" y="4477798"/>
                </a:lnTo>
                <a:lnTo>
                  <a:pt x="5451710" y="4477417"/>
                </a:lnTo>
                <a:lnTo>
                  <a:pt x="5451624" y="4477426"/>
                </a:lnTo>
                <a:lnTo>
                  <a:pt x="5458644" y="4476902"/>
                </a:lnTo>
                <a:lnTo>
                  <a:pt x="5458549" y="4476912"/>
                </a:lnTo>
                <a:lnTo>
                  <a:pt x="5465321" y="4476236"/>
                </a:lnTo>
                <a:lnTo>
                  <a:pt x="5465226" y="4476245"/>
                </a:lnTo>
                <a:lnTo>
                  <a:pt x="5471751" y="4475426"/>
                </a:lnTo>
                <a:lnTo>
                  <a:pt x="5471646" y="4475445"/>
                </a:lnTo>
                <a:lnTo>
                  <a:pt x="5477932" y="4474474"/>
                </a:lnTo>
                <a:lnTo>
                  <a:pt x="5477808" y="4474493"/>
                </a:lnTo>
                <a:lnTo>
                  <a:pt x="5483847" y="4473369"/>
                </a:lnTo>
                <a:lnTo>
                  <a:pt x="5483723" y="4473397"/>
                </a:lnTo>
                <a:lnTo>
                  <a:pt x="5489515" y="4472121"/>
                </a:lnTo>
                <a:lnTo>
                  <a:pt x="5489381" y="4472159"/>
                </a:lnTo>
                <a:lnTo>
                  <a:pt x="5494925" y="4470740"/>
                </a:lnTo>
                <a:lnTo>
                  <a:pt x="5494782" y="4470778"/>
                </a:lnTo>
                <a:lnTo>
                  <a:pt x="5500087" y="4469206"/>
                </a:lnTo>
                <a:lnTo>
                  <a:pt x="5499935" y="4469254"/>
                </a:lnTo>
                <a:lnTo>
                  <a:pt x="5504983" y="4467530"/>
                </a:lnTo>
                <a:lnTo>
                  <a:pt x="5504831" y="4467587"/>
                </a:lnTo>
                <a:lnTo>
                  <a:pt x="5509631" y="4465720"/>
                </a:lnTo>
                <a:lnTo>
                  <a:pt x="5509470" y="4465787"/>
                </a:lnTo>
                <a:lnTo>
                  <a:pt x="5514023" y="4463777"/>
                </a:lnTo>
                <a:lnTo>
                  <a:pt x="5513851" y="4463853"/>
                </a:lnTo>
                <a:lnTo>
                  <a:pt x="5518166" y="4461691"/>
                </a:lnTo>
                <a:lnTo>
                  <a:pt x="5517985" y="4461786"/>
                </a:lnTo>
                <a:lnTo>
                  <a:pt x="5522052" y="4459462"/>
                </a:lnTo>
                <a:lnTo>
                  <a:pt x="5521862" y="4459576"/>
                </a:lnTo>
                <a:lnTo>
                  <a:pt x="5525681" y="4457109"/>
                </a:lnTo>
                <a:lnTo>
                  <a:pt x="5525491" y="4457243"/>
                </a:lnTo>
                <a:lnTo>
                  <a:pt x="5529062" y="4454623"/>
                </a:lnTo>
                <a:lnTo>
                  <a:pt x="5528872" y="4454776"/>
                </a:lnTo>
                <a:lnTo>
                  <a:pt x="5532206" y="4452014"/>
                </a:lnTo>
                <a:lnTo>
                  <a:pt x="5532015" y="4452176"/>
                </a:lnTo>
                <a:lnTo>
                  <a:pt x="5535092" y="4449261"/>
                </a:lnTo>
                <a:lnTo>
                  <a:pt x="5534911" y="4449451"/>
                </a:lnTo>
                <a:lnTo>
                  <a:pt x="5537740" y="4446384"/>
                </a:lnTo>
                <a:lnTo>
                  <a:pt x="5537568" y="4446584"/>
                </a:lnTo>
                <a:lnTo>
                  <a:pt x="5540159" y="4443374"/>
                </a:lnTo>
                <a:lnTo>
                  <a:pt x="5539988" y="4443593"/>
                </a:lnTo>
                <a:lnTo>
                  <a:pt x="5542331" y="4440231"/>
                </a:lnTo>
                <a:lnTo>
                  <a:pt x="5542178" y="4440460"/>
                </a:lnTo>
                <a:lnTo>
                  <a:pt x="5544274" y="4436945"/>
                </a:lnTo>
                <a:lnTo>
                  <a:pt x="5544141" y="4437193"/>
                </a:lnTo>
                <a:lnTo>
                  <a:pt x="5545988" y="4433526"/>
                </a:lnTo>
                <a:lnTo>
                  <a:pt x="5545874" y="4433773"/>
                </a:lnTo>
                <a:lnTo>
                  <a:pt x="5547484" y="4429963"/>
                </a:lnTo>
                <a:lnTo>
                  <a:pt x="5547389" y="4430211"/>
                </a:lnTo>
                <a:lnTo>
                  <a:pt x="5548741" y="4426248"/>
                </a:lnTo>
                <a:lnTo>
                  <a:pt x="5548665" y="4426496"/>
                </a:lnTo>
                <a:lnTo>
                  <a:pt x="5549770" y="4422381"/>
                </a:lnTo>
                <a:lnTo>
                  <a:pt x="5549713" y="4422629"/>
                </a:lnTo>
                <a:lnTo>
                  <a:pt x="5550579" y="4418371"/>
                </a:lnTo>
                <a:lnTo>
                  <a:pt x="5550541" y="4418600"/>
                </a:lnTo>
                <a:lnTo>
                  <a:pt x="5551151" y="4414190"/>
                </a:lnTo>
                <a:lnTo>
                  <a:pt x="5551132" y="4414418"/>
                </a:lnTo>
                <a:lnTo>
                  <a:pt x="5551503" y="4409856"/>
                </a:lnTo>
                <a:lnTo>
                  <a:pt x="5551484" y="4410075"/>
                </a:lnTo>
                <a:lnTo>
                  <a:pt x="5551608" y="4405370"/>
                </a:lnTo>
                <a:lnTo>
                  <a:pt x="5551608" y="4405465"/>
                </a:lnTo>
                <a:lnTo>
                  <a:pt x="5551608" y="80477"/>
                </a:lnTo>
                <a:lnTo>
                  <a:pt x="5551608" y="80572"/>
                </a:lnTo>
                <a:lnTo>
                  <a:pt x="5551484" y="75867"/>
                </a:lnTo>
                <a:lnTo>
                  <a:pt x="5551503" y="76086"/>
                </a:lnTo>
                <a:lnTo>
                  <a:pt x="5551132" y="71523"/>
                </a:lnTo>
                <a:lnTo>
                  <a:pt x="5551151" y="71752"/>
                </a:lnTo>
                <a:lnTo>
                  <a:pt x="5550541" y="67332"/>
                </a:lnTo>
                <a:lnTo>
                  <a:pt x="5550579" y="67570"/>
                </a:lnTo>
                <a:lnTo>
                  <a:pt x="5549713" y="63313"/>
                </a:lnTo>
                <a:lnTo>
                  <a:pt x="5549770" y="63551"/>
                </a:lnTo>
                <a:lnTo>
                  <a:pt x="5548665" y="59446"/>
                </a:lnTo>
                <a:lnTo>
                  <a:pt x="5548741" y="59693"/>
                </a:lnTo>
                <a:lnTo>
                  <a:pt x="5547389" y="55731"/>
                </a:lnTo>
                <a:lnTo>
                  <a:pt x="5547484" y="55978"/>
                </a:lnTo>
                <a:lnTo>
                  <a:pt x="5545874" y="52168"/>
                </a:lnTo>
                <a:lnTo>
                  <a:pt x="5545988" y="52416"/>
                </a:lnTo>
                <a:lnTo>
                  <a:pt x="5544141" y="48749"/>
                </a:lnTo>
                <a:lnTo>
                  <a:pt x="5544274" y="48997"/>
                </a:lnTo>
                <a:lnTo>
                  <a:pt x="5542178" y="45482"/>
                </a:lnTo>
                <a:lnTo>
                  <a:pt x="5542331" y="45710"/>
                </a:lnTo>
                <a:lnTo>
                  <a:pt x="5539988" y="42348"/>
                </a:lnTo>
                <a:lnTo>
                  <a:pt x="5540159" y="42567"/>
                </a:lnTo>
                <a:lnTo>
                  <a:pt x="5537568" y="39357"/>
                </a:lnTo>
                <a:lnTo>
                  <a:pt x="5537740" y="39557"/>
                </a:lnTo>
                <a:lnTo>
                  <a:pt x="5534911" y="36490"/>
                </a:lnTo>
                <a:lnTo>
                  <a:pt x="5535092" y="36681"/>
                </a:lnTo>
                <a:lnTo>
                  <a:pt x="5532015" y="33766"/>
                </a:lnTo>
                <a:lnTo>
                  <a:pt x="5532206" y="33928"/>
                </a:lnTo>
                <a:lnTo>
                  <a:pt x="5528872" y="31166"/>
                </a:lnTo>
                <a:lnTo>
                  <a:pt x="5529062" y="31318"/>
                </a:lnTo>
                <a:lnTo>
                  <a:pt x="5525491" y="28699"/>
                </a:lnTo>
                <a:lnTo>
                  <a:pt x="5525681" y="28832"/>
                </a:lnTo>
                <a:lnTo>
                  <a:pt x="5521862" y="26365"/>
                </a:lnTo>
                <a:lnTo>
                  <a:pt x="5522052" y="26479"/>
                </a:lnTo>
                <a:lnTo>
                  <a:pt x="5517985" y="24155"/>
                </a:lnTo>
                <a:lnTo>
                  <a:pt x="5518166" y="24251"/>
                </a:lnTo>
                <a:lnTo>
                  <a:pt x="5513851" y="22088"/>
                </a:lnTo>
                <a:lnTo>
                  <a:pt x="5514023" y="22165"/>
                </a:lnTo>
                <a:lnTo>
                  <a:pt x="5509470" y="20155"/>
                </a:lnTo>
                <a:lnTo>
                  <a:pt x="5509631" y="20222"/>
                </a:lnTo>
                <a:lnTo>
                  <a:pt x="5504831" y="18355"/>
                </a:lnTo>
                <a:lnTo>
                  <a:pt x="5504983" y="18412"/>
                </a:lnTo>
                <a:lnTo>
                  <a:pt x="5499935" y="16688"/>
                </a:lnTo>
                <a:lnTo>
                  <a:pt x="5500087" y="16735"/>
                </a:lnTo>
                <a:lnTo>
                  <a:pt x="5494782" y="15164"/>
                </a:lnTo>
                <a:lnTo>
                  <a:pt x="5494925" y="15202"/>
                </a:lnTo>
                <a:lnTo>
                  <a:pt x="5489381" y="13783"/>
                </a:lnTo>
                <a:lnTo>
                  <a:pt x="5489515" y="13821"/>
                </a:lnTo>
                <a:lnTo>
                  <a:pt x="5483723" y="12544"/>
                </a:lnTo>
                <a:lnTo>
                  <a:pt x="5483847" y="12573"/>
                </a:lnTo>
                <a:lnTo>
                  <a:pt x="5477808" y="11449"/>
                </a:lnTo>
                <a:lnTo>
                  <a:pt x="5477932" y="11468"/>
                </a:lnTo>
                <a:lnTo>
                  <a:pt x="5471646" y="10497"/>
                </a:lnTo>
                <a:lnTo>
                  <a:pt x="5471751" y="10516"/>
                </a:lnTo>
                <a:lnTo>
                  <a:pt x="5465226" y="9696"/>
                </a:lnTo>
                <a:lnTo>
                  <a:pt x="5465321" y="9706"/>
                </a:lnTo>
                <a:lnTo>
                  <a:pt x="5458549" y="9030"/>
                </a:lnTo>
                <a:lnTo>
                  <a:pt x="5458644" y="9039"/>
                </a:lnTo>
                <a:lnTo>
                  <a:pt x="5451624" y="8515"/>
                </a:lnTo>
                <a:lnTo>
                  <a:pt x="5451710" y="8525"/>
                </a:lnTo>
                <a:lnTo>
                  <a:pt x="5444442" y="8144"/>
                </a:lnTo>
                <a:lnTo>
                  <a:pt x="5444528" y="8153"/>
                </a:lnTo>
                <a:lnTo>
                  <a:pt x="5437013" y="7925"/>
                </a:lnTo>
                <a:lnTo>
                  <a:pt x="5437089" y="7925"/>
                </a:lnTo>
                <a:lnTo>
                  <a:pt x="5429326" y="7858"/>
                </a:lnTo>
                <a:lnTo>
                  <a:pt x="5429364" y="7858"/>
                </a:lnTo>
                <a:lnTo>
                  <a:pt x="130102" y="7858"/>
                </a:lnTo>
                <a:lnTo>
                  <a:pt x="130140" y="7858"/>
                </a:lnTo>
                <a:lnTo>
                  <a:pt x="122377" y="7925"/>
                </a:lnTo>
                <a:lnTo>
                  <a:pt x="122463" y="7925"/>
                </a:lnTo>
                <a:lnTo>
                  <a:pt x="114938" y="8153"/>
                </a:lnTo>
                <a:lnTo>
                  <a:pt x="115024" y="8144"/>
                </a:lnTo>
                <a:lnTo>
                  <a:pt x="107756" y="8525"/>
                </a:lnTo>
                <a:lnTo>
                  <a:pt x="107852" y="8515"/>
                </a:lnTo>
                <a:lnTo>
                  <a:pt x="100822" y="9039"/>
                </a:lnTo>
                <a:lnTo>
                  <a:pt x="100917" y="9030"/>
                </a:lnTo>
                <a:lnTo>
                  <a:pt x="94145" y="9706"/>
                </a:lnTo>
                <a:lnTo>
                  <a:pt x="94250" y="9696"/>
                </a:lnTo>
                <a:lnTo>
                  <a:pt x="87716" y="10516"/>
                </a:lnTo>
                <a:lnTo>
                  <a:pt x="87820" y="10497"/>
                </a:lnTo>
                <a:lnTo>
                  <a:pt x="81544" y="11468"/>
                </a:lnTo>
                <a:lnTo>
                  <a:pt x="81658" y="11449"/>
                </a:lnTo>
                <a:lnTo>
                  <a:pt x="75619" y="12573"/>
                </a:lnTo>
                <a:lnTo>
                  <a:pt x="75743" y="12544"/>
                </a:lnTo>
                <a:lnTo>
                  <a:pt x="69952" y="13821"/>
                </a:lnTo>
                <a:lnTo>
                  <a:pt x="70085" y="13783"/>
                </a:lnTo>
                <a:lnTo>
                  <a:pt x="64541" y="15202"/>
                </a:lnTo>
                <a:lnTo>
                  <a:pt x="64684" y="15164"/>
                </a:lnTo>
                <a:lnTo>
                  <a:pt x="59388" y="16735"/>
                </a:lnTo>
                <a:lnTo>
                  <a:pt x="59531" y="16688"/>
                </a:lnTo>
                <a:lnTo>
                  <a:pt x="54483" y="18412"/>
                </a:lnTo>
                <a:lnTo>
                  <a:pt x="54645" y="18355"/>
                </a:lnTo>
                <a:lnTo>
                  <a:pt x="49835" y="20222"/>
                </a:lnTo>
                <a:lnTo>
                  <a:pt x="50006" y="20155"/>
                </a:lnTo>
                <a:lnTo>
                  <a:pt x="45444" y="22165"/>
                </a:lnTo>
                <a:lnTo>
                  <a:pt x="45615" y="22088"/>
                </a:lnTo>
                <a:lnTo>
                  <a:pt x="41300" y="24251"/>
                </a:lnTo>
                <a:lnTo>
                  <a:pt x="41481" y="24155"/>
                </a:lnTo>
                <a:lnTo>
                  <a:pt x="37424" y="26479"/>
                </a:lnTo>
                <a:lnTo>
                  <a:pt x="37605" y="26365"/>
                </a:lnTo>
                <a:lnTo>
                  <a:pt x="33785" y="28832"/>
                </a:lnTo>
                <a:lnTo>
                  <a:pt x="33976" y="28699"/>
                </a:lnTo>
                <a:lnTo>
                  <a:pt x="30404" y="31318"/>
                </a:lnTo>
                <a:lnTo>
                  <a:pt x="30594" y="31166"/>
                </a:lnTo>
                <a:lnTo>
                  <a:pt x="27270" y="33928"/>
                </a:lnTo>
                <a:lnTo>
                  <a:pt x="27451" y="33766"/>
                </a:lnTo>
                <a:lnTo>
                  <a:pt x="24374" y="36681"/>
                </a:lnTo>
                <a:lnTo>
                  <a:pt x="24555" y="36490"/>
                </a:lnTo>
                <a:lnTo>
                  <a:pt x="21727" y="39557"/>
                </a:lnTo>
                <a:lnTo>
                  <a:pt x="21898" y="39357"/>
                </a:lnTo>
                <a:lnTo>
                  <a:pt x="19317" y="42567"/>
                </a:lnTo>
                <a:lnTo>
                  <a:pt x="19479" y="42348"/>
                </a:lnTo>
                <a:lnTo>
                  <a:pt x="17135" y="45710"/>
                </a:lnTo>
                <a:lnTo>
                  <a:pt x="17288" y="45482"/>
                </a:lnTo>
                <a:lnTo>
                  <a:pt x="15192" y="48997"/>
                </a:lnTo>
                <a:lnTo>
                  <a:pt x="15326" y="48749"/>
                </a:lnTo>
                <a:lnTo>
                  <a:pt x="13478" y="52416"/>
                </a:lnTo>
                <a:lnTo>
                  <a:pt x="13592" y="52168"/>
                </a:lnTo>
                <a:lnTo>
                  <a:pt x="11992" y="55978"/>
                </a:lnTo>
                <a:lnTo>
                  <a:pt x="12087" y="55731"/>
                </a:lnTo>
                <a:lnTo>
                  <a:pt x="10725" y="59693"/>
                </a:lnTo>
                <a:lnTo>
                  <a:pt x="10801" y="59446"/>
                </a:lnTo>
                <a:lnTo>
                  <a:pt x="9696" y="63551"/>
                </a:lnTo>
                <a:lnTo>
                  <a:pt x="9754" y="63313"/>
                </a:lnTo>
                <a:lnTo>
                  <a:pt x="8887" y="67570"/>
                </a:lnTo>
                <a:lnTo>
                  <a:pt x="8934" y="67332"/>
                </a:lnTo>
                <a:lnTo>
                  <a:pt x="8315" y="71752"/>
                </a:lnTo>
                <a:lnTo>
                  <a:pt x="8344" y="71523"/>
                </a:lnTo>
                <a:lnTo>
                  <a:pt x="7972" y="76086"/>
                </a:lnTo>
                <a:lnTo>
                  <a:pt x="7982" y="75867"/>
                </a:lnTo>
                <a:lnTo>
                  <a:pt x="7858" y="80572"/>
                </a:lnTo>
                <a:lnTo>
                  <a:pt x="7858" y="80477"/>
                </a:lnTo>
                <a:lnTo>
                  <a:pt x="7858" y="4405465"/>
                </a:lnTo>
                <a:lnTo>
                  <a:pt x="7858" y="4405370"/>
                </a:lnTo>
                <a:lnTo>
                  <a:pt x="7982" y="4410075"/>
                </a:lnTo>
                <a:lnTo>
                  <a:pt x="7972" y="4409856"/>
                </a:lnTo>
                <a:lnTo>
                  <a:pt x="8344" y="4414418"/>
                </a:lnTo>
                <a:lnTo>
                  <a:pt x="8315" y="4414190"/>
                </a:lnTo>
                <a:lnTo>
                  <a:pt x="8934" y="4418600"/>
                </a:lnTo>
                <a:lnTo>
                  <a:pt x="8887" y="4418371"/>
                </a:lnTo>
                <a:lnTo>
                  <a:pt x="9754" y="4422629"/>
                </a:lnTo>
                <a:lnTo>
                  <a:pt x="9696" y="4422381"/>
                </a:lnTo>
                <a:lnTo>
                  <a:pt x="10801" y="4426496"/>
                </a:lnTo>
                <a:lnTo>
                  <a:pt x="10725" y="4426248"/>
                </a:lnTo>
                <a:lnTo>
                  <a:pt x="12087" y="4430211"/>
                </a:lnTo>
                <a:lnTo>
                  <a:pt x="11992" y="4429963"/>
                </a:lnTo>
                <a:lnTo>
                  <a:pt x="13592" y="4433773"/>
                </a:lnTo>
                <a:lnTo>
                  <a:pt x="13478" y="4433526"/>
                </a:lnTo>
                <a:lnTo>
                  <a:pt x="15326" y="4437193"/>
                </a:lnTo>
                <a:lnTo>
                  <a:pt x="15192" y="4436945"/>
                </a:lnTo>
                <a:lnTo>
                  <a:pt x="17288" y="4440460"/>
                </a:lnTo>
                <a:lnTo>
                  <a:pt x="17135" y="4440231"/>
                </a:lnTo>
                <a:lnTo>
                  <a:pt x="19479" y="4443593"/>
                </a:lnTo>
                <a:lnTo>
                  <a:pt x="19317" y="4443374"/>
                </a:lnTo>
                <a:lnTo>
                  <a:pt x="21898" y="4446584"/>
                </a:lnTo>
                <a:lnTo>
                  <a:pt x="21727" y="4446384"/>
                </a:lnTo>
                <a:lnTo>
                  <a:pt x="24555" y="4449451"/>
                </a:lnTo>
                <a:lnTo>
                  <a:pt x="24374" y="4449261"/>
                </a:lnTo>
                <a:lnTo>
                  <a:pt x="27451" y="4452176"/>
                </a:lnTo>
                <a:lnTo>
                  <a:pt x="27270" y="4452014"/>
                </a:lnTo>
                <a:lnTo>
                  <a:pt x="30594" y="4454776"/>
                </a:lnTo>
                <a:lnTo>
                  <a:pt x="30404" y="4454623"/>
                </a:lnTo>
                <a:lnTo>
                  <a:pt x="33976" y="4457243"/>
                </a:lnTo>
                <a:lnTo>
                  <a:pt x="33785" y="4457109"/>
                </a:lnTo>
                <a:lnTo>
                  <a:pt x="37605" y="4459576"/>
                </a:lnTo>
                <a:lnTo>
                  <a:pt x="37424" y="4459462"/>
                </a:lnTo>
                <a:lnTo>
                  <a:pt x="41481" y="4461786"/>
                </a:lnTo>
                <a:lnTo>
                  <a:pt x="41300" y="4461691"/>
                </a:lnTo>
                <a:lnTo>
                  <a:pt x="45615" y="4463853"/>
                </a:lnTo>
                <a:lnTo>
                  <a:pt x="45444" y="4463777"/>
                </a:lnTo>
                <a:lnTo>
                  <a:pt x="50006" y="4465787"/>
                </a:lnTo>
                <a:lnTo>
                  <a:pt x="49835" y="4465720"/>
                </a:lnTo>
                <a:lnTo>
                  <a:pt x="54645" y="4467587"/>
                </a:lnTo>
                <a:lnTo>
                  <a:pt x="54483" y="4467530"/>
                </a:lnTo>
                <a:lnTo>
                  <a:pt x="59531" y="4469254"/>
                </a:lnTo>
                <a:lnTo>
                  <a:pt x="59388" y="4469206"/>
                </a:lnTo>
                <a:lnTo>
                  <a:pt x="64684" y="4470778"/>
                </a:lnTo>
                <a:lnTo>
                  <a:pt x="64541" y="4470740"/>
                </a:lnTo>
                <a:lnTo>
                  <a:pt x="70085" y="4472159"/>
                </a:lnTo>
                <a:lnTo>
                  <a:pt x="69952" y="4472121"/>
                </a:lnTo>
                <a:lnTo>
                  <a:pt x="75743" y="4473397"/>
                </a:lnTo>
                <a:lnTo>
                  <a:pt x="75619" y="4473369"/>
                </a:lnTo>
                <a:lnTo>
                  <a:pt x="81658" y="4474493"/>
                </a:lnTo>
                <a:lnTo>
                  <a:pt x="81544" y="4474474"/>
                </a:lnTo>
                <a:lnTo>
                  <a:pt x="87820" y="4475445"/>
                </a:lnTo>
                <a:lnTo>
                  <a:pt x="87716" y="4475426"/>
                </a:lnTo>
                <a:lnTo>
                  <a:pt x="94250" y="4476245"/>
                </a:lnTo>
                <a:lnTo>
                  <a:pt x="94145" y="4476236"/>
                </a:lnTo>
                <a:lnTo>
                  <a:pt x="100917" y="4476912"/>
                </a:lnTo>
                <a:lnTo>
                  <a:pt x="100822" y="4476902"/>
                </a:lnTo>
                <a:lnTo>
                  <a:pt x="107852" y="4477426"/>
                </a:lnTo>
                <a:lnTo>
                  <a:pt x="107756" y="4477417"/>
                </a:lnTo>
                <a:lnTo>
                  <a:pt x="115024" y="4477798"/>
                </a:lnTo>
                <a:lnTo>
                  <a:pt x="114938" y="4477788"/>
                </a:lnTo>
                <a:lnTo>
                  <a:pt x="122463" y="4478017"/>
                </a:lnTo>
                <a:lnTo>
                  <a:pt x="122377" y="4478017"/>
                </a:lnTo>
                <a:lnTo>
                  <a:pt x="130140" y="4478084"/>
                </a:lnTo>
                <a:lnTo>
                  <a:pt x="130102" y="4478084"/>
                </a:lnTo>
                <a:lnTo>
                  <a:pt x="5429364" y="4478084"/>
                </a:lnTo>
                <a:close/>
                <a:moveTo>
                  <a:pt x="130102" y="4485942"/>
                </a:moveTo>
                <a:lnTo>
                  <a:pt x="130064" y="4485942"/>
                </a:lnTo>
                <a:lnTo>
                  <a:pt x="122301" y="4485865"/>
                </a:lnTo>
                <a:lnTo>
                  <a:pt x="122225" y="4485865"/>
                </a:lnTo>
                <a:lnTo>
                  <a:pt x="114710" y="4485646"/>
                </a:lnTo>
                <a:lnTo>
                  <a:pt x="114624" y="4485637"/>
                </a:lnTo>
                <a:lnTo>
                  <a:pt x="107356" y="4485265"/>
                </a:lnTo>
                <a:lnTo>
                  <a:pt x="107261" y="4485265"/>
                </a:lnTo>
                <a:lnTo>
                  <a:pt x="100241" y="4484741"/>
                </a:lnTo>
                <a:lnTo>
                  <a:pt x="100146" y="4484732"/>
                </a:lnTo>
                <a:lnTo>
                  <a:pt x="93364" y="4484056"/>
                </a:lnTo>
                <a:lnTo>
                  <a:pt x="93269" y="4484046"/>
                </a:lnTo>
                <a:lnTo>
                  <a:pt x="86735" y="4483227"/>
                </a:lnTo>
                <a:lnTo>
                  <a:pt x="86620" y="4483208"/>
                </a:lnTo>
                <a:lnTo>
                  <a:pt x="80343" y="4482236"/>
                </a:lnTo>
                <a:lnTo>
                  <a:pt x="80220" y="4482217"/>
                </a:lnTo>
                <a:lnTo>
                  <a:pt x="74190" y="4481093"/>
                </a:lnTo>
                <a:lnTo>
                  <a:pt x="74057" y="4481074"/>
                </a:lnTo>
                <a:lnTo>
                  <a:pt x="68266" y="4479798"/>
                </a:lnTo>
                <a:lnTo>
                  <a:pt x="68142" y="4479769"/>
                </a:lnTo>
                <a:lnTo>
                  <a:pt x="62589" y="4478350"/>
                </a:lnTo>
                <a:lnTo>
                  <a:pt x="62455" y="4478312"/>
                </a:lnTo>
                <a:lnTo>
                  <a:pt x="57150" y="4476740"/>
                </a:lnTo>
                <a:lnTo>
                  <a:pt x="57007" y="4476693"/>
                </a:lnTo>
                <a:lnTo>
                  <a:pt x="51949" y="4474969"/>
                </a:lnTo>
                <a:lnTo>
                  <a:pt x="51797" y="4474912"/>
                </a:lnTo>
                <a:lnTo>
                  <a:pt x="46987" y="4473045"/>
                </a:lnTo>
                <a:lnTo>
                  <a:pt x="46825" y="4472978"/>
                </a:lnTo>
                <a:lnTo>
                  <a:pt x="42262" y="4470959"/>
                </a:lnTo>
                <a:lnTo>
                  <a:pt x="42091" y="4470873"/>
                </a:lnTo>
                <a:lnTo>
                  <a:pt x="37776" y="4468711"/>
                </a:lnTo>
                <a:lnTo>
                  <a:pt x="37595" y="4468606"/>
                </a:lnTo>
                <a:lnTo>
                  <a:pt x="33528" y="4466292"/>
                </a:lnTo>
                <a:lnTo>
                  <a:pt x="33347" y="4466177"/>
                </a:lnTo>
                <a:lnTo>
                  <a:pt x="29528" y="4463710"/>
                </a:lnTo>
                <a:lnTo>
                  <a:pt x="29337" y="4463586"/>
                </a:lnTo>
                <a:lnTo>
                  <a:pt x="25756" y="4460967"/>
                </a:lnTo>
                <a:lnTo>
                  <a:pt x="25565" y="4460815"/>
                </a:lnTo>
                <a:lnTo>
                  <a:pt x="22241" y="4458052"/>
                </a:lnTo>
                <a:lnTo>
                  <a:pt x="22050" y="4457881"/>
                </a:lnTo>
                <a:lnTo>
                  <a:pt x="18974" y="4454966"/>
                </a:lnTo>
                <a:lnTo>
                  <a:pt x="18793" y="4454785"/>
                </a:lnTo>
                <a:lnTo>
                  <a:pt x="15954" y="4451718"/>
                </a:lnTo>
                <a:lnTo>
                  <a:pt x="15783" y="4451518"/>
                </a:lnTo>
                <a:lnTo>
                  <a:pt x="13192" y="4448299"/>
                </a:lnTo>
                <a:lnTo>
                  <a:pt x="13030" y="4448080"/>
                </a:lnTo>
                <a:lnTo>
                  <a:pt x="10687" y="4444717"/>
                </a:lnTo>
                <a:lnTo>
                  <a:pt x="10535" y="4444479"/>
                </a:lnTo>
                <a:lnTo>
                  <a:pt x="8439" y="4440974"/>
                </a:lnTo>
                <a:lnTo>
                  <a:pt x="8306" y="4440726"/>
                </a:lnTo>
                <a:lnTo>
                  <a:pt x="6458" y="4437069"/>
                </a:lnTo>
                <a:lnTo>
                  <a:pt x="6344" y="4436821"/>
                </a:lnTo>
                <a:lnTo>
                  <a:pt x="4743" y="4433002"/>
                </a:lnTo>
                <a:lnTo>
                  <a:pt x="4648" y="4432754"/>
                </a:lnTo>
                <a:lnTo>
                  <a:pt x="3296" y="4428792"/>
                </a:lnTo>
                <a:lnTo>
                  <a:pt x="3219" y="4428544"/>
                </a:lnTo>
                <a:lnTo>
                  <a:pt x="2105" y="4424429"/>
                </a:lnTo>
                <a:lnTo>
                  <a:pt x="2048" y="4424191"/>
                </a:lnTo>
                <a:lnTo>
                  <a:pt x="1191" y="4419924"/>
                </a:lnTo>
                <a:lnTo>
                  <a:pt x="1153" y="4419695"/>
                </a:lnTo>
                <a:lnTo>
                  <a:pt x="533" y="4415285"/>
                </a:lnTo>
                <a:lnTo>
                  <a:pt x="505" y="4415057"/>
                </a:lnTo>
                <a:lnTo>
                  <a:pt x="143" y="4410494"/>
                </a:lnTo>
                <a:lnTo>
                  <a:pt x="124" y="4410285"/>
                </a:lnTo>
                <a:lnTo>
                  <a:pt x="0" y="4405570"/>
                </a:lnTo>
                <a:lnTo>
                  <a:pt x="0" y="4405465"/>
                </a:lnTo>
                <a:lnTo>
                  <a:pt x="0" y="80477"/>
                </a:lnTo>
                <a:lnTo>
                  <a:pt x="0" y="80372"/>
                </a:lnTo>
                <a:lnTo>
                  <a:pt x="124" y="75657"/>
                </a:lnTo>
                <a:lnTo>
                  <a:pt x="143" y="75448"/>
                </a:lnTo>
                <a:lnTo>
                  <a:pt x="505" y="70885"/>
                </a:lnTo>
                <a:lnTo>
                  <a:pt x="533" y="70656"/>
                </a:lnTo>
                <a:lnTo>
                  <a:pt x="1153" y="66246"/>
                </a:lnTo>
                <a:lnTo>
                  <a:pt x="1191" y="66018"/>
                </a:lnTo>
                <a:lnTo>
                  <a:pt x="2048" y="61751"/>
                </a:lnTo>
                <a:lnTo>
                  <a:pt x="2105" y="61512"/>
                </a:lnTo>
                <a:lnTo>
                  <a:pt x="3219" y="57398"/>
                </a:lnTo>
                <a:lnTo>
                  <a:pt x="3296" y="57150"/>
                </a:lnTo>
                <a:lnTo>
                  <a:pt x="4648" y="53188"/>
                </a:lnTo>
                <a:lnTo>
                  <a:pt x="4743" y="52940"/>
                </a:lnTo>
                <a:lnTo>
                  <a:pt x="6344" y="49120"/>
                </a:lnTo>
                <a:lnTo>
                  <a:pt x="6458" y="48873"/>
                </a:lnTo>
                <a:lnTo>
                  <a:pt x="8306" y="45215"/>
                </a:lnTo>
                <a:lnTo>
                  <a:pt x="8439" y="44968"/>
                </a:lnTo>
                <a:lnTo>
                  <a:pt x="10535" y="41462"/>
                </a:lnTo>
                <a:lnTo>
                  <a:pt x="10687" y="41224"/>
                </a:lnTo>
                <a:lnTo>
                  <a:pt x="13030" y="37862"/>
                </a:lnTo>
                <a:lnTo>
                  <a:pt x="13192" y="37643"/>
                </a:lnTo>
                <a:lnTo>
                  <a:pt x="15783" y="34423"/>
                </a:lnTo>
                <a:lnTo>
                  <a:pt x="15954" y="34223"/>
                </a:lnTo>
                <a:lnTo>
                  <a:pt x="18793" y="31156"/>
                </a:lnTo>
                <a:lnTo>
                  <a:pt x="18974" y="30975"/>
                </a:lnTo>
                <a:lnTo>
                  <a:pt x="22050" y="28061"/>
                </a:lnTo>
                <a:lnTo>
                  <a:pt x="22241" y="27889"/>
                </a:lnTo>
                <a:lnTo>
                  <a:pt x="25565" y="25127"/>
                </a:lnTo>
                <a:lnTo>
                  <a:pt x="25756" y="24975"/>
                </a:lnTo>
                <a:lnTo>
                  <a:pt x="29337" y="22355"/>
                </a:lnTo>
                <a:lnTo>
                  <a:pt x="29528" y="22231"/>
                </a:lnTo>
                <a:lnTo>
                  <a:pt x="33347" y="19764"/>
                </a:lnTo>
                <a:lnTo>
                  <a:pt x="33528" y="19650"/>
                </a:lnTo>
                <a:lnTo>
                  <a:pt x="37595" y="17335"/>
                </a:lnTo>
                <a:lnTo>
                  <a:pt x="37776" y="17231"/>
                </a:lnTo>
                <a:lnTo>
                  <a:pt x="42091" y="15069"/>
                </a:lnTo>
                <a:lnTo>
                  <a:pt x="42262" y="14983"/>
                </a:lnTo>
                <a:lnTo>
                  <a:pt x="46825" y="12964"/>
                </a:lnTo>
                <a:lnTo>
                  <a:pt x="46987" y="12897"/>
                </a:lnTo>
                <a:lnTo>
                  <a:pt x="51797" y="11030"/>
                </a:lnTo>
                <a:lnTo>
                  <a:pt x="51949" y="10973"/>
                </a:lnTo>
                <a:lnTo>
                  <a:pt x="57007" y="9249"/>
                </a:lnTo>
                <a:lnTo>
                  <a:pt x="57150" y="9201"/>
                </a:lnTo>
                <a:lnTo>
                  <a:pt x="62455" y="7630"/>
                </a:lnTo>
                <a:lnTo>
                  <a:pt x="62589" y="7591"/>
                </a:lnTo>
                <a:lnTo>
                  <a:pt x="68142" y="6172"/>
                </a:lnTo>
                <a:lnTo>
                  <a:pt x="68266" y="6144"/>
                </a:lnTo>
                <a:lnTo>
                  <a:pt x="74057" y="4867"/>
                </a:lnTo>
                <a:lnTo>
                  <a:pt x="74190" y="4848"/>
                </a:lnTo>
                <a:lnTo>
                  <a:pt x="80220" y="3724"/>
                </a:lnTo>
                <a:lnTo>
                  <a:pt x="80343" y="3705"/>
                </a:lnTo>
                <a:lnTo>
                  <a:pt x="86620" y="2734"/>
                </a:lnTo>
                <a:lnTo>
                  <a:pt x="86735" y="2715"/>
                </a:lnTo>
                <a:lnTo>
                  <a:pt x="93269" y="1895"/>
                </a:lnTo>
                <a:lnTo>
                  <a:pt x="93364" y="1886"/>
                </a:lnTo>
                <a:lnTo>
                  <a:pt x="100146" y="1210"/>
                </a:lnTo>
                <a:lnTo>
                  <a:pt x="100241" y="1200"/>
                </a:lnTo>
                <a:lnTo>
                  <a:pt x="107261" y="676"/>
                </a:lnTo>
                <a:lnTo>
                  <a:pt x="107356" y="676"/>
                </a:lnTo>
                <a:lnTo>
                  <a:pt x="114624" y="305"/>
                </a:lnTo>
                <a:lnTo>
                  <a:pt x="114710" y="295"/>
                </a:lnTo>
                <a:lnTo>
                  <a:pt x="122225" y="76"/>
                </a:lnTo>
                <a:lnTo>
                  <a:pt x="122301" y="67"/>
                </a:lnTo>
                <a:lnTo>
                  <a:pt x="130064" y="0"/>
                </a:lnTo>
                <a:lnTo>
                  <a:pt x="130102" y="0"/>
                </a:lnTo>
                <a:lnTo>
                  <a:pt x="5429364" y="0"/>
                </a:lnTo>
                <a:lnTo>
                  <a:pt x="5429402" y="0"/>
                </a:lnTo>
                <a:lnTo>
                  <a:pt x="5437165" y="67"/>
                </a:lnTo>
                <a:lnTo>
                  <a:pt x="5437241" y="76"/>
                </a:lnTo>
                <a:lnTo>
                  <a:pt x="5444757" y="295"/>
                </a:lnTo>
                <a:lnTo>
                  <a:pt x="5444842" y="305"/>
                </a:lnTo>
                <a:lnTo>
                  <a:pt x="5452120" y="676"/>
                </a:lnTo>
                <a:lnTo>
                  <a:pt x="5452205" y="676"/>
                </a:lnTo>
                <a:lnTo>
                  <a:pt x="5459225" y="1200"/>
                </a:lnTo>
                <a:lnTo>
                  <a:pt x="5459330" y="1210"/>
                </a:lnTo>
                <a:lnTo>
                  <a:pt x="5466102" y="1886"/>
                </a:lnTo>
                <a:lnTo>
                  <a:pt x="5466207" y="1895"/>
                </a:lnTo>
                <a:lnTo>
                  <a:pt x="5472732" y="2715"/>
                </a:lnTo>
                <a:lnTo>
                  <a:pt x="5472846" y="2734"/>
                </a:lnTo>
                <a:lnTo>
                  <a:pt x="5479132" y="3705"/>
                </a:lnTo>
                <a:lnTo>
                  <a:pt x="5479247" y="3724"/>
                </a:lnTo>
                <a:lnTo>
                  <a:pt x="5485286" y="4848"/>
                </a:lnTo>
                <a:lnTo>
                  <a:pt x="5485409" y="4867"/>
                </a:lnTo>
                <a:lnTo>
                  <a:pt x="5491201" y="6144"/>
                </a:lnTo>
                <a:lnTo>
                  <a:pt x="5491334" y="6172"/>
                </a:lnTo>
                <a:lnTo>
                  <a:pt x="5496878" y="7591"/>
                </a:lnTo>
                <a:lnTo>
                  <a:pt x="5497020" y="7630"/>
                </a:lnTo>
                <a:lnTo>
                  <a:pt x="5502316" y="9201"/>
                </a:lnTo>
                <a:lnTo>
                  <a:pt x="5502469" y="9249"/>
                </a:lnTo>
                <a:lnTo>
                  <a:pt x="5507517" y="10973"/>
                </a:lnTo>
                <a:lnTo>
                  <a:pt x="5507679" y="11030"/>
                </a:lnTo>
                <a:lnTo>
                  <a:pt x="5512479" y="12897"/>
                </a:lnTo>
                <a:lnTo>
                  <a:pt x="5512651" y="12964"/>
                </a:lnTo>
                <a:lnTo>
                  <a:pt x="5517204" y="14983"/>
                </a:lnTo>
                <a:lnTo>
                  <a:pt x="5517385" y="15069"/>
                </a:lnTo>
                <a:lnTo>
                  <a:pt x="5521690" y="17231"/>
                </a:lnTo>
                <a:lnTo>
                  <a:pt x="5521871" y="17335"/>
                </a:lnTo>
                <a:lnTo>
                  <a:pt x="5525938" y="19650"/>
                </a:lnTo>
                <a:lnTo>
                  <a:pt x="5526129" y="19764"/>
                </a:lnTo>
                <a:lnTo>
                  <a:pt x="5529948" y="22231"/>
                </a:lnTo>
                <a:lnTo>
                  <a:pt x="5530139" y="22355"/>
                </a:lnTo>
                <a:lnTo>
                  <a:pt x="5533711" y="24975"/>
                </a:lnTo>
                <a:lnTo>
                  <a:pt x="5533901" y="25127"/>
                </a:lnTo>
                <a:lnTo>
                  <a:pt x="5537225" y="27889"/>
                </a:lnTo>
                <a:lnTo>
                  <a:pt x="5537416" y="28061"/>
                </a:lnTo>
                <a:lnTo>
                  <a:pt x="5540492" y="30975"/>
                </a:lnTo>
                <a:lnTo>
                  <a:pt x="5540683" y="31156"/>
                </a:lnTo>
                <a:lnTo>
                  <a:pt x="5543512" y="34223"/>
                </a:lnTo>
                <a:lnTo>
                  <a:pt x="5543693" y="34423"/>
                </a:lnTo>
                <a:lnTo>
                  <a:pt x="5546274" y="37643"/>
                </a:lnTo>
                <a:lnTo>
                  <a:pt x="5546446" y="37862"/>
                </a:lnTo>
                <a:lnTo>
                  <a:pt x="5548779" y="41224"/>
                </a:lnTo>
                <a:lnTo>
                  <a:pt x="5548932" y="41462"/>
                </a:lnTo>
                <a:lnTo>
                  <a:pt x="5551027" y="44968"/>
                </a:lnTo>
                <a:lnTo>
                  <a:pt x="5551160" y="45215"/>
                </a:lnTo>
                <a:lnTo>
                  <a:pt x="5553008" y="48873"/>
                </a:lnTo>
                <a:lnTo>
                  <a:pt x="5553123" y="49120"/>
                </a:lnTo>
                <a:lnTo>
                  <a:pt x="5554723" y="52940"/>
                </a:lnTo>
                <a:lnTo>
                  <a:pt x="5554818" y="53188"/>
                </a:lnTo>
                <a:lnTo>
                  <a:pt x="5556171" y="57150"/>
                </a:lnTo>
                <a:lnTo>
                  <a:pt x="5556247" y="57398"/>
                </a:lnTo>
                <a:lnTo>
                  <a:pt x="5557361" y="61512"/>
                </a:lnTo>
                <a:lnTo>
                  <a:pt x="5557418" y="61751"/>
                </a:lnTo>
                <a:lnTo>
                  <a:pt x="5558276" y="66018"/>
                </a:lnTo>
                <a:lnTo>
                  <a:pt x="5558323" y="66246"/>
                </a:lnTo>
                <a:lnTo>
                  <a:pt x="5558933" y="70656"/>
                </a:lnTo>
                <a:lnTo>
                  <a:pt x="5558961" y="70885"/>
                </a:lnTo>
                <a:lnTo>
                  <a:pt x="5559333" y="75448"/>
                </a:lnTo>
                <a:lnTo>
                  <a:pt x="5559342" y="75657"/>
                </a:lnTo>
                <a:lnTo>
                  <a:pt x="5559466" y="80372"/>
                </a:lnTo>
                <a:lnTo>
                  <a:pt x="5559466" y="80477"/>
                </a:lnTo>
                <a:lnTo>
                  <a:pt x="5559466" y="4405465"/>
                </a:lnTo>
                <a:lnTo>
                  <a:pt x="5559466" y="4405570"/>
                </a:lnTo>
                <a:lnTo>
                  <a:pt x="5559342" y="4410285"/>
                </a:lnTo>
                <a:lnTo>
                  <a:pt x="5559333" y="4410494"/>
                </a:lnTo>
                <a:lnTo>
                  <a:pt x="5558961" y="4415057"/>
                </a:lnTo>
                <a:lnTo>
                  <a:pt x="5558933" y="4415285"/>
                </a:lnTo>
                <a:lnTo>
                  <a:pt x="5558323" y="4419695"/>
                </a:lnTo>
                <a:lnTo>
                  <a:pt x="5558276" y="4419924"/>
                </a:lnTo>
                <a:lnTo>
                  <a:pt x="5557418" y="4424191"/>
                </a:lnTo>
                <a:lnTo>
                  <a:pt x="5557361" y="4424429"/>
                </a:lnTo>
                <a:lnTo>
                  <a:pt x="5556247" y="4428544"/>
                </a:lnTo>
                <a:lnTo>
                  <a:pt x="5556171" y="4428792"/>
                </a:lnTo>
                <a:lnTo>
                  <a:pt x="5554818" y="4432754"/>
                </a:lnTo>
                <a:lnTo>
                  <a:pt x="5554723" y="4433002"/>
                </a:lnTo>
                <a:lnTo>
                  <a:pt x="5553123" y="4436821"/>
                </a:lnTo>
                <a:lnTo>
                  <a:pt x="5553008" y="4437069"/>
                </a:lnTo>
                <a:lnTo>
                  <a:pt x="5551160" y="4440726"/>
                </a:lnTo>
                <a:lnTo>
                  <a:pt x="5551027" y="4440974"/>
                </a:lnTo>
                <a:lnTo>
                  <a:pt x="5548932" y="4444479"/>
                </a:lnTo>
                <a:lnTo>
                  <a:pt x="5548779" y="4444717"/>
                </a:lnTo>
                <a:lnTo>
                  <a:pt x="5546446" y="4448080"/>
                </a:lnTo>
                <a:lnTo>
                  <a:pt x="5546274" y="4448299"/>
                </a:lnTo>
                <a:lnTo>
                  <a:pt x="5543693" y="4451518"/>
                </a:lnTo>
                <a:lnTo>
                  <a:pt x="5543512" y="4451718"/>
                </a:lnTo>
                <a:lnTo>
                  <a:pt x="5540683" y="4454785"/>
                </a:lnTo>
                <a:lnTo>
                  <a:pt x="5540492" y="4454966"/>
                </a:lnTo>
                <a:lnTo>
                  <a:pt x="5537416" y="4457881"/>
                </a:lnTo>
                <a:lnTo>
                  <a:pt x="5537225" y="4458052"/>
                </a:lnTo>
                <a:lnTo>
                  <a:pt x="5533901" y="4460815"/>
                </a:lnTo>
                <a:lnTo>
                  <a:pt x="5533711" y="4460967"/>
                </a:lnTo>
                <a:lnTo>
                  <a:pt x="5530139" y="4463586"/>
                </a:lnTo>
                <a:lnTo>
                  <a:pt x="5529948" y="4463710"/>
                </a:lnTo>
                <a:lnTo>
                  <a:pt x="5526129" y="4466177"/>
                </a:lnTo>
                <a:lnTo>
                  <a:pt x="5525938" y="4466292"/>
                </a:lnTo>
                <a:lnTo>
                  <a:pt x="5521871" y="4468606"/>
                </a:lnTo>
                <a:lnTo>
                  <a:pt x="5521690" y="4468711"/>
                </a:lnTo>
                <a:lnTo>
                  <a:pt x="5517385" y="4470873"/>
                </a:lnTo>
                <a:lnTo>
                  <a:pt x="5517204" y="4470959"/>
                </a:lnTo>
                <a:lnTo>
                  <a:pt x="5512651" y="4472978"/>
                </a:lnTo>
                <a:lnTo>
                  <a:pt x="5512479" y="4473045"/>
                </a:lnTo>
                <a:lnTo>
                  <a:pt x="5507679" y="4474912"/>
                </a:lnTo>
                <a:lnTo>
                  <a:pt x="5507517" y="4474969"/>
                </a:lnTo>
                <a:lnTo>
                  <a:pt x="5502469" y="4476693"/>
                </a:lnTo>
                <a:lnTo>
                  <a:pt x="5502316" y="4476740"/>
                </a:lnTo>
                <a:lnTo>
                  <a:pt x="5497020" y="4478312"/>
                </a:lnTo>
                <a:lnTo>
                  <a:pt x="5496878" y="4478350"/>
                </a:lnTo>
                <a:lnTo>
                  <a:pt x="5491334" y="4479769"/>
                </a:lnTo>
                <a:lnTo>
                  <a:pt x="5491201" y="4479798"/>
                </a:lnTo>
                <a:lnTo>
                  <a:pt x="5485409" y="4481074"/>
                </a:lnTo>
                <a:lnTo>
                  <a:pt x="5485286" y="4481093"/>
                </a:lnTo>
                <a:lnTo>
                  <a:pt x="5479247" y="4482217"/>
                </a:lnTo>
                <a:lnTo>
                  <a:pt x="5479132" y="4482236"/>
                </a:lnTo>
                <a:lnTo>
                  <a:pt x="5472846" y="4483208"/>
                </a:lnTo>
                <a:lnTo>
                  <a:pt x="5472732" y="4483227"/>
                </a:lnTo>
                <a:lnTo>
                  <a:pt x="5466207" y="4484046"/>
                </a:lnTo>
                <a:lnTo>
                  <a:pt x="5466102" y="4484056"/>
                </a:lnTo>
                <a:lnTo>
                  <a:pt x="5459330" y="4484732"/>
                </a:lnTo>
                <a:lnTo>
                  <a:pt x="5459225" y="4484741"/>
                </a:lnTo>
                <a:lnTo>
                  <a:pt x="5452205" y="4485265"/>
                </a:lnTo>
                <a:lnTo>
                  <a:pt x="5452120" y="4485265"/>
                </a:lnTo>
                <a:lnTo>
                  <a:pt x="5444842" y="4485637"/>
                </a:lnTo>
                <a:lnTo>
                  <a:pt x="5444757" y="4485646"/>
                </a:lnTo>
                <a:lnTo>
                  <a:pt x="5437241" y="4485865"/>
                </a:lnTo>
                <a:lnTo>
                  <a:pt x="5437165" y="4485865"/>
                </a:lnTo>
                <a:lnTo>
                  <a:pt x="5429402" y="4485942"/>
                </a:lnTo>
                <a:lnTo>
                  <a:pt x="5429364" y="4485942"/>
                </a:lnTo>
                <a:lnTo>
                  <a:pt x="130102" y="4485942"/>
                </a:lnTo>
              </a:path>
            </a:pathLst>
          </a:custGeom>
          <a:solidFill xmlns:a="http://schemas.openxmlformats.org/drawingml/2006/main">
            <a:srgbClr val="BFC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itable frame or arrow 579">
            <a:extLst xmlns:a="http://schemas.openxmlformats.org/drawingml/2006/main">
              <a:ext uri="{FF2B5EF4-FFF2-40B4-BE49-F238E27FC236}">
                <a16:creationId xmlns:a16="http://schemas.microsoft.com/office/drawing/2014/main" id="{00D65583-4FA7-4C45-81EE-18855983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7" y="2678116"/>
            <a:ext cx="2598639" cy="467716"/>
          </a:xfrm>
          <a:custGeom xmlns:a="http://schemas.openxmlformats.org/drawingml/2006/main">
            <a:pathLst>
              <a:path w="2598639" h="467716">
                <a:moveTo>
                  <a:pt x="32090" y="467716"/>
                </a:moveTo>
                <a:lnTo>
                  <a:pt x="2566559" y="467716"/>
                </a:lnTo>
                <a:cubicBezTo>
                  <a:pt x="2587952" y="467716"/>
                  <a:pt x="2598639" y="453542"/>
                  <a:pt x="2598639" y="425196"/>
                </a:cubicBezTo>
                <a:lnTo>
                  <a:pt x="2598639" y="42520"/>
                </a:lnTo>
                <a:cubicBezTo>
                  <a:pt x="2598639" y="14173"/>
                  <a:pt x="2587952" y="0"/>
                  <a:pt x="2566559" y="0"/>
                </a:cubicBezTo>
                <a:lnTo>
                  <a:pt x="32090" y="0"/>
                </a:lnTo>
                <a:cubicBezTo>
                  <a:pt x="10697" y="0"/>
                  <a:pt x="0" y="14173"/>
                  <a:pt x="0" y="42520"/>
                </a:cubicBezTo>
                <a:lnTo>
                  <a:pt x="0" y="425196"/>
                </a:lnTo>
                <a:cubicBezTo>
                  <a:pt x="0" y="453542"/>
                  <a:pt x="10697" y="467716"/>
                  <a:pt x="32090" y="467716"/>
                </a:cubicBezTo>
              </a:path>
            </a:pathLst>
          </a:custGeom>
          <a:solidFill xmlns:a="http://schemas.openxmlformats.org/drawingml/2006/main">
            <a:srgbClr val="FA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itable frame or arrow 593">
            <a:extLst xmlns:a="http://schemas.openxmlformats.org/drawingml/2006/main">
              <a:ext uri="{FF2B5EF4-FFF2-40B4-BE49-F238E27FC236}">
                <a16:creationId xmlns:a16="http://schemas.microsoft.com/office/drawing/2014/main" id="{63501CEA-527A-46DC-B05B-6E7EA55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641" y="2649055"/>
            <a:ext cx="2598639" cy="467725"/>
          </a:xfrm>
          <a:custGeom xmlns:a="http://schemas.openxmlformats.org/drawingml/2006/main">
            <a:pathLst>
              <a:path w="2598639" h="467725">
                <a:moveTo>
                  <a:pt x="32080" y="467725"/>
                </a:moveTo>
                <a:lnTo>
                  <a:pt x="2566559" y="467725"/>
                </a:lnTo>
                <a:cubicBezTo>
                  <a:pt x="2587952" y="467725"/>
                  <a:pt x="2598639" y="453552"/>
                  <a:pt x="2598639" y="425206"/>
                </a:cubicBezTo>
                <a:lnTo>
                  <a:pt x="2598639" y="42520"/>
                </a:lnTo>
                <a:cubicBezTo>
                  <a:pt x="2598639" y="14173"/>
                  <a:pt x="2587952" y="0"/>
                  <a:pt x="2566559" y="0"/>
                </a:cubicBezTo>
                <a:lnTo>
                  <a:pt x="32080" y="0"/>
                </a:lnTo>
                <a:cubicBezTo>
                  <a:pt x="10697" y="0"/>
                  <a:pt x="0" y="14173"/>
                  <a:pt x="0" y="42520"/>
                </a:cubicBezTo>
                <a:lnTo>
                  <a:pt x="0" y="425206"/>
                </a:lnTo>
                <a:cubicBezTo>
                  <a:pt x="0" y="453552"/>
                  <a:pt x="10697" y="467725"/>
                  <a:pt x="32080" y="467725"/>
                </a:cubicBezTo>
              </a:path>
            </a:pathLst>
          </a:custGeom>
          <a:solidFill xmlns:a="http://schemas.openxmlformats.org/drawingml/2006/main">
            <a:srgbClr val="F0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able bar or color block 603">
            <a:extLst xmlns:a="http://schemas.openxmlformats.org/drawingml/2006/main">
              <a:ext uri="{FF2B5EF4-FFF2-40B4-BE49-F238E27FC236}">
                <a16:creationId xmlns:a16="http://schemas.microsoft.com/office/drawing/2014/main" id="{3F7DF749-B9D8-4F16-B045-802329B1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90" y="4170531"/>
            <a:ext cx="5256105" cy="1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DA999-3796-49B8-8E6E-2D571C688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54b05bfb743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0782" y="414909"/>
            <a:ext cx="2587752" cy="2185416"/>
          </a:xfrm>
          <a:prstGeom xmlns:a="http://schemas.openxmlformats.org/drawingml/2006/main" prst="rect">
            <a:avLst/>
          </a:prstGeom>
        </p:spPr>
      </p:pic>
      <p:sp>
        <p:nvSpPr>
          <p:cNvPr id="9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1133328D-AC60-4DDB-87AC-87EAEBA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96" y="2678882"/>
            <a:ext cx="754185" cy="18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196" b="1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10" name="Editable text: Put ">
            <a:extLst xmlns:a="http://schemas.openxmlformats.org/drawingml/2006/main">
              <a:ext uri="{FF2B5EF4-FFF2-40B4-BE49-F238E27FC236}">
                <a16:creationId xmlns:a16="http://schemas.microsoft.com/office/drawing/2014/main" id="{6F7A145A-6A44-4551-9B02-E26C4756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96" y="2833049"/>
            <a:ext cx="41574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Put </a:t>
            </a:r>
          </a:p>
        </p:txBody>
      </p:sp>
      <p:sp>
        <p:nvSpPr>
          <p:cNvPr id="11" name="Editable text: bowl">
            <a:extLst xmlns:a="http://schemas.openxmlformats.org/drawingml/2006/main">
              <a:ext uri="{FF2B5EF4-FFF2-40B4-BE49-F238E27FC236}">
                <a16:creationId xmlns:a16="http://schemas.microsoft.com/office/drawing/2014/main" id="{F8A9EB03-4EFF-40CA-9095-A137A62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3" y="2833049"/>
            <a:ext cx="52957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7645C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12" name="Editable text: in drawer">
            <a:extLst xmlns:a="http://schemas.openxmlformats.org/drawingml/2006/main">
              <a:ext uri="{FF2B5EF4-FFF2-40B4-BE49-F238E27FC236}">
                <a16:creationId xmlns:a16="http://schemas.microsoft.com/office/drawing/2014/main" id="{EF3EC15B-D87F-4E5B-8841-BF1F0AF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46" y="2833049"/>
            <a:ext cx="9500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in drawer</a:t>
            </a:r>
          </a:p>
        </p:txBody>
      </p:sp>
      <p:sp>
        <p:nvSpPr>
          <p:cNvPr id="13" name="Editable text: CHANGED">
            <a:extLst xmlns:a="http://schemas.openxmlformats.org/drawingml/2006/main">
              <a:ext uri="{FF2B5EF4-FFF2-40B4-BE49-F238E27FC236}">
                <a16:creationId xmlns:a16="http://schemas.microsoft.com/office/drawing/2014/main" id="{94998604-0F87-4E70-BC3D-2035B03D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074" y="2649831"/>
            <a:ext cx="779296" cy="18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196" b="1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CHANGED</a:t>
            </a:r>
          </a:p>
        </p:txBody>
      </p:sp>
      <p:sp>
        <p:nvSpPr>
          <p:cNvPr id="14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612A51A8-B36C-4C1F-98E2-B68C7516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34" y="4189147"/>
            <a:ext cx="665332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15" name="Editable text: Changed">
            <a:extLst xmlns:a="http://schemas.openxmlformats.org/drawingml/2006/main">
              <a:ext uri="{FF2B5EF4-FFF2-40B4-BE49-F238E27FC236}">
                <a16:creationId xmlns:a16="http://schemas.microsoft.com/office/drawing/2014/main" id="{DDF8F97F-D790-4C65-940C-B00CE4BD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891" y="4189147"/>
            <a:ext cx="781982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Changed</a:t>
            </a:r>
          </a:p>
        </p:txBody>
      </p:sp>
      <p:sp>
        <p:nvSpPr>
          <p:cNvPr id="16" name="Editable text: Fine-grained semantic following">
            <a:extLst xmlns:a="http://schemas.openxmlformats.org/drawingml/2006/main">
              <a:ext uri="{FF2B5EF4-FFF2-40B4-BE49-F238E27FC236}">
                <a16:creationId xmlns:a16="http://schemas.microsoft.com/office/drawing/2014/main" id="{894B14FA-BC5D-45EB-916F-B4CA9021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78" y="64489"/>
            <a:ext cx="4083361" cy="33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defPPr>
            <a:lvl1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1pPr>
            <a:lvl2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2pPr>
            <a:lvl3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3pPr>
            <a:lvl4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4pPr>
            <a:lvl5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5pPr>
            <a:lvl6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6pPr>
            <a:lvl7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7pPr>
            <a:lvl8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8pPr>
            <a:lvl9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96" b="1" i="0">
                <a:solidFill>
                  <a:srgbClr val="496A84"/>
                </a:solidFill>
                <a:latin typeface="Arial"/>
                <a:ea typeface="Arial"/>
                <a:cs typeface="Arial"/>
              </a:defRPr>
            </a:pPr>
            <a:r>
              <a:rPr sz="2096" b="1" i="0">
                <a:solidFill>
                  <a:srgbClr val="496A84"/>
                </a:solidFill>
                <a:latin typeface="Arial"/>
                <a:ea typeface="Arial"/>
                <a:cs typeface="Arial"/>
              </a:rPr>
              <a:t>Fine-grained semantic following</a:t>
            </a:r>
          </a:p>
        </p:txBody>
      </p:sp>
      <p:sp>
        <p:nvSpPr>
          <p:cNvPr id="17" name="Editable text: Approach the bowl">
            <a:extLst xmlns:a="http://schemas.openxmlformats.org/drawingml/2006/main">
              <a:ext uri="{FF2B5EF4-FFF2-40B4-BE49-F238E27FC236}">
                <a16:creationId xmlns:a16="http://schemas.microsoft.com/office/drawing/2014/main" id="{F93B6C2E-D117-4DFD-BA98-99FBCF3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074" y="2803998"/>
            <a:ext cx="20659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786F"/>
                </a:solidFill>
                <a:latin typeface="Arial"/>
                <a:ea typeface="Arial"/>
                <a:cs typeface="Arial"/>
              </a:rPr>
              <a:t>Approach the bowl</a:t>
            </a:r>
          </a:p>
        </p:txBody>
      </p:sp>
      <p:sp>
        <p:nvSpPr>
          <p:cNvPr id="18" name="Editable bar or color block 885">
            <a:extLst xmlns:a="http://schemas.openxmlformats.org/drawingml/2006/main">
              <a:ext uri="{FF2B5EF4-FFF2-40B4-BE49-F238E27FC236}">
                <a16:creationId xmlns:a16="http://schemas.microsoft.com/office/drawing/2014/main" id="{856F1FBF-00B3-48D6-87EF-B1B988B6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63" y="3511506"/>
            <a:ext cx="374875" cy="6640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ditable bar or color block 894">
            <a:extLst xmlns:a="http://schemas.openxmlformats.org/drawingml/2006/main">
              <a:ext uri="{FF2B5EF4-FFF2-40B4-BE49-F238E27FC236}">
                <a16:creationId xmlns:a16="http://schemas.microsoft.com/office/drawing/2014/main" id="{CEF22E3E-6DB0-4162-80BC-3A5AE16A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78" y="3544814"/>
            <a:ext cx="374885" cy="63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ditable bar or color block 903">
            <a:extLst xmlns:a="http://schemas.openxmlformats.org/drawingml/2006/main">
              <a:ext uri="{FF2B5EF4-FFF2-40B4-BE49-F238E27FC236}">
                <a16:creationId xmlns:a16="http://schemas.microsoft.com/office/drawing/2014/main" id="{A15D39F3-067D-415A-8AAA-D8FAA13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919" y="3561826"/>
            <a:ext cx="374171" cy="619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ditable text: 99">
            <a:extLst xmlns:a="http://schemas.openxmlformats.org/drawingml/2006/main">
              <a:ext uri="{FF2B5EF4-FFF2-40B4-BE49-F238E27FC236}">
                <a16:creationId xmlns:a16="http://schemas.microsoft.com/office/drawing/2014/main" id="{5F43781B-DD0C-4128-87C8-613C842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45" y="3189156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22" name="Editable bar or color block 925">
            <a:extLst xmlns:a="http://schemas.openxmlformats.org/drawingml/2006/main">
              <a:ext uri="{FF2B5EF4-FFF2-40B4-BE49-F238E27FC236}">
                <a16:creationId xmlns:a16="http://schemas.microsoft.com/office/drawing/2014/main" id="{CB8D960E-A93E-4C74-9150-42BED685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386" y="4014664"/>
            <a:ext cx="374885" cy="149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ditable bar or color block 931">
            <a:extLst xmlns:a="http://schemas.openxmlformats.org/drawingml/2006/main">
              <a:ext uri="{FF2B5EF4-FFF2-40B4-BE49-F238E27FC236}">
                <a16:creationId xmlns:a16="http://schemas.microsoft.com/office/drawing/2014/main" id="{F40B69CC-CB55-412E-B5C7-BA3E09FA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027" y="4090492"/>
            <a:ext cx="374875" cy="85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ditable bar or color block 941">
            <a:extLst xmlns:a="http://schemas.openxmlformats.org/drawingml/2006/main">
              <a:ext uri="{FF2B5EF4-FFF2-40B4-BE49-F238E27FC236}">
                <a16:creationId xmlns:a16="http://schemas.microsoft.com/office/drawing/2014/main" id="{5A022EE1-C31F-44D7-8F23-CDDBBF3C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042" y="4096160"/>
            <a:ext cx="374171" cy="85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1724699C-A541-45D2-864D-C9810D3D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895" y="4189147"/>
            <a:ext cx="665332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26" name="Editable bar or color block 975">
            <a:extLst xmlns:a="http://schemas.openxmlformats.org/drawingml/2006/main">
              <a:ext uri="{FF2B5EF4-FFF2-40B4-BE49-F238E27FC236}">
                <a16:creationId xmlns:a16="http://schemas.microsoft.com/office/drawing/2014/main" id="{0751F0DF-58FB-42D3-A91C-53B4A1C1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064" y="3773005"/>
            <a:ext cx="374885" cy="390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 text: 6">
            <a:extLst xmlns:a="http://schemas.openxmlformats.org/drawingml/2006/main">
              <a:ext uri="{FF2B5EF4-FFF2-40B4-BE49-F238E27FC236}">
                <a16:creationId xmlns:a16="http://schemas.microsoft.com/office/drawing/2014/main" id="{EC2B4285-040D-4BD7-971D-78817CF7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558" y="3707192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Editable text: 35">
            <a:extLst xmlns:a="http://schemas.openxmlformats.org/drawingml/2006/main">
              <a:ext uri="{FF2B5EF4-FFF2-40B4-BE49-F238E27FC236}">
                <a16:creationId xmlns:a16="http://schemas.microsoft.com/office/drawing/2014/main" id="{35D65689-6578-48CA-8130-6C006A47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372" y="3520102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9" name="Editable frame or arrow 1015">
            <a:extLst xmlns:a="http://schemas.openxmlformats.org/drawingml/2006/main">
              <a:ext uri="{FF2B5EF4-FFF2-40B4-BE49-F238E27FC236}">
                <a16:creationId xmlns:a16="http://schemas.microsoft.com/office/drawing/2014/main" id="{511B977A-6E89-45C6-B9C5-3B5E2C36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088" y="18469"/>
            <a:ext cx="5467274" cy="4478093"/>
          </a:xfrm>
          <a:custGeom xmlns:a="http://schemas.openxmlformats.org/drawingml/2006/main">
            <a:pathLst>
              <a:path w="5467274" h="4478093">
                <a:moveTo>
                  <a:pt x="124254" y="4478093"/>
                </a:moveTo>
                <a:lnTo>
                  <a:pt x="5343020" y="4478093"/>
                </a:lnTo>
                <a:cubicBezTo>
                  <a:pt x="5425850" y="4478093"/>
                  <a:pt x="5467274" y="4452576"/>
                  <a:pt x="5467274" y="4401541"/>
                </a:cubicBezTo>
                <a:lnTo>
                  <a:pt x="5467274" y="76552"/>
                </a:lnTo>
                <a:cubicBezTo>
                  <a:pt x="5467274" y="25517"/>
                  <a:pt x="5425850" y="0"/>
                  <a:pt x="5343020" y="0"/>
                </a:cubicBezTo>
                <a:lnTo>
                  <a:pt x="124254" y="0"/>
                </a:lnTo>
                <a:cubicBezTo>
                  <a:pt x="41415" y="0"/>
                  <a:pt x="0" y="25517"/>
                  <a:pt x="0" y="76552"/>
                </a:cubicBezTo>
                <a:lnTo>
                  <a:pt x="0" y="4401541"/>
                </a:lnTo>
                <a:cubicBezTo>
                  <a:pt x="0" y="4452576"/>
                  <a:pt x="41415" y="4478093"/>
                  <a:pt x="124254" y="447809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ditable frame or arrow 1551">
            <a:extLst xmlns:a="http://schemas.openxmlformats.org/drawingml/2006/main">
              <a:ext uri="{FF2B5EF4-FFF2-40B4-BE49-F238E27FC236}">
                <a16:creationId xmlns:a16="http://schemas.microsoft.com/office/drawing/2014/main" id="{51F0BCEB-CD77-4360-80E2-1DCF5492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154" y="14545"/>
            <a:ext cx="5475132" cy="4485942"/>
          </a:xfrm>
          <a:custGeom xmlns:a="http://schemas.openxmlformats.org/drawingml/2006/main">
            <a:pathLst>
              <a:path w="5475132" h="4485942">
                <a:moveTo>
                  <a:pt x="5346954" y="4478084"/>
                </a:moveTo>
                <a:lnTo>
                  <a:pt x="5346916" y="4478084"/>
                </a:lnTo>
                <a:lnTo>
                  <a:pt x="5354555" y="4478017"/>
                </a:lnTo>
                <a:lnTo>
                  <a:pt x="5354479" y="4478017"/>
                </a:lnTo>
                <a:lnTo>
                  <a:pt x="5361880" y="4477788"/>
                </a:lnTo>
                <a:lnTo>
                  <a:pt x="5361794" y="4477798"/>
                </a:lnTo>
                <a:lnTo>
                  <a:pt x="5368947" y="4477417"/>
                </a:lnTo>
                <a:lnTo>
                  <a:pt x="5368862" y="4477426"/>
                </a:lnTo>
                <a:lnTo>
                  <a:pt x="5375777" y="4476902"/>
                </a:lnTo>
                <a:lnTo>
                  <a:pt x="5375681" y="4476912"/>
                </a:lnTo>
                <a:lnTo>
                  <a:pt x="5382349" y="4476236"/>
                </a:lnTo>
                <a:lnTo>
                  <a:pt x="5382244" y="4476255"/>
                </a:lnTo>
                <a:lnTo>
                  <a:pt x="5388683" y="4475426"/>
                </a:lnTo>
                <a:lnTo>
                  <a:pt x="5388569" y="4475445"/>
                </a:lnTo>
                <a:lnTo>
                  <a:pt x="5394760" y="4474474"/>
                </a:lnTo>
                <a:lnTo>
                  <a:pt x="5394636" y="4474493"/>
                </a:lnTo>
                <a:lnTo>
                  <a:pt x="5400589" y="4473369"/>
                </a:lnTo>
                <a:lnTo>
                  <a:pt x="5400456" y="4473397"/>
                </a:lnTo>
                <a:lnTo>
                  <a:pt x="5406161" y="4472130"/>
                </a:lnTo>
                <a:lnTo>
                  <a:pt x="5406028" y="4472159"/>
                </a:lnTo>
                <a:lnTo>
                  <a:pt x="5411486" y="4470740"/>
                </a:lnTo>
                <a:lnTo>
                  <a:pt x="5411343" y="4470778"/>
                </a:lnTo>
                <a:lnTo>
                  <a:pt x="5416563" y="4469206"/>
                </a:lnTo>
                <a:lnTo>
                  <a:pt x="5416410" y="4469254"/>
                </a:lnTo>
                <a:lnTo>
                  <a:pt x="5421382" y="4467539"/>
                </a:lnTo>
                <a:lnTo>
                  <a:pt x="5421230" y="4467596"/>
                </a:lnTo>
                <a:lnTo>
                  <a:pt x="5425954" y="4465730"/>
                </a:lnTo>
                <a:lnTo>
                  <a:pt x="5425792" y="4465796"/>
                </a:lnTo>
                <a:lnTo>
                  <a:pt x="5430279" y="4463777"/>
                </a:lnTo>
                <a:lnTo>
                  <a:pt x="5430107" y="4463863"/>
                </a:lnTo>
                <a:lnTo>
                  <a:pt x="5434355" y="4461701"/>
                </a:lnTo>
                <a:lnTo>
                  <a:pt x="5434174" y="4461796"/>
                </a:lnTo>
                <a:lnTo>
                  <a:pt x="5438175" y="4459481"/>
                </a:lnTo>
                <a:lnTo>
                  <a:pt x="5437984" y="4459595"/>
                </a:lnTo>
                <a:lnTo>
                  <a:pt x="5441747" y="4457128"/>
                </a:lnTo>
                <a:lnTo>
                  <a:pt x="5441556" y="4457262"/>
                </a:lnTo>
                <a:lnTo>
                  <a:pt x="5445081" y="4454642"/>
                </a:lnTo>
                <a:lnTo>
                  <a:pt x="5444890" y="4454795"/>
                </a:lnTo>
                <a:lnTo>
                  <a:pt x="5448167" y="4452033"/>
                </a:lnTo>
                <a:lnTo>
                  <a:pt x="5447976" y="4452195"/>
                </a:lnTo>
                <a:lnTo>
                  <a:pt x="5451005" y="4449280"/>
                </a:lnTo>
                <a:lnTo>
                  <a:pt x="5450824" y="4449470"/>
                </a:lnTo>
                <a:lnTo>
                  <a:pt x="5453615" y="4446403"/>
                </a:lnTo>
                <a:lnTo>
                  <a:pt x="5453444" y="4446613"/>
                </a:lnTo>
                <a:lnTo>
                  <a:pt x="5455996" y="4443393"/>
                </a:lnTo>
                <a:lnTo>
                  <a:pt x="5455834" y="4443613"/>
                </a:lnTo>
                <a:lnTo>
                  <a:pt x="5458139" y="4440250"/>
                </a:lnTo>
                <a:lnTo>
                  <a:pt x="5457987" y="4440479"/>
                </a:lnTo>
                <a:lnTo>
                  <a:pt x="5460054" y="4436964"/>
                </a:lnTo>
                <a:lnTo>
                  <a:pt x="5459920" y="4437212"/>
                </a:lnTo>
                <a:lnTo>
                  <a:pt x="5461740" y="4433545"/>
                </a:lnTo>
                <a:lnTo>
                  <a:pt x="5461625" y="4433792"/>
                </a:lnTo>
                <a:lnTo>
                  <a:pt x="5463207" y="4429982"/>
                </a:lnTo>
                <a:lnTo>
                  <a:pt x="5463111" y="4430230"/>
                </a:lnTo>
                <a:lnTo>
                  <a:pt x="5464445" y="4426267"/>
                </a:lnTo>
                <a:lnTo>
                  <a:pt x="5464378" y="4426515"/>
                </a:lnTo>
                <a:lnTo>
                  <a:pt x="5465464" y="4422400"/>
                </a:lnTo>
                <a:lnTo>
                  <a:pt x="5465407" y="4422638"/>
                </a:lnTo>
                <a:lnTo>
                  <a:pt x="5466264" y="4418381"/>
                </a:lnTo>
                <a:lnTo>
                  <a:pt x="5466226" y="4418609"/>
                </a:lnTo>
                <a:lnTo>
                  <a:pt x="5466826" y="4414199"/>
                </a:lnTo>
                <a:lnTo>
                  <a:pt x="5466807" y="4414428"/>
                </a:lnTo>
                <a:lnTo>
                  <a:pt x="5467169" y="4409865"/>
                </a:lnTo>
                <a:lnTo>
                  <a:pt x="5467159" y="4410075"/>
                </a:lnTo>
                <a:lnTo>
                  <a:pt x="5467274" y="4405370"/>
                </a:lnTo>
                <a:lnTo>
                  <a:pt x="5467274" y="4405465"/>
                </a:lnTo>
                <a:lnTo>
                  <a:pt x="5467274" y="80477"/>
                </a:lnTo>
                <a:lnTo>
                  <a:pt x="5467274" y="80572"/>
                </a:lnTo>
                <a:lnTo>
                  <a:pt x="5467159" y="75867"/>
                </a:lnTo>
                <a:lnTo>
                  <a:pt x="5467169" y="76076"/>
                </a:lnTo>
                <a:lnTo>
                  <a:pt x="5466807" y="71514"/>
                </a:lnTo>
                <a:lnTo>
                  <a:pt x="5466826" y="71742"/>
                </a:lnTo>
                <a:lnTo>
                  <a:pt x="5466226" y="67332"/>
                </a:lnTo>
                <a:lnTo>
                  <a:pt x="5466264" y="67561"/>
                </a:lnTo>
                <a:lnTo>
                  <a:pt x="5465407" y="63303"/>
                </a:lnTo>
                <a:lnTo>
                  <a:pt x="5465464" y="63541"/>
                </a:lnTo>
                <a:lnTo>
                  <a:pt x="5464378" y="59426"/>
                </a:lnTo>
                <a:lnTo>
                  <a:pt x="5464445" y="59674"/>
                </a:lnTo>
                <a:lnTo>
                  <a:pt x="5463111" y="55712"/>
                </a:lnTo>
                <a:lnTo>
                  <a:pt x="5463207" y="55959"/>
                </a:lnTo>
                <a:lnTo>
                  <a:pt x="5461625" y="52149"/>
                </a:lnTo>
                <a:lnTo>
                  <a:pt x="5461740" y="52397"/>
                </a:lnTo>
                <a:lnTo>
                  <a:pt x="5459920" y="48730"/>
                </a:lnTo>
                <a:lnTo>
                  <a:pt x="5460054" y="48968"/>
                </a:lnTo>
                <a:lnTo>
                  <a:pt x="5457987" y="45463"/>
                </a:lnTo>
                <a:lnTo>
                  <a:pt x="5458139" y="45691"/>
                </a:lnTo>
                <a:lnTo>
                  <a:pt x="5455834" y="42329"/>
                </a:lnTo>
                <a:lnTo>
                  <a:pt x="5455996" y="42548"/>
                </a:lnTo>
                <a:lnTo>
                  <a:pt x="5453444" y="39329"/>
                </a:lnTo>
                <a:lnTo>
                  <a:pt x="5453615" y="39538"/>
                </a:lnTo>
                <a:lnTo>
                  <a:pt x="5450824" y="36471"/>
                </a:lnTo>
                <a:lnTo>
                  <a:pt x="5451005" y="36662"/>
                </a:lnTo>
                <a:lnTo>
                  <a:pt x="5447976" y="33747"/>
                </a:lnTo>
                <a:lnTo>
                  <a:pt x="5448167" y="33909"/>
                </a:lnTo>
                <a:lnTo>
                  <a:pt x="5444890" y="31147"/>
                </a:lnTo>
                <a:lnTo>
                  <a:pt x="5445081" y="31299"/>
                </a:lnTo>
                <a:lnTo>
                  <a:pt x="5441556" y="28680"/>
                </a:lnTo>
                <a:lnTo>
                  <a:pt x="5441747" y="28813"/>
                </a:lnTo>
                <a:lnTo>
                  <a:pt x="5437984" y="26346"/>
                </a:lnTo>
                <a:lnTo>
                  <a:pt x="5438175" y="26460"/>
                </a:lnTo>
                <a:lnTo>
                  <a:pt x="5434174" y="24146"/>
                </a:lnTo>
                <a:lnTo>
                  <a:pt x="5434355" y="24241"/>
                </a:lnTo>
                <a:lnTo>
                  <a:pt x="5430107" y="22079"/>
                </a:lnTo>
                <a:lnTo>
                  <a:pt x="5430279" y="22165"/>
                </a:lnTo>
                <a:lnTo>
                  <a:pt x="5425792" y="20145"/>
                </a:lnTo>
                <a:lnTo>
                  <a:pt x="5425954" y="20212"/>
                </a:lnTo>
                <a:lnTo>
                  <a:pt x="5421230" y="18345"/>
                </a:lnTo>
                <a:lnTo>
                  <a:pt x="5421382" y="18402"/>
                </a:lnTo>
                <a:lnTo>
                  <a:pt x="5416410" y="16688"/>
                </a:lnTo>
                <a:lnTo>
                  <a:pt x="5416563" y="16735"/>
                </a:lnTo>
                <a:lnTo>
                  <a:pt x="5411343" y="15164"/>
                </a:lnTo>
                <a:lnTo>
                  <a:pt x="5411486" y="15202"/>
                </a:lnTo>
                <a:lnTo>
                  <a:pt x="5406028" y="13783"/>
                </a:lnTo>
                <a:lnTo>
                  <a:pt x="5406161" y="13811"/>
                </a:lnTo>
                <a:lnTo>
                  <a:pt x="5400456" y="12544"/>
                </a:lnTo>
                <a:lnTo>
                  <a:pt x="5400589" y="12573"/>
                </a:lnTo>
                <a:lnTo>
                  <a:pt x="5394636" y="11449"/>
                </a:lnTo>
                <a:lnTo>
                  <a:pt x="5394760" y="11468"/>
                </a:lnTo>
                <a:lnTo>
                  <a:pt x="5388569" y="10497"/>
                </a:lnTo>
                <a:lnTo>
                  <a:pt x="5388683" y="10516"/>
                </a:lnTo>
                <a:lnTo>
                  <a:pt x="5382244" y="9687"/>
                </a:lnTo>
                <a:lnTo>
                  <a:pt x="5382349" y="9706"/>
                </a:lnTo>
                <a:lnTo>
                  <a:pt x="5375681" y="9030"/>
                </a:lnTo>
                <a:lnTo>
                  <a:pt x="5375777" y="9039"/>
                </a:lnTo>
                <a:lnTo>
                  <a:pt x="5368862" y="8515"/>
                </a:lnTo>
                <a:lnTo>
                  <a:pt x="5368947" y="8525"/>
                </a:lnTo>
                <a:lnTo>
                  <a:pt x="5361794" y="8144"/>
                </a:lnTo>
                <a:lnTo>
                  <a:pt x="5361880" y="8153"/>
                </a:lnTo>
                <a:lnTo>
                  <a:pt x="5354479" y="7925"/>
                </a:lnTo>
                <a:lnTo>
                  <a:pt x="5354555" y="7925"/>
                </a:lnTo>
                <a:lnTo>
                  <a:pt x="5346916" y="7858"/>
                </a:lnTo>
                <a:lnTo>
                  <a:pt x="5346954" y="7858"/>
                </a:lnTo>
                <a:lnTo>
                  <a:pt x="128187" y="7858"/>
                </a:lnTo>
                <a:lnTo>
                  <a:pt x="128226" y="7858"/>
                </a:lnTo>
                <a:lnTo>
                  <a:pt x="120577" y="7925"/>
                </a:lnTo>
                <a:lnTo>
                  <a:pt x="120663" y="7925"/>
                </a:lnTo>
                <a:lnTo>
                  <a:pt x="113262" y="8153"/>
                </a:lnTo>
                <a:lnTo>
                  <a:pt x="113347" y="8144"/>
                </a:lnTo>
                <a:lnTo>
                  <a:pt x="106185" y="8525"/>
                </a:lnTo>
                <a:lnTo>
                  <a:pt x="106280" y="8515"/>
                </a:lnTo>
                <a:lnTo>
                  <a:pt x="99355" y="9039"/>
                </a:lnTo>
                <a:lnTo>
                  <a:pt x="99460" y="9030"/>
                </a:lnTo>
                <a:lnTo>
                  <a:pt x="92783" y="9706"/>
                </a:lnTo>
                <a:lnTo>
                  <a:pt x="92888" y="9687"/>
                </a:lnTo>
                <a:lnTo>
                  <a:pt x="86458" y="10516"/>
                </a:lnTo>
                <a:lnTo>
                  <a:pt x="86563" y="10497"/>
                </a:lnTo>
                <a:lnTo>
                  <a:pt x="80381" y="11468"/>
                </a:lnTo>
                <a:lnTo>
                  <a:pt x="80496" y="11449"/>
                </a:lnTo>
                <a:lnTo>
                  <a:pt x="74552" y="12573"/>
                </a:lnTo>
                <a:lnTo>
                  <a:pt x="74676" y="12544"/>
                </a:lnTo>
                <a:lnTo>
                  <a:pt x="68971" y="13811"/>
                </a:lnTo>
                <a:lnTo>
                  <a:pt x="69113" y="13783"/>
                </a:lnTo>
                <a:lnTo>
                  <a:pt x="63646" y="15202"/>
                </a:lnTo>
                <a:lnTo>
                  <a:pt x="63789" y="15164"/>
                </a:lnTo>
                <a:lnTo>
                  <a:pt x="58579" y="16735"/>
                </a:lnTo>
                <a:lnTo>
                  <a:pt x="58722" y="16688"/>
                </a:lnTo>
                <a:lnTo>
                  <a:pt x="53750" y="18402"/>
                </a:lnTo>
                <a:lnTo>
                  <a:pt x="53911" y="18345"/>
                </a:lnTo>
                <a:lnTo>
                  <a:pt x="49178" y="20212"/>
                </a:lnTo>
                <a:lnTo>
                  <a:pt x="49349" y="20145"/>
                </a:lnTo>
                <a:lnTo>
                  <a:pt x="44853" y="22165"/>
                </a:lnTo>
                <a:lnTo>
                  <a:pt x="45034" y="22079"/>
                </a:lnTo>
                <a:lnTo>
                  <a:pt x="40786" y="24241"/>
                </a:lnTo>
                <a:lnTo>
                  <a:pt x="40967" y="24146"/>
                </a:lnTo>
                <a:lnTo>
                  <a:pt x="36957" y="26460"/>
                </a:lnTo>
                <a:lnTo>
                  <a:pt x="37147" y="26346"/>
                </a:lnTo>
                <a:lnTo>
                  <a:pt x="33385" y="28813"/>
                </a:lnTo>
                <a:lnTo>
                  <a:pt x="33576" y="28680"/>
                </a:lnTo>
                <a:lnTo>
                  <a:pt x="30061" y="31299"/>
                </a:lnTo>
                <a:lnTo>
                  <a:pt x="30251" y="31147"/>
                </a:lnTo>
                <a:lnTo>
                  <a:pt x="26975" y="33909"/>
                </a:lnTo>
                <a:lnTo>
                  <a:pt x="27156" y="33747"/>
                </a:lnTo>
                <a:lnTo>
                  <a:pt x="24127" y="36662"/>
                </a:lnTo>
                <a:lnTo>
                  <a:pt x="24308" y="36471"/>
                </a:lnTo>
                <a:lnTo>
                  <a:pt x="21517" y="39538"/>
                </a:lnTo>
                <a:lnTo>
                  <a:pt x="21688" y="39329"/>
                </a:lnTo>
                <a:lnTo>
                  <a:pt x="19145" y="42548"/>
                </a:lnTo>
                <a:lnTo>
                  <a:pt x="19307" y="42329"/>
                </a:lnTo>
                <a:lnTo>
                  <a:pt x="17002" y="45691"/>
                </a:lnTo>
                <a:lnTo>
                  <a:pt x="17145" y="45463"/>
                </a:lnTo>
                <a:lnTo>
                  <a:pt x="15088" y="48968"/>
                </a:lnTo>
                <a:lnTo>
                  <a:pt x="15211" y="48730"/>
                </a:lnTo>
                <a:lnTo>
                  <a:pt x="13392" y="52397"/>
                </a:lnTo>
                <a:lnTo>
                  <a:pt x="13506" y="52149"/>
                </a:lnTo>
                <a:lnTo>
                  <a:pt x="11925" y="55959"/>
                </a:lnTo>
                <a:lnTo>
                  <a:pt x="12021" y="55712"/>
                </a:lnTo>
                <a:lnTo>
                  <a:pt x="10687" y="59674"/>
                </a:lnTo>
                <a:lnTo>
                  <a:pt x="10763" y="59426"/>
                </a:lnTo>
                <a:lnTo>
                  <a:pt x="9668" y="63541"/>
                </a:lnTo>
                <a:lnTo>
                  <a:pt x="9725" y="63303"/>
                </a:lnTo>
                <a:lnTo>
                  <a:pt x="8877" y="67561"/>
                </a:lnTo>
                <a:lnTo>
                  <a:pt x="8915" y="67332"/>
                </a:lnTo>
                <a:lnTo>
                  <a:pt x="8306" y="71742"/>
                </a:lnTo>
                <a:lnTo>
                  <a:pt x="8334" y="71514"/>
                </a:lnTo>
                <a:lnTo>
                  <a:pt x="7963" y="76076"/>
                </a:lnTo>
                <a:lnTo>
                  <a:pt x="7982" y="75867"/>
                </a:lnTo>
                <a:lnTo>
                  <a:pt x="7858" y="80572"/>
                </a:lnTo>
                <a:lnTo>
                  <a:pt x="7858" y="80477"/>
                </a:lnTo>
                <a:lnTo>
                  <a:pt x="7858" y="4405465"/>
                </a:lnTo>
                <a:lnTo>
                  <a:pt x="7858" y="4405370"/>
                </a:lnTo>
                <a:lnTo>
                  <a:pt x="7982" y="4410075"/>
                </a:lnTo>
                <a:lnTo>
                  <a:pt x="7963" y="4409865"/>
                </a:lnTo>
                <a:lnTo>
                  <a:pt x="8334" y="4414428"/>
                </a:lnTo>
                <a:lnTo>
                  <a:pt x="8306" y="4414199"/>
                </a:lnTo>
                <a:lnTo>
                  <a:pt x="8915" y="4418609"/>
                </a:lnTo>
                <a:lnTo>
                  <a:pt x="8877" y="4418381"/>
                </a:lnTo>
                <a:lnTo>
                  <a:pt x="9725" y="4422638"/>
                </a:lnTo>
                <a:lnTo>
                  <a:pt x="9668" y="4422400"/>
                </a:lnTo>
                <a:lnTo>
                  <a:pt x="10763" y="4426515"/>
                </a:lnTo>
                <a:lnTo>
                  <a:pt x="10687" y="4426267"/>
                </a:lnTo>
                <a:lnTo>
                  <a:pt x="12021" y="4430230"/>
                </a:lnTo>
                <a:lnTo>
                  <a:pt x="11925" y="4429982"/>
                </a:lnTo>
                <a:lnTo>
                  <a:pt x="13506" y="4433792"/>
                </a:lnTo>
                <a:lnTo>
                  <a:pt x="13392" y="4433545"/>
                </a:lnTo>
                <a:lnTo>
                  <a:pt x="15211" y="4437212"/>
                </a:lnTo>
                <a:lnTo>
                  <a:pt x="15088" y="4436964"/>
                </a:lnTo>
                <a:lnTo>
                  <a:pt x="17145" y="4440479"/>
                </a:lnTo>
                <a:lnTo>
                  <a:pt x="17002" y="4440250"/>
                </a:lnTo>
                <a:lnTo>
                  <a:pt x="19307" y="4443613"/>
                </a:lnTo>
                <a:lnTo>
                  <a:pt x="19145" y="4443393"/>
                </a:lnTo>
                <a:lnTo>
                  <a:pt x="21688" y="4446613"/>
                </a:lnTo>
                <a:lnTo>
                  <a:pt x="21517" y="4446403"/>
                </a:lnTo>
                <a:lnTo>
                  <a:pt x="24308" y="4449470"/>
                </a:lnTo>
                <a:lnTo>
                  <a:pt x="24127" y="4449280"/>
                </a:lnTo>
                <a:lnTo>
                  <a:pt x="27156" y="4452195"/>
                </a:lnTo>
                <a:lnTo>
                  <a:pt x="26975" y="4452033"/>
                </a:lnTo>
                <a:lnTo>
                  <a:pt x="30251" y="4454795"/>
                </a:lnTo>
                <a:lnTo>
                  <a:pt x="30061" y="4454642"/>
                </a:lnTo>
                <a:lnTo>
                  <a:pt x="33576" y="4457262"/>
                </a:lnTo>
                <a:lnTo>
                  <a:pt x="33385" y="4457128"/>
                </a:lnTo>
                <a:lnTo>
                  <a:pt x="37147" y="4459595"/>
                </a:lnTo>
                <a:lnTo>
                  <a:pt x="36957" y="4459481"/>
                </a:lnTo>
                <a:lnTo>
                  <a:pt x="40967" y="4461796"/>
                </a:lnTo>
                <a:lnTo>
                  <a:pt x="40786" y="4461701"/>
                </a:lnTo>
                <a:lnTo>
                  <a:pt x="45034" y="4463863"/>
                </a:lnTo>
                <a:lnTo>
                  <a:pt x="44853" y="4463777"/>
                </a:lnTo>
                <a:lnTo>
                  <a:pt x="49349" y="4465796"/>
                </a:lnTo>
                <a:lnTo>
                  <a:pt x="49178" y="4465730"/>
                </a:lnTo>
                <a:lnTo>
                  <a:pt x="53911" y="4467596"/>
                </a:lnTo>
                <a:lnTo>
                  <a:pt x="53750" y="4467539"/>
                </a:lnTo>
                <a:lnTo>
                  <a:pt x="58722" y="4469254"/>
                </a:lnTo>
                <a:lnTo>
                  <a:pt x="58579" y="4469206"/>
                </a:lnTo>
                <a:lnTo>
                  <a:pt x="63789" y="4470778"/>
                </a:lnTo>
                <a:lnTo>
                  <a:pt x="63646" y="4470740"/>
                </a:lnTo>
                <a:lnTo>
                  <a:pt x="69113" y="4472159"/>
                </a:lnTo>
                <a:lnTo>
                  <a:pt x="68971" y="4472130"/>
                </a:lnTo>
                <a:lnTo>
                  <a:pt x="74676" y="4473397"/>
                </a:lnTo>
                <a:lnTo>
                  <a:pt x="74552" y="4473369"/>
                </a:lnTo>
                <a:lnTo>
                  <a:pt x="80496" y="4474493"/>
                </a:lnTo>
                <a:lnTo>
                  <a:pt x="80381" y="4474474"/>
                </a:lnTo>
                <a:lnTo>
                  <a:pt x="86563" y="4475445"/>
                </a:lnTo>
                <a:lnTo>
                  <a:pt x="86458" y="4475426"/>
                </a:lnTo>
                <a:lnTo>
                  <a:pt x="92888" y="4476255"/>
                </a:lnTo>
                <a:lnTo>
                  <a:pt x="92783" y="4476236"/>
                </a:lnTo>
                <a:lnTo>
                  <a:pt x="99460" y="4476912"/>
                </a:lnTo>
                <a:lnTo>
                  <a:pt x="99355" y="4476902"/>
                </a:lnTo>
                <a:lnTo>
                  <a:pt x="106280" y="4477426"/>
                </a:lnTo>
                <a:lnTo>
                  <a:pt x="106185" y="4477417"/>
                </a:lnTo>
                <a:lnTo>
                  <a:pt x="113347" y="4477798"/>
                </a:lnTo>
                <a:lnTo>
                  <a:pt x="113262" y="4477788"/>
                </a:lnTo>
                <a:lnTo>
                  <a:pt x="120663" y="4478017"/>
                </a:lnTo>
                <a:lnTo>
                  <a:pt x="120577" y="4478017"/>
                </a:lnTo>
                <a:lnTo>
                  <a:pt x="128226" y="4478084"/>
                </a:lnTo>
                <a:lnTo>
                  <a:pt x="128187" y="4478084"/>
                </a:lnTo>
                <a:lnTo>
                  <a:pt x="5346954" y="4478084"/>
                </a:lnTo>
                <a:close/>
                <a:moveTo>
                  <a:pt x="128187" y="4485942"/>
                </a:moveTo>
                <a:lnTo>
                  <a:pt x="128149" y="4485942"/>
                </a:lnTo>
                <a:lnTo>
                  <a:pt x="120501" y="4485865"/>
                </a:lnTo>
                <a:lnTo>
                  <a:pt x="120425" y="4485865"/>
                </a:lnTo>
                <a:lnTo>
                  <a:pt x="113024" y="4485646"/>
                </a:lnTo>
                <a:lnTo>
                  <a:pt x="112938" y="4485637"/>
                </a:lnTo>
                <a:lnTo>
                  <a:pt x="105775" y="4485265"/>
                </a:lnTo>
                <a:lnTo>
                  <a:pt x="105680" y="4485265"/>
                </a:lnTo>
                <a:lnTo>
                  <a:pt x="98765" y="4484741"/>
                </a:lnTo>
                <a:lnTo>
                  <a:pt x="98669" y="4484732"/>
                </a:lnTo>
                <a:lnTo>
                  <a:pt x="91992" y="4484056"/>
                </a:lnTo>
                <a:lnTo>
                  <a:pt x="91888" y="4484046"/>
                </a:lnTo>
                <a:lnTo>
                  <a:pt x="85458" y="4483227"/>
                </a:lnTo>
                <a:lnTo>
                  <a:pt x="85344" y="4483208"/>
                </a:lnTo>
                <a:lnTo>
                  <a:pt x="79162" y="4482236"/>
                </a:lnTo>
                <a:lnTo>
                  <a:pt x="79038" y="4482217"/>
                </a:lnTo>
                <a:lnTo>
                  <a:pt x="73095" y="4481093"/>
                </a:lnTo>
                <a:lnTo>
                  <a:pt x="72971" y="4481065"/>
                </a:lnTo>
                <a:lnTo>
                  <a:pt x="67266" y="4479798"/>
                </a:lnTo>
                <a:lnTo>
                  <a:pt x="67132" y="4479760"/>
                </a:lnTo>
                <a:lnTo>
                  <a:pt x="61674" y="4478341"/>
                </a:lnTo>
                <a:lnTo>
                  <a:pt x="61531" y="4478303"/>
                </a:lnTo>
                <a:lnTo>
                  <a:pt x="56312" y="4476731"/>
                </a:lnTo>
                <a:lnTo>
                  <a:pt x="56159" y="4476683"/>
                </a:lnTo>
                <a:lnTo>
                  <a:pt x="51187" y="4474969"/>
                </a:lnTo>
                <a:lnTo>
                  <a:pt x="51025" y="4474902"/>
                </a:lnTo>
                <a:lnTo>
                  <a:pt x="46292" y="4473035"/>
                </a:lnTo>
                <a:lnTo>
                  <a:pt x="46120" y="4472969"/>
                </a:lnTo>
                <a:lnTo>
                  <a:pt x="41634" y="4470949"/>
                </a:lnTo>
                <a:lnTo>
                  <a:pt x="41462" y="4470864"/>
                </a:lnTo>
                <a:lnTo>
                  <a:pt x="37214" y="4468692"/>
                </a:lnTo>
                <a:lnTo>
                  <a:pt x="37033" y="4468597"/>
                </a:lnTo>
                <a:lnTo>
                  <a:pt x="33023" y="4466282"/>
                </a:lnTo>
                <a:lnTo>
                  <a:pt x="32842" y="4466168"/>
                </a:lnTo>
                <a:lnTo>
                  <a:pt x="29080" y="4463701"/>
                </a:lnTo>
                <a:lnTo>
                  <a:pt x="28889" y="4463567"/>
                </a:lnTo>
                <a:lnTo>
                  <a:pt x="25365" y="4460948"/>
                </a:lnTo>
                <a:lnTo>
                  <a:pt x="25175" y="4460796"/>
                </a:lnTo>
                <a:lnTo>
                  <a:pt x="21898" y="4458033"/>
                </a:lnTo>
                <a:lnTo>
                  <a:pt x="21717" y="4457862"/>
                </a:lnTo>
                <a:lnTo>
                  <a:pt x="18679" y="4454947"/>
                </a:lnTo>
                <a:lnTo>
                  <a:pt x="18498" y="4454757"/>
                </a:lnTo>
                <a:lnTo>
                  <a:pt x="15707" y="4451699"/>
                </a:lnTo>
                <a:lnTo>
                  <a:pt x="15535" y="4451490"/>
                </a:lnTo>
                <a:lnTo>
                  <a:pt x="12983" y="4448280"/>
                </a:lnTo>
                <a:lnTo>
                  <a:pt x="12821" y="4448061"/>
                </a:lnTo>
                <a:lnTo>
                  <a:pt x="10516" y="4444689"/>
                </a:lnTo>
                <a:lnTo>
                  <a:pt x="10373" y="4444460"/>
                </a:lnTo>
                <a:lnTo>
                  <a:pt x="8306" y="4440946"/>
                </a:lnTo>
                <a:lnTo>
                  <a:pt x="8172" y="4440707"/>
                </a:lnTo>
                <a:lnTo>
                  <a:pt x="6353" y="4437040"/>
                </a:lnTo>
                <a:lnTo>
                  <a:pt x="6248" y="4436802"/>
                </a:lnTo>
                <a:lnTo>
                  <a:pt x="4667" y="4432983"/>
                </a:lnTo>
                <a:lnTo>
                  <a:pt x="4572" y="4432735"/>
                </a:lnTo>
                <a:lnTo>
                  <a:pt x="3238" y="4428773"/>
                </a:lnTo>
                <a:lnTo>
                  <a:pt x="3162" y="4428525"/>
                </a:lnTo>
                <a:lnTo>
                  <a:pt x="2076" y="4424420"/>
                </a:lnTo>
                <a:lnTo>
                  <a:pt x="2019" y="4424182"/>
                </a:lnTo>
                <a:lnTo>
                  <a:pt x="1172" y="4419914"/>
                </a:lnTo>
                <a:lnTo>
                  <a:pt x="1133" y="4419686"/>
                </a:lnTo>
                <a:lnTo>
                  <a:pt x="524" y="4415276"/>
                </a:lnTo>
                <a:lnTo>
                  <a:pt x="495" y="4415047"/>
                </a:lnTo>
                <a:lnTo>
                  <a:pt x="133" y="4410494"/>
                </a:lnTo>
                <a:lnTo>
                  <a:pt x="124" y="4410275"/>
                </a:lnTo>
                <a:lnTo>
                  <a:pt x="0" y="4405570"/>
                </a:lnTo>
                <a:lnTo>
                  <a:pt x="0" y="4405465"/>
                </a:lnTo>
                <a:lnTo>
                  <a:pt x="0" y="80477"/>
                </a:lnTo>
                <a:lnTo>
                  <a:pt x="0" y="80372"/>
                </a:lnTo>
                <a:lnTo>
                  <a:pt x="124" y="75667"/>
                </a:lnTo>
                <a:lnTo>
                  <a:pt x="133" y="75448"/>
                </a:lnTo>
                <a:lnTo>
                  <a:pt x="495" y="70895"/>
                </a:lnTo>
                <a:lnTo>
                  <a:pt x="524" y="70666"/>
                </a:lnTo>
                <a:lnTo>
                  <a:pt x="1133" y="66256"/>
                </a:lnTo>
                <a:lnTo>
                  <a:pt x="1172" y="66027"/>
                </a:lnTo>
                <a:lnTo>
                  <a:pt x="2019" y="61760"/>
                </a:lnTo>
                <a:lnTo>
                  <a:pt x="2076" y="61522"/>
                </a:lnTo>
                <a:lnTo>
                  <a:pt x="3162" y="57417"/>
                </a:lnTo>
                <a:lnTo>
                  <a:pt x="3238" y="57169"/>
                </a:lnTo>
                <a:lnTo>
                  <a:pt x="4572" y="53207"/>
                </a:lnTo>
                <a:lnTo>
                  <a:pt x="4667" y="52959"/>
                </a:lnTo>
                <a:lnTo>
                  <a:pt x="6248" y="49149"/>
                </a:lnTo>
                <a:lnTo>
                  <a:pt x="6353" y="48901"/>
                </a:lnTo>
                <a:lnTo>
                  <a:pt x="8172" y="45234"/>
                </a:lnTo>
                <a:lnTo>
                  <a:pt x="8306" y="44996"/>
                </a:lnTo>
                <a:lnTo>
                  <a:pt x="10373" y="41481"/>
                </a:lnTo>
                <a:lnTo>
                  <a:pt x="10516" y="41253"/>
                </a:lnTo>
                <a:lnTo>
                  <a:pt x="12821" y="37881"/>
                </a:lnTo>
                <a:lnTo>
                  <a:pt x="12983" y="37662"/>
                </a:lnTo>
                <a:lnTo>
                  <a:pt x="15535" y="34452"/>
                </a:lnTo>
                <a:lnTo>
                  <a:pt x="15707" y="34242"/>
                </a:lnTo>
                <a:lnTo>
                  <a:pt x="18498" y="31185"/>
                </a:lnTo>
                <a:lnTo>
                  <a:pt x="18679" y="30994"/>
                </a:lnTo>
                <a:lnTo>
                  <a:pt x="21717" y="28080"/>
                </a:lnTo>
                <a:lnTo>
                  <a:pt x="21898" y="27908"/>
                </a:lnTo>
                <a:lnTo>
                  <a:pt x="25175" y="25146"/>
                </a:lnTo>
                <a:lnTo>
                  <a:pt x="25365" y="24994"/>
                </a:lnTo>
                <a:lnTo>
                  <a:pt x="28889" y="22374"/>
                </a:lnTo>
                <a:lnTo>
                  <a:pt x="29080" y="22241"/>
                </a:lnTo>
                <a:lnTo>
                  <a:pt x="32842" y="19774"/>
                </a:lnTo>
                <a:lnTo>
                  <a:pt x="33023" y="19660"/>
                </a:lnTo>
                <a:lnTo>
                  <a:pt x="37033" y="17345"/>
                </a:lnTo>
                <a:lnTo>
                  <a:pt x="37214" y="17250"/>
                </a:lnTo>
                <a:lnTo>
                  <a:pt x="41462" y="15078"/>
                </a:lnTo>
                <a:lnTo>
                  <a:pt x="41634" y="14992"/>
                </a:lnTo>
                <a:lnTo>
                  <a:pt x="46120" y="12973"/>
                </a:lnTo>
                <a:lnTo>
                  <a:pt x="46292" y="12906"/>
                </a:lnTo>
                <a:lnTo>
                  <a:pt x="51025" y="11039"/>
                </a:lnTo>
                <a:lnTo>
                  <a:pt x="51187" y="10973"/>
                </a:lnTo>
                <a:lnTo>
                  <a:pt x="56159" y="9258"/>
                </a:lnTo>
                <a:lnTo>
                  <a:pt x="56312" y="9211"/>
                </a:lnTo>
                <a:lnTo>
                  <a:pt x="61531" y="7639"/>
                </a:lnTo>
                <a:lnTo>
                  <a:pt x="61674" y="7601"/>
                </a:lnTo>
                <a:lnTo>
                  <a:pt x="67132" y="6182"/>
                </a:lnTo>
                <a:lnTo>
                  <a:pt x="67266" y="6144"/>
                </a:lnTo>
                <a:lnTo>
                  <a:pt x="72971" y="4877"/>
                </a:lnTo>
                <a:lnTo>
                  <a:pt x="73095" y="4848"/>
                </a:lnTo>
                <a:lnTo>
                  <a:pt x="79038" y="3724"/>
                </a:lnTo>
                <a:lnTo>
                  <a:pt x="79162" y="3705"/>
                </a:lnTo>
                <a:lnTo>
                  <a:pt x="85344" y="2734"/>
                </a:lnTo>
                <a:lnTo>
                  <a:pt x="85458" y="2715"/>
                </a:lnTo>
                <a:lnTo>
                  <a:pt x="91888" y="1895"/>
                </a:lnTo>
                <a:lnTo>
                  <a:pt x="91992" y="1886"/>
                </a:lnTo>
                <a:lnTo>
                  <a:pt x="98669" y="1210"/>
                </a:lnTo>
                <a:lnTo>
                  <a:pt x="98765" y="1200"/>
                </a:lnTo>
                <a:lnTo>
                  <a:pt x="105680" y="676"/>
                </a:lnTo>
                <a:lnTo>
                  <a:pt x="105775" y="676"/>
                </a:lnTo>
                <a:lnTo>
                  <a:pt x="112938" y="305"/>
                </a:lnTo>
                <a:lnTo>
                  <a:pt x="113024" y="295"/>
                </a:lnTo>
                <a:lnTo>
                  <a:pt x="120425" y="76"/>
                </a:lnTo>
                <a:lnTo>
                  <a:pt x="120501" y="67"/>
                </a:lnTo>
                <a:lnTo>
                  <a:pt x="128149" y="0"/>
                </a:lnTo>
                <a:lnTo>
                  <a:pt x="128187" y="0"/>
                </a:lnTo>
                <a:lnTo>
                  <a:pt x="5346954" y="0"/>
                </a:lnTo>
                <a:lnTo>
                  <a:pt x="5346992" y="0"/>
                </a:lnTo>
                <a:lnTo>
                  <a:pt x="5354631" y="67"/>
                </a:lnTo>
                <a:lnTo>
                  <a:pt x="5354717" y="76"/>
                </a:lnTo>
                <a:lnTo>
                  <a:pt x="5362118" y="295"/>
                </a:lnTo>
                <a:lnTo>
                  <a:pt x="5362204" y="305"/>
                </a:lnTo>
                <a:lnTo>
                  <a:pt x="5369357" y="676"/>
                </a:lnTo>
                <a:lnTo>
                  <a:pt x="5369452" y="676"/>
                </a:lnTo>
                <a:lnTo>
                  <a:pt x="5376367" y="1200"/>
                </a:lnTo>
                <a:lnTo>
                  <a:pt x="5376462" y="1210"/>
                </a:lnTo>
                <a:lnTo>
                  <a:pt x="5383139" y="1886"/>
                </a:lnTo>
                <a:lnTo>
                  <a:pt x="5383244" y="1895"/>
                </a:lnTo>
                <a:lnTo>
                  <a:pt x="5389674" y="2715"/>
                </a:lnTo>
                <a:lnTo>
                  <a:pt x="5389788" y="2734"/>
                </a:lnTo>
                <a:lnTo>
                  <a:pt x="5395979" y="3705"/>
                </a:lnTo>
                <a:lnTo>
                  <a:pt x="5396093" y="3724"/>
                </a:lnTo>
                <a:lnTo>
                  <a:pt x="5402037" y="4848"/>
                </a:lnTo>
                <a:lnTo>
                  <a:pt x="5402170" y="4877"/>
                </a:lnTo>
                <a:lnTo>
                  <a:pt x="5407866" y="6144"/>
                </a:lnTo>
                <a:lnTo>
                  <a:pt x="5408000" y="6182"/>
                </a:lnTo>
                <a:lnTo>
                  <a:pt x="5413467" y="7601"/>
                </a:lnTo>
                <a:lnTo>
                  <a:pt x="5413610" y="7639"/>
                </a:lnTo>
                <a:lnTo>
                  <a:pt x="5418830" y="9211"/>
                </a:lnTo>
                <a:lnTo>
                  <a:pt x="5418973" y="9258"/>
                </a:lnTo>
                <a:lnTo>
                  <a:pt x="5423954" y="10973"/>
                </a:lnTo>
                <a:lnTo>
                  <a:pt x="5424106" y="11039"/>
                </a:lnTo>
                <a:lnTo>
                  <a:pt x="5428840" y="12906"/>
                </a:lnTo>
                <a:lnTo>
                  <a:pt x="5429012" y="12973"/>
                </a:lnTo>
                <a:lnTo>
                  <a:pt x="5433498" y="14992"/>
                </a:lnTo>
                <a:lnTo>
                  <a:pt x="5433679" y="15078"/>
                </a:lnTo>
                <a:lnTo>
                  <a:pt x="5437927" y="17250"/>
                </a:lnTo>
                <a:lnTo>
                  <a:pt x="5438108" y="17345"/>
                </a:lnTo>
                <a:lnTo>
                  <a:pt x="5442109" y="19660"/>
                </a:lnTo>
                <a:lnTo>
                  <a:pt x="5442299" y="19774"/>
                </a:lnTo>
                <a:lnTo>
                  <a:pt x="5446062" y="22241"/>
                </a:lnTo>
                <a:lnTo>
                  <a:pt x="5446243" y="22374"/>
                </a:lnTo>
                <a:lnTo>
                  <a:pt x="5449767" y="24994"/>
                </a:lnTo>
                <a:lnTo>
                  <a:pt x="5449957" y="25146"/>
                </a:lnTo>
                <a:lnTo>
                  <a:pt x="5453234" y="27908"/>
                </a:lnTo>
                <a:lnTo>
                  <a:pt x="5453424" y="28080"/>
                </a:lnTo>
                <a:lnTo>
                  <a:pt x="5456453" y="30994"/>
                </a:lnTo>
                <a:lnTo>
                  <a:pt x="5456634" y="31185"/>
                </a:lnTo>
                <a:lnTo>
                  <a:pt x="5459425" y="34242"/>
                </a:lnTo>
                <a:lnTo>
                  <a:pt x="5459606" y="34452"/>
                </a:lnTo>
                <a:lnTo>
                  <a:pt x="5462149" y="37662"/>
                </a:lnTo>
                <a:lnTo>
                  <a:pt x="5462311" y="37881"/>
                </a:lnTo>
                <a:lnTo>
                  <a:pt x="5464616" y="41253"/>
                </a:lnTo>
                <a:lnTo>
                  <a:pt x="5464769" y="41481"/>
                </a:lnTo>
                <a:lnTo>
                  <a:pt x="5466826" y="44996"/>
                </a:lnTo>
                <a:lnTo>
                  <a:pt x="5466959" y="45234"/>
                </a:lnTo>
                <a:lnTo>
                  <a:pt x="5468779" y="48901"/>
                </a:lnTo>
                <a:lnTo>
                  <a:pt x="5468893" y="49149"/>
                </a:lnTo>
                <a:lnTo>
                  <a:pt x="5470465" y="52959"/>
                </a:lnTo>
                <a:lnTo>
                  <a:pt x="5470560" y="53207"/>
                </a:lnTo>
                <a:lnTo>
                  <a:pt x="5471893" y="57169"/>
                </a:lnTo>
                <a:lnTo>
                  <a:pt x="5471970" y="57417"/>
                </a:lnTo>
                <a:lnTo>
                  <a:pt x="5473065" y="61522"/>
                </a:lnTo>
                <a:lnTo>
                  <a:pt x="5473122" y="61760"/>
                </a:lnTo>
                <a:lnTo>
                  <a:pt x="5473970" y="66027"/>
                </a:lnTo>
                <a:lnTo>
                  <a:pt x="5474008" y="66256"/>
                </a:lnTo>
                <a:lnTo>
                  <a:pt x="5474608" y="70666"/>
                </a:lnTo>
                <a:lnTo>
                  <a:pt x="5474637" y="70895"/>
                </a:lnTo>
                <a:lnTo>
                  <a:pt x="5474999" y="75448"/>
                </a:lnTo>
                <a:lnTo>
                  <a:pt x="5475008" y="75667"/>
                </a:lnTo>
                <a:lnTo>
                  <a:pt x="5475132" y="80372"/>
                </a:lnTo>
                <a:lnTo>
                  <a:pt x="5475132" y="80477"/>
                </a:lnTo>
                <a:lnTo>
                  <a:pt x="5475132" y="4405465"/>
                </a:lnTo>
                <a:lnTo>
                  <a:pt x="5475132" y="4405570"/>
                </a:lnTo>
                <a:lnTo>
                  <a:pt x="5475008" y="4410275"/>
                </a:lnTo>
                <a:lnTo>
                  <a:pt x="5474999" y="4410494"/>
                </a:lnTo>
                <a:lnTo>
                  <a:pt x="5474637" y="4415047"/>
                </a:lnTo>
                <a:lnTo>
                  <a:pt x="5474608" y="4415276"/>
                </a:lnTo>
                <a:lnTo>
                  <a:pt x="5474008" y="4419686"/>
                </a:lnTo>
                <a:lnTo>
                  <a:pt x="5473970" y="4419914"/>
                </a:lnTo>
                <a:lnTo>
                  <a:pt x="5473122" y="4424182"/>
                </a:lnTo>
                <a:lnTo>
                  <a:pt x="5473065" y="4424420"/>
                </a:lnTo>
                <a:lnTo>
                  <a:pt x="5471970" y="4428525"/>
                </a:lnTo>
                <a:lnTo>
                  <a:pt x="5471893" y="4428773"/>
                </a:lnTo>
                <a:lnTo>
                  <a:pt x="5470560" y="4432735"/>
                </a:lnTo>
                <a:lnTo>
                  <a:pt x="5470465" y="4432983"/>
                </a:lnTo>
                <a:lnTo>
                  <a:pt x="5468893" y="4436802"/>
                </a:lnTo>
                <a:lnTo>
                  <a:pt x="5468779" y="4437040"/>
                </a:lnTo>
                <a:lnTo>
                  <a:pt x="5466959" y="4440707"/>
                </a:lnTo>
                <a:lnTo>
                  <a:pt x="5466826" y="4440946"/>
                </a:lnTo>
                <a:lnTo>
                  <a:pt x="5464769" y="4444460"/>
                </a:lnTo>
                <a:lnTo>
                  <a:pt x="5464616" y="4444689"/>
                </a:lnTo>
                <a:lnTo>
                  <a:pt x="5462311" y="4448061"/>
                </a:lnTo>
                <a:lnTo>
                  <a:pt x="5462149" y="4448280"/>
                </a:lnTo>
                <a:lnTo>
                  <a:pt x="5459606" y="4451490"/>
                </a:lnTo>
                <a:lnTo>
                  <a:pt x="5459425" y="4451699"/>
                </a:lnTo>
                <a:lnTo>
                  <a:pt x="5456634" y="4454757"/>
                </a:lnTo>
                <a:lnTo>
                  <a:pt x="5456453" y="4454947"/>
                </a:lnTo>
                <a:lnTo>
                  <a:pt x="5453424" y="4457862"/>
                </a:lnTo>
                <a:lnTo>
                  <a:pt x="5453234" y="4458033"/>
                </a:lnTo>
                <a:lnTo>
                  <a:pt x="5449957" y="4460796"/>
                </a:lnTo>
                <a:lnTo>
                  <a:pt x="5449767" y="4460948"/>
                </a:lnTo>
                <a:lnTo>
                  <a:pt x="5446243" y="4463567"/>
                </a:lnTo>
                <a:lnTo>
                  <a:pt x="5446062" y="4463701"/>
                </a:lnTo>
                <a:lnTo>
                  <a:pt x="5442299" y="4466168"/>
                </a:lnTo>
                <a:lnTo>
                  <a:pt x="5442109" y="4466282"/>
                </a:lnTo>
                <a:lnTo>
                  <a:pt x="5438108" y="4468597"/>
                </a:lnTo>
                <a:lnTo>
                  <a:pt x="5437927" y="4468692"/>
                </a:lnTo>
                <a:lnTo>
                  <a:pt x="5433679" y="4470864"/>
                </a:lnTo>
                <a:lnTo>
                  <a:pt x="5433498" y="4470949"/>
                </a:lnTo>
                <a:lnTo>
                  <a:pt x="5429012" y="4472969"/>
                </a:lnTo>
                <a:lnTo>
                  <a:pt x="5428840" y="4473035"/>
                </a:lnTo>
                <a:lnTo>
                  <a:pt x="5424106" y="4474902"/>
                </a:lnTo>
                <a:lnTo>
                  <a:pt x="5423954" y="4474969"/>
                </a:lnTo>
                <a:lnTo>
                  <a:pt x="5418973" y="4476683"/>
                </a:lnTo>
                <a:lnTo>
                  <a:pt x="5418830" y="4476731"/>
                </a:lnTo>
                <a:lnTo>
                  <a:pt x="5413610" y="4478303"/>
                </a:lnTo>
                <a:lnTo>
                  <a:pt x="5413467" y="4478341"/>
                </a:lnTo>
                <a:lnTo>
                  <a:pt x="5408000" y="4479760"/>
                </a:lnTo>
                <a:lnTo>
                  <a:pt x="5407866" y="4479798"/>
                </a:lnTo>
                <a:lnTo>
                  <a:pt x="5402170" y="4481065"/>
                </a:lnTo>
                <a:lnTo>
                  <a:pt x="5402037" y="4481093"/>
                </a:lnTo>
                <a:lnTo>
                  <a:pt x="5396093" y="4482217"/>
                </a:lnTo>
                <a:lnTo>
                  <a:pt x="5395979" y="4482236"/>
                </a:lnTo>
                <a:lnTo>
                  <a:pt x="5389788" y="4483208"/>
                </a:lnTo>
                <a:lnTo>
                  <a:pt x="5389674" y="4483227"/>
                </a:lnTo>
                <a:lnTo>
                  <a:pt x="5383244" y="4484046"/>
                </a:lnTo>
                <a:lnTo>
                  <a:pt x="5383139" y="4484056"/>
                </a:lnTo>
                <a:lnTo>
                  <a:pt x="5376462" y="4484732"/>
                </a:lnTo>
                <a:lnTo>
                  <a:pt x="5376367" y="4484741"/>
                </a:lnTo>
                <a:lnTo>
                  <a:pt x="5369452" y="4485265"/>
                </a:lnTo>
                <a:lnTo>
                  <a:pt x="5369357" y="4485265"/>
                </a:lnTo>
                <a:lnTo>
                  <a:pt x="5362204" y="4485637"/>
                </a:lnTo>
                <a:lnTo>
                  <a:pt x="5362118" y="4485646"/>
                </a:lnTo>
                <a:lnTo>
                  <a:pt x="5354717" y="4485865"/>
                </a:lnTo>
                <a:lnTo>
                  <a:pt x="5354631" y="4485865"/>
                </a:lnTo>
                <a:lnTo>
                  <a:pt x="5346992" y="4485942"/>
                </a:lnTo>
                <a:lnTo>
                  <a:pt x="5346954" y="4485942"/>
                </a:lnTo>
                <a:lnTo>
                  <a:pt x="128187" y="4485942"/>
                </a:lnTo>
              </a:path>
            </a:pathLst>
          </a:custGeom>
          <a:solidFill xmlns:a="http://schemas.openxmlformats.org/drawingml/2006/main">
            <a:srgbClr val="C4D2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ditable text: Multimodal instruction understanding">
            <a:extLst xmlns:a="http://schemas.openxmlformats.org/drawingml/2006/main">
              <a:ext uri="{FF2B5EF4-FFF2-40B4-BE49-F238E27FC236}">
                <a16:creationId xmlns:a16="http://schemas.microsoft.com/office/drawing/2014/main" id="{6AA1F1E5-AF6C-49E4-8361-69DD57AF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62" y="65203"/>
            <a:ext cx="4793449" cy="33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defPPr>
            <a:lvl1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1pPr>
            <a:lvl2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2pPr>
            <a:lvl3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3pPr>
            <a:lvl4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4pPr>
            <a:lvl5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5pPr>
            <a:lvl6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6pPr>
            <a:lvl7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7pPr>
            <a:lvl8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8pPr>
            <a:lvl9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96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pPr>
            <a:r>
              <a:rPr sz="2096" b="1" i="0">
                <a:solidFill>
                  <a:srgbClr val="4F786F"/>
                </a:solidFill>
                <a:latin typeface="Arial"/>
                <a:ea typeface="Arial"/>
                <a:cs typeface="Arial"/>
              </a:rPr>
              <a:t>Multimodal instruction understanding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9EF6A-BBE0-475D-8A9F-B249397A49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e66a42b764b2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5203" y="480060"/>
            <a:ext cx="2587752" cy="2236851"/>
          </a:xfrm>
          <a:prstGeom xmlns:a="http://schemas.openxmlformats.org/drawingml/2006/main" prst="rect">
            <a:avLst/>
          </a:prstGeom>
        </p:spPr>
      </p:pic>
      <p:sp>
        <p:nvSpPr>
          <p:cNvPr id="33" name="Editable frame or arrow 1649">
            <a:extLst xmlns:a="http://schemas.openxmlformats.org/drawingml/2006/main">
              <a:ext uri="{FF2B5EF4-FFF2-40B4-BE49-F238E27FC236}">
                <a16:creationId xmlns:a16="http://schemas.microsoft.com/office/drawing/2014/main" id="{CFE0C534-FFD0-407F-B358-B3411EDC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165" y="2745438"/>
            <a:ext cx="2588009" cy="467716"/>
          </a:xfrm>
          <a:custGeom xmlns:a="http://schemas.openxmlformats.org/drawingml/2006/main">
            <a:pathLst>
              <a:path w="2588009" h="467716">
                <a:moveTo>
                  <a:pt x="31947" y="467716"/>
                </a:moveTo>
                <a:lnTo>
                  <a:pt x="2556053" y="467716"/>
                </a:lnTo>
                <a:cubicBezTo>
                  <a:pt x="2577360" y="467716"/>
                  <a:pt x="2588009" y="453542"/>
                  <a:pt x="2588009" y="425196"/>
                </a:cubicBezTo>
                <a:lnTo>
                  <a:pt x="2588009" y="42520"/>
                </a:lnTo>
                <a:cubicBezTo>
                  <a:pt x="2588009" y="14173"/>
                  <a:pt x="2577360" y="0"/>
                  <a:pt x="2556053" y="0"/>
                </a:cubicBezTo>
                <a:lnTo>
                  <a:pt x="31947" y="0"/>
                </a:lnTo>
                <a:cubicBezTo>
                  <a:pt x="10649" y="0"/>
                  <a:pt x="0" y="14173"/>
                  <a:pt x="0" y="42520"/>
                </a:cubicBezTo>
                <a:lnTo>
                  <a:pt x="0" y="425196"/>
                </a:lnTo>
                <a:cubicBezTo>
                  <a:pt x="0" y="453542"/>
                  <a:pt x="10649" y="467716"/>
                  <a:pt x="31947" y="467716"/>
                </a:cubicBezTo>
              </a:path>
            </a:pathLst>
          </a:custGeom>
          <a:solidFill xmlns:a="http://schemas.openxmlformats.org/drawingml/2006/main">
            <a:srgbClr val="FA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7EF07D33-E5CC-4C5D-8F65-20C5F495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04" y="2746215"/>
            <a:ext cx="754185" cy="18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196" b="1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35" name="Editable text: Put bowl ">
            <a:extLst xmlns:a="http://schemas.openxmlformats.org/drawingml/2006/main">
              <a:ext uri="{FF2B5EF4-FFF2-40B4-BE49-F238E27FC236}">
                <a16:creationId xmlns:a16="http://schemas.microsoft.com/office/drawing/2014/main" id="{F0007B48-24AE-42AD-A519-FB265070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04" y="2900372"/>
            <a:ext cx="9496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Put bowl </a:t>
            </a:r>
          </a:p>
        </p:txBody>
      </p:sp>
      <p:sp>
        <p:nvSpPr>
          <p:cNvPr id="36" name="Editable frame or arrow 1713">
            <a:extLst xmlns:a="http://schemas.openxmlformats.org/drawingml/2006/main">
              <a:ext uri="{FF2B5EF4-FFF2-40B4-BE49-F238E27FC236}">
                <a16:creationId xmlns:a16="http://schemas.microsoft.com/office/drawing/2014/main" id="{880B35FA-4C13-494D-95FE-0BEDA649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621" y="2737637"/>
            <a:ext cx="2593677" cy="467725"/>
          </a:xfrm>
          <a:custGeom xmlns:a="http://schemas.openxmlformats.org/drawingml/2006/main">
            <a:pathLst>
              <a:path w="2593677" h="467725">
                <a:moveTo>
                  <a:pt x="32023" y="467725"/>
                </a:moveTo>
                <a:lnTo>
                  <a:pt x="2561653" y="467725"/>
                </a:lnTo>
                <a:cubicBezTo>
                  <a:pt x="2583009" y="467725"/>
                  <a:pt x="2593677" y="453552"/>
                  <a:pt x="2593677" y="425206"/>
                </a:cubicBezTo>
                <a:lnTo>
                  <a:pt x="2593677" y="42520"/>
                </a:lnTo>
                <a:cubicBezTo>
                  <a:pt x="2593677" y="14173"/>
                  <a:pt x="2583009" y="0"/>
                  <a:pt x="2561653" y="0"/>
                </a:cubicBezTo>
                <a:lnTo>
                  <a:pt x="32023" y="0"/>
                </a:lnTo>
                <a:cubicBezTo>
                  <a:pt x="10678" y="0"/>
                  <a:pt x="0" y="14173"/>
                  <a:pt x="0" y="42520"/>
                </a:cubicBezTo>
                <a:lnTo>
                  <a:pt x="0" y="425206"/>
                </a:lnTo>
                <a:cubicBezTo>
                  <a:pt x="0" y="453552"/>
                  <a:pt x="10678" y="467725"/>
                  <a:pt x="32023" y="467725"/>
                </a:cubicBezTo>
              </a:path>
            </a:pathLst>
          </a:custGeom>
          <a:solidFill xmlns:a="http://schemas.openxmlformats.org/drawingml/2006/main">
            <a:srgbClr val="F0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 text: CHANGED">
            <a:extLst xmlns:a="http://schemas.openxmlformats.org/drawingml/2006/main">
              <a:ext uri="{FF2B5EF4-FFF2-40B4-BE49-F238E27FC236}">
                <a16:creationId xmlns:a16="http://schemas.microsoft.com/office/drawing/2014/main" id="{D0C5652D-5DE3-439C-9AF2-4E331387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660" y="2738414"/>
            <a:ext cx="779296" cy="18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196" b="1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CHANGED</a:t>
            </a:r>
          </a:p>
        </p:txBody>
      </p:sp>
      <p:sp>
        <p:nvSpPr>
          <p:cNvPr id="38" name="Editable text: Put bowl ">
            <a:extLst xmlns:a="http://schemas.openxmlformats.org/drawingml/2006/main">
              <a:ext uri="{FF2B5EF4-FFF2-40B4-BE49-F238E27FC236}">
                <a16:creationId xmlns:a16="http://schemas.microsoft.com/office/drawing/2014/main" id="{AF8A4774-2C49-42FA-8331-47191E5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660" y="2892581"/>
            <a:ext cx="9496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Put bowl </a:t>
            </a:r>
          </a:p>
        </p:txBody>
      </p:sp>
      <p:sp>
        <p:nvSpPr>
          <p:cNvPr id="39" name="Editable text: in red circle">
            <a:extLst xmlns:a="http://schemas.openxmlformats.org/drawingml/2006/main">
              <a:ext uri="{FF2B5EF4-FFF2-40B4-BE49-F238E27FC236}">
                <a16:creationId xmlns:a16="http://schemas.microsoft.com/office/drawing/2014/main" id="{708C58F1-CB6C-474B-B9FF-E6C1A97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494" y="2892581"/>
            <a:ext cx="1292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786F"/>
                </a:solidFill>
                <a:latin typeface="Arial"/>
                <a:ea typeface="Arial"/>
                <a:cs typeface="Arial"/>
              </a:rPr>
              <a:t>in red circle</a:t>
            </a:r>
          </a:p>
        </p:txBody>
      </p:sp>
      <p:sp>
        <p:nvSpPr>
          <p:cNvPr id="40" name="Editable bar or color block 1804">
            <a:extLst xmlns:a="http://schemas.openxmlformats.org/drawingml/2006/main">
              <a:ext uri="{FF2B5EF4-FFF2-40B4-BE49-F238E27FC236}">
                <a16:creationId xmlns:a16="http://schemas.microsoft.com/office/drawing/2014/main" id="{3452196E-5320-467F-9B0A-B08FBB8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02" y="4187542"/>
            <a:ext cx="5256095" cy="1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1B98F2DC-F25C-4EFA-82DC-2C4074EC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537" y="4206159"/>
            <a:ext cx="66533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42" name="Editable text: Changed">
            <a:extLst xmlns:a="http://schemas.openxmlformats.org/drawingml/2006/main">
              <a:ext uri="{FF2B5EF4-FFF2-40B4-BE49-F238E27FC236}">
                <a16:creationId xmlns:a16="http://schemas.microsoft.com/office/drawing/2014/main" id="{2C12BA5C-F81D-4229-A639-64E369E2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204" y="4206159"/>
            <a:ext cx="781980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Changed</a:t>
            </a:r>
          </a:p>
        </p:txBody>
      </p:sp>
      <p:sp>
        <p:nvSpPr>
          <p:cNvPr id="43" name="Editable bar or color block 1860">
            <a:extLst xmlns:a="http://schemas.openxmlformats.org/drawingml/2006/main">
              <a:ext uri="{FF2B5EF4-FFF2-40B4-BE49-F238E27FC236}">
                <a16:creationId xmlns:a16="http://schemas.microsoft.com/office/drawing/2014/main" id="{4058A470-E00E-4BFD-B05A-10448DAB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566" y="3528517"/>
            <a:ext cx="374885" cy="656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ditable bar or color block 1870">
            <a:extLst xmlns:a="http://schemas.openxmlformats.org/drawingml/2006/main">
              <a:ext uri="{FF2B5EF4-FFF2-40B4-BE49-F238E27FC236}">
                <a16:creationId xmlns:a16="http://schemas.microsoft.com/office/drawing/2014/main" id="{E4DB6090-FFD9-403A-816F-7521CC05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591" y="3532765"/>
            <a:ext cx="374875" cy="665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Editable bar or color block 1880">
            <a:extLst xmlns:a="http://schemas.openxmlformats.org/drawingml/2006/main">
              <a:ext uri="{FF2B5EF4-FFF2-40B4-BE49-F238E27FC236}">
                <a16:creationId xmlns:a16="http://schemas.microsoft.com/office/drawing/2014/main" id="{59D5C24F-F436-4AA9-9D00-467FB7C4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222" y="3607889"/>
            <a:ext cx="374171" cy="590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Editable text: 99">
            <a:extLst xmlns:a="http://schemas.openxmlformats.org/drawingml/2006/main">
              <a:ext uri="{FF2B5EF4-FFF2-40B4-BE49-F238E27FC236}">
                <a16:creationId xmlns:a16="http://schemas.microsoft.com/office/drawing/2014/main" id="{AB528DD6-B025-4EB4-9924-D876372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048" y="3206158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47" name="Editable bar or color block 1902">
            <a:extLst xmlns:a="http://schemas.openxmlformats.org/drawingml/2006/main">
              <a:ext uri="{FF2B5EF4-FFF2-40B4-BE49-F238E27FC236}">
                <a16:creationId xmlns:a16="http://schemas.microsoft.com/office/drawing/2014/main" id="{8CE2D361-A0CD-41AC-9BCB-775686C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5699" y="4031675"/>
            <a:ext cx="374875" cy="1495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Editable bar or color block 1912">
            <a:extLst xmlns:a="http://schemas.openxmlformats.org/drawingml/2006/main">
              <a:ext uri="{FF2B5EF4-FFF2-40B4-BE49-F238E27FC236}">
                <a16:creationId xmlns:a16="http://schemas.microsoft.com/office/drawing/2014/main" id="{B143B73E-C27B-43C2-84B1-B5A41F33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714" y="4113171"/>
            <a:ext cx="374885" cy="85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Editable bar or color block 1922">
            <a:extLst xmlns:a="http://schemas.openxmlformats.org/drawingml/2006/main">
              <a:ext uri="{FF2B5EF4-FFF2-40B4-BE49-F238E27FC236}">
                <a16:creationId xmlns:a16="http://schemas.microsoft.com/office/drawing/2014/main" id="{65699BE8-25A7-4C9B-9202-9852F803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355" y="4079157"/>
            <a:ext cx="374161" cy="119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0083C527-1FE2-42D4-9F18-242CA52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198" y="4206159"/>
            <a:ext cx="66533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51" name="Editable bar or color block 1956">
            <a:extLst xmlns:a="http://schemas.openxmlformats.org/drawingml/2006/main">
              <a:ext uri="{FF2B5EF4-FFF2-40B4-BE49-F238E27FC236}">
                <a16:creationId xmlns:a16="http://schemas.microsoft.com/office/drawing/2014/main" id="{100995EE-68B9-4ECC-AA6D-565DF6E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377" y="3923957"/>
            <a:ext cx="374875" cy="2565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ditable text: 5">
            <a:extLst xmlns:a="http://schemas.openxmlformats.org/drawingml/2006/main">
              <a:ext uri="{FF2B5EF4-FFF2-40B4-BE49-F238E27FC236}">
                <a16:creationId xmlns:a16="http://schemas.microsoft.com/office/drawing/2014/main" id="{44019F81-CF72-454F-9CB2-BA743CA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861" y="3724194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3" name="Editable text: 21">
            <a:extLst xmlns:a="http://schemas.openxmlformats.org/drawingml/2006/main">
              <a:ext uri="{FF2B5EF4-FFF2-40B4-BE49-F238E27FC236}">
                <a16:creationId xmlns:a16="http://schemas.microsoft.com/office/drawing/2014/main" id="{26AF2A00-1EC6-4A25-BB16-9393ECFF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685" y="3617190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4" name="Editable frame or arrow 1996">
            <a:extLst xmlns:a="http://schemas.openxmlformats.org/drawingml/2006/main">
              <a:ext uri="{FF2B5EF4-FFF2-40B4-BE49-F238E27FC236}">
                <a16:creationId xmlns:a16="http://schemas.microsoft.com/office/drawing/2014/main" id="{87349A6E-8C85-4A7D-B111-D733B6C6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9686" y="18469"/>
            <a:ext cx="5572154" cy="4478798"/>
          </a:xfrm>
          <a:custGeom xmlns:a="http://schemas.openxmlformats.org/drawingml/2006/main">
            <a:pathLst>
              <a:path w="5572154" h="4478798">
                <a:moveTo>
                  <a:pt x="126635" y="4478798"/>
                </a:moveTo>
                <a:lnTo>
                  <a:pt x="5445509" y="4478798"/>
                </a:lnTo>
                <a:cubicBezTo>
                  <a:pt x="5529939" y="4478798"/>
                  <a:pt x="5572154" y="4453280"/>
                  <a:pt x="5572154" y="4402236"/>
                </a:cubicBezTo>
                <a:lnTo>
                  <a:pt x="5572154" y="76562"/>
                </a:lnTo>
                <a:cubicBezTo>
                  <a:pt x="5572154" y="25517"/>
                  <a:pt x="5529939" y="0"/>
                  <a:pt x="5445509" y="0"/>
                </a:cubicBezTo>
                <a:lnTo>
                  <a:pt x="126635" y="0"/>
                </a:lnTo>
                <a:cubicBezTo>
                  <a:pt x="42205" y="0"/>
                  <a:pt x="0" y="25517"/>
                  <a:pt x="0" y="76562"/>
                </a:cubicBezTo>
                <a:lnTo>
                  <a:pt x="0" y="4402236"/>
                </a:lnTo>
                <a:cubicBezTo>
                  <a:pt x="0" y="4453280"/>
                  <a:pt x="42205" y="4478798"/>
                  <a:pt x="126635" y="44787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Editable frame or arrow 2532">
            <a:extLst xmlns:a="http://schemas.openxmlformats.org/drawingml/2006/main">
              <a:ext uri="{FF2B5EF4-FFF2-40B4-BE49-F238E27FC236}">
                <a16:creationId xmlns:a16="http://schemas.microsoft.com/office/drawing/2014/main" id="{BD0C834D-6783-4D3D-81A6-A864FAC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753" y="14545"/>
            <a:ext cx="5579697" cy="4486656"/>
          </a:xfrm>
          <a:custGeom xmlns:a="http://schemas.openxmlformats.org/drawingml/2006/main">
            <a:pathLst>
              <a:path w="5579697" h="4486656">
                <a:moveTo>
                  <a:pt x="5449443" y="4478798"/>
                </a:moveTo>
                <a:lnTo>
                  <a:pt x="5449414" y="4478798"/>
                </a:lnTo>
                <a:lnTo>
                  <a:pt x="5457206" y="4478722"/>
                </a:lnTo>
                <a:lnTo>
                  <a:pt x="5457120" y="4478722"/>
                </a:lnTo>
                <a:lnTo>
                  <a:pt x="5464664" y="4478503"/>
                </a:lnTo>
                <a:lnTo>
                  <a:pt x="5464578" y="4478503"/>
                </a:lnTo>
                <a:lnTo>
                  <a:pt x="5471874" y="4478131"/>
                </a:lnTo>
                <a:lnTo>
                  <a:pt x="5471789" y="4478131"/>
                </a:lnTo>
                <a:lnTo>
                  <a:pt x="5478837" y="4477607"/>
                </a:lnTo>
                <a:lnTo>
                  <a:pt x="5478742" y="4477617"/>
                </a:lnTo>
                <a:lnTo>
                  <a:pt x="5485543" y="4476950"/>
                </a:lnTo>
                <a:lnTo>
                  <a:pt x="5485438" y="4476960"/>
                </a:lnTo>
                <a:lnTo>
                  <a:pt x="5491991" y="4476131"/>
                </a:lnTo>
                <a:lnTo>
                  <a:pt x="5491886" y="4476150"/>
                </a:lnTo>
                <a:lnTo>
                  <a:pt x="5498192" y="4475178"/>
                </a:lnTo>
                <a:lnTo>
                  <a:pt x="5498078" y="4475197"/>
                </a:lnTo>
                <a:lnTo>
                  <a:pt x="5504136" y="4474073"/>
                </a:lnTo>
                <a:lnTo>
                  <a:pt x="5504012" y="4474102"/>
                </a:lnTo>
                <a:lnTo>
                  <a:pt x="5509822" y="4472835"/>
                </a:lnTo>
                <a:lnTo>
                  <a:pt x="5509698" y="4472864"/>
                </a:lnTo>
                <a:lnTo>
                  <a:pt x="5515261" y="4471445"/>
                </a:lnTo>
                <a:lnTo>
                  <a:pt x="5515118" y="4471483"/>
                </a:lnTo>
                <a:lnTo>
                  <a:pt x="5520433" y="4469911"/>
                </a:lnTo>
                <a:lnTo>
                  <a:pt x="5520290" y="4469959"/>
                </a:lnTo>
                <a:lnTo>
                  <a:pt x="5525357" y="4468235"/>
                </a:lnTo>
                <a:lnTo>
                  <a:pt x="5525195" y="4468292"/>
                </a:lnTo>
                <a:lnTo>
                  <a:pt x="5530025" y="4466425"/>
                </a:lnTo>
                <a:lnTo>
                  <a:pt x="5529853" y="4466492"/>
                </a:lnTo>
                <a:lnTo>
                  <a:pt x="5534435" y="4464472"/>
                </a:lnTo>
                <a:lnTo>
                  <a:pt x="5534254" y="4464558"/>
                </a:lnTo>
                <a:lnTo>
                  <a:pt x="5538587" y="4462386"/>
                </a:lnTo>
                <a:lnTo>
                  <a:pt x="5538407" y="4462491"/>
                </a:lnTo>
                <a:lnTo>
                  <a:pt x="5542493" y="4460167"/>
                </a:lnTo>
                <a:lnTo>
                  <a:pt x="5542302" y="4460281"/>
                </a:lnTo>
                <a:lnTo>
                  <a:pt x="5546131" y="4457814"/>
                </a:lnTo>
                <a:lnTo>
                  <a:pt x="5545950" y="4457948"/>
                </a:lnTo>
                <a:lnTo>
                  <a:pt x="5549532" y="4455328"/>
                </a:lnTo>
                <a:lnTo>
                  <a:pt x="5549341" y="4455471"/>
                </a:lnTo>
                <a:lnTo>
                  <a:pt x="5552684" y="4452709"/>
                </a:lnTo>
                <a:lnTo>
                  <a:pt x="5552494" y="4452880"/>
                </a:lnTo>
                <a:lnTo>
                  <a:pt x="5555580" y="4449956"/>
                </a:lnTo>
                <a:lnTo>
                  <a:pt x="5555399" y="4450147"/>
                </a:lnTo>
                <a:lnTo>
                  <a:pt x="5558247" y="4447080"/>
                </a:lnTo>
                <a:lnTo>
                  <a:pt x="5558066" y="4447280"/>
                </a:lnTo>
                <a:lnTo>
                  <a:pt x="5560666" y="4444070"/>
                </a:lnTo>
                <a:lnTo>
                  <a:pt x="5560495" y="4444289"/>
                </a:lnTo>
                <a:lnTo>
                  <a:pt x="5562848" y="4440926"/>
                </a:lnTo>
                <a:lnTo>
                  <a:pt x="5562695" y="4441155"/>
                </a:lnTo>
                <a:lnTo>
                  <a:pt x="5564800" y="4437640"/>
                </a:lnTo>
                <a:lnTo>
                  <a:pt x="5564667" y="4437888"/>
                </a:lnTo>
                <a:lnTo>
                  <a:pt x="5566524" y="4434221"/>
                </a:lnTo>
                <a:lnTo>
                  <a:pt x="5566410" y="4434469"/>
                </a:lnTo>
                <a:lnTo>
                  <a:pt x="5568010" y="4430659"/>
                </a:lnTo>
                <a:lnTo>
                  <a:pt x="5567915" y="4430906"/>
                </a:lnTo>
                <a:lnTo>
                  <a:pt x="5569277" y="4426944"/>
                </a:lnTo>
                <a:lnTo>
                  <a:pt x="5569201" y="4427191"/>
                </a:lnTo>
                <a:lnTo>
                  <a:pt x="5570315" y="4423086"/>
                </a:lnTo>
                <a:lnTo>
                  <a:pt x="5570258" y="4423324"/>
                </a:lnTo>
                <a:lnTo>
                  <a:pt x="5571125" y="4419067"/>
                </a:lnTo>
                <a:lnTo>
                  <a:pt x="5571087" y="4419305"/>
                </a:lnTo>
                <a:lnTo>
                  <a:pt x="5571706" y="4414895"/>
                </a:lnTo>
                <a:lnTo>
                  <a:pt x="5571677" y="4415114"/>
                </a:lnTo>
                <a:lnTo>
                  <a:pt x="5572049" y="4410561"/>
                </a:lnTo>
                <a:lnTo>
                  <a:pt x="5572039" y="4410770"/>
                </a:lnTo>
                <a:lnTo>
                  <a:pt x="5572163" y="4406065"/>
                </a:lnTo>
                <a:lnTo>
                  <a:pt x="5572154" y="4406160"/>
                </a:lnTo>
                <a:lnTo>
                  <a:pt x="5572154" y="80486"/>
                </a:lnTo>
                <a:lnTo>
                  <a:pt x="5572163" y="80591"/>
                </a:lnTo>
                <a:lnTo>
                  <a:pt x="5572039" y="75876"/>
                </a:lnTo>
                <a:lnTo>
                  <a:pt x="5572049" y="76095"/>
                </a:lnTo>
                <a:lnTo>
                  <a:pt x="5571677" y="71533"/>
                </a:lnTo>
                <a:lnTo>
                  <a:pt x="5571706" y="71761"/>
                </a:lnTo>
                <a:lnTo>
                  <a:pt x="5571087" y="67351"/>
                </a:lnTo>
                <a:lnTo>
                  <a:pt x="5571125" y="67589"/>
                </a:lnTo>
                <a:lnTo>
                  <a:pt x="5570258" y="63322"/>
                </a:lnTo>
                <a:lnTo>
                  <a:pt x="5570315" y="63570"/>
                </a:lnTo>
                <a:lnTo>
                  <a:pt x="5569201" y="59455"/>
                </a:lnTo>
                <a:lnTo>
                  <a:pt x="5569277" y="59703"/>
                </a:lnTo>
                <a:lnTo>
                  <a:pt x="5567915" y="55740"/>
                </a:lnTo>
                <a:lnTo>
                  <a:pt x="5568010" y="55997"/>
                </a:lnTo>
                <a:lnTo>
                  <a:pt x="5566410" y="52178"/>
                </a:lnTo>
                <a:lnTo>
                  <a:pt x="5566524" y="52426"/>
                </a:lnTo>
                <a:lnTo>
                  <a:pt x="5564667" y="48768"/>
                </a:lnTo>
                <a:lnTo>
                  <a:pt x="5564800" y="49006"/>
                </a:lnTo>
                <a:lnTo>
                  <a:pt x="5562695" y="45491"/>
                </a:lnTo>
                <a:lnTo>
                  <a:pt x="5562848" y="45730"/>
                </a:lnTo>
                <a:lnTo>
                  <a:pt x="5560495" y="42358"/>
                </a:lnTo>
                <a:lnTo>
                  <a:pt x="5560666" y="42577"/>
                </a:lnTo>
                <a:lnTo>
                  <a:pt x="5558066" y="39367"/>
                </a:lnTo>
                <a:lnTo>
                  <a:pt x="5558247" y="39567"/>
                </a:lnTo>
                <a:lnTo>
                  <a:pt x="5555399" y="36500"/>
                </a:lnTo>
                <a:lnTo>
                  <a:pt x="5555580" y="36690"/>
                </a:lnTo>
                <a:lnTo>
                  <a:pt x="5552494" y="33776"/>
                </a:lnTo>
                <a:lnTo>
                  <a:pt x="5552684" y="33938"/>
                </a:lnTo>
                <a:lnTo>
                  <a:pt x="5549341" y="31175"/>
                </a:lnTo>
                <a:lnTo>
                  <a:pt x="5549532" y="31328"/>
                </a:lnTo>
                <a:lnTo>
                  <a:pt x="5545950" y="28708"/>
                </a:lnTo>
                <a:lnTo>
                  <a:pt x="5546131" y="28832"/>
                </a:lnTo>
                <a:lnTo>
                  <a:pt x="5542302" y="26365"/>
                </a:lnTo>
                <a:lnTo>
                  <a:pt x="5542493" y="26479"/>
                </a:lnTo>
                <a:lnTo>
                  <a:pt x="5538407" y="24165"/>
                </a:lnTo>
                <a:lnTo>
                  <a:pt x="5538587" y="24260"/>
                </a:lnTo>
                <a:lnTo>
                  <a:pt x="5534254" y="22088"/>
                </a:lnTo>
                <a:lnTo>
                  <a:pt x="5534435" y="22174"/>
                </a:lnTo>
                <a:lnTo>
                  <a:pt x="5529853" y="20155"/>
                </a:lnTo>
                <a:lnTo>
                  <a:pt x="5530025" y="20222"/>
                </a:lnTo>
                <a:lnTo>
                  <a:pt x="5525195" y="18355"/>
                </a:lnTo>
                <a:lnTo>
                  <a:pt x="5525357" y="18412"/>
                </a:lnTo>
                <a:lnTo>
                  <a:pt x="5520290" y="16688"/>
                </a:lnTo>
                <a:lnTo>
                  <a:pt x="5520433" y="16735"/>
                </a:lnTo>
                <a:lnTo>
                  <a:pt x="5515118" y="15173"/>
                </a:lnTo>
                <a:lnTo>
                  <a:pt x="5515261" y="15211"/>
                </a:lnTo>
                <a:lnTo>
                  <a:pt x="5509698" y="13792"/>
                </a:lnTo>
                <a:lnTo>
                  <a:pt x="5509822" y="13821"/>
                </a:lnTo>
                <a:lnTo>
                  <a:pt x="5504012" y="12544"/>
                </a:lnTo>
                <a:lnTo>
                  <a:pt x="5504136" y="12573"/>
                </a:lnTo>
                <a:lnTo>
                  <a:pt x="5498078" y="11449"/>
                </a:lnTo>
                <a:lnTo>
                  <a:pt x="5498192" y="11468"/>
                </a:lnTo>
                <a:lnTo>
                  <a:pt x="5491886" y="10497"/>
                </a:lnTo>
                <a:lnTo>
                  <a:pt x="5491991" y="10516"/>
                </a:lnTo>
                <a:lnTo>
                  <a:pt x="5485438" y="9696"/>
                </a:lnTo>
                <a:lnTo>
                  <a:pt x="5485543" y="9706"/>
                </a:lnTo>
                <a:lnTo>
                  <a:pt x="5478742" y="9030"/>
                </a:lnTo>
                <a:lnTo>
                  <a:pt x="5478837" y="9039"/>
                </a:lnTo>
                <a:lnTo>
                  <a:pt x="5471789" y="8515"/>
                </a:lnTo>
                <a:lnTo>
                  <a:pt x="5471874" y="8525"/>
                </a:lnTo>
                <a:lnTo>
                  <a:pt x="5464578" y="8144"/>
                </a:lnTo>
                <a:lnTo>
                  <a:pt x="5464664" y="8153"/>
                </a:lnTo>
                <a:lnTo>
                  <a:pt x="5457120" y="7925"/>
                </a:lnTo>
                <a:lnTo>
                  <a:pt x="5457206" y="7925"/>
                </a:lnTo>
                <a:lnTo>
                  <a:pt x="5449414" y="7858"/>
                </a:lnTo>
                <a:lnTo>
                  <a:pt x="5449443" y="7858"/>
                </a:lnTo>
                <a:lnTo>
                  <a:pt x="130569" y="7858"/>
                </a:lnTo>
                <a:lnTo>
                  <a:pt x="130607" y="7858"/>
                </a:lnTo>
                <a:lnTo>
                  <a:pt x="122815" y="7925"/>
                </a:lnTo>
                <a:lnTo>
                  <a:pt x="122892" y="7925"/>
                </a:lnTo>
                <a:lnTo>
                  <a:pt x="115348" y="8153"/>
                </a:lnTo>
                <a:lnTo>
                  <a:pt x="115433" y="8144"/>
                </a:lnTo>
                <a:lnTo>
                  <a:pt x="108137" y="8525"/>
                </a:lnTo>
                <a:lnTo>
                  <a:pt x="108233" y="8515"/>
                </a:lnTo>
                <a:lnTo>
                  <a:pt x="101184" y="9039"/>
                </a:lnTo>
                <a:lnTo>
                  <a:pt x="101279" y="9030"/>
                </a:lnTo>
                <a:lnTo>
                  <a:pt x="94469" y="9706"/>
                </a:lnTo>
                <a:lnTo>
                  <a:pt x="94574" y="9696"/>
                </a:lnTo>
                <a:lnTo>
                  <a:pt x="88021" y="10516"/>
                </a:lnTo>
                <a:lnTo>
                  <a:pt x="88135" y="10497"/>
                </a:lnTo>
                <a:lnTo>
                  <a:pt x="81820" y="11468"/>
                </a:lnTo>
                <a:lnTo>
                  <a:pt x="81944" y="11449"/>
                </a:lnTo>
                <a:lnTo>
                  <a:pt x="75876" y="12573"/>
                </a:lnTo>
                <a:lnTo>
                  <a:pt x="76000" y="12544"/>
                </a:lnTo>
                <a:lnTo>
                  <a:pt x="70190" y="13821"/>
                </a:lnTo>
                <a:lnTo>
                  <a:pt x="70323" y="13792"/>
                </a:lnTo>
                <a:lnTo>
                  <a:pt x="64760" y="15211"/>
                </a:lnTo>
                <a:lnTo>
                  <a:pt x="64903" y="15173"/>
                </a:lnTo>
                <a:lnTo>
                  <a:pt x="59579" y="16735"/>
                </a:lnTo>
                <a:lnTo>
                  <a:pt x="59731" y="16688"/>
                </a:lnTo>
                <a:lnTo>
                  <a:pt x="54664" y="18412"/>
                </a:lnTo>
                <a:lnTo>
                  <a:pt x="54816" y="18355"/>
                </a:lnTo>
                <a:lnTo>
                  <a:pt x="49997" y="20222"/>
                </a:lnTo>
                <a:lnTo>
                  <a:pt x="50159" y="20155"/>
                </a:lnTo>
                <a:lnTo>
                  <a:pt x="45587" y="22174"/>
                </a:lnTo>
                <a:lnTo>
                  <a:pt x="45758" y="22088"/>
                </a:lnTo>
                <a:lnTo>
                  <a:pt x="41434" y="24260"/>
                </a:lnTo>
                <a:lnTo>
                  <a:pt x="41615" y="24165"/>
                </a:lnTo>
                <a:lnTo>
                  <a:pt x="37529" y="26479"/>
                </a:lnTo>
                <a:lnTo>
                  <a:pt x="37719" y="26365"/>
                </a:lnTo>
                <a:lnTo>
                  <a:pt x="33880" y="28832"/>
                </a:lnTo>
                <a:lnTo>
                  <a:pt x="34071" y="28708"/>
                </a:lnTo>
                <a:lnTo>
                  <a:pt x="30490" y="31328"/>
                </a:lnTo>
                <a:lnTo>
                  <a:pt x="30680" y="31175"/>
                </a:lnTo>
                <a:lnTo>
                  <a:pt x="27337" y="33938"/>
                </a:lnTo>
                <a:lnTo>
                  <a:pt x="27527" y="33776"/>
                </a:lnTo>
                <a:lnTo>
                  <a:pt x="24432" y="36690"/>
                </a:lnTo>
                <a:lnTo>
                  <a:pt x="24622" y="36500"/>
                </a:lnTo>
                <a:lnTo>
                  <a:pt x="21774" y="39567"/>
                </a:lnTo>
                <a:lnTo>
                  <a:pt x="21955" y="39367"/>
                </a:lnTo>
                <a:lnTo>
                  <a:pt x="19355" y="42577"/>
                </a:lnTo>
                <a:lnTo>
                  <a:pt x="19517" y="42358"/>
                </a:lnTo>
                <a:lnTo>
                  <a:pt x="17164" y="45730"/>
                </a:lnTo>
                <a:lnTo>
                  <a:pt x="17316" y="45491"/>
                </a:lnTo>
                <a:lnTo>
                  <a:pt x="15211" y="49006"/>
                </a:lnTo>
                <a:lnTo>
                  <a:pt x="15354" y="48768"/>
                </a:lnTo>
                <a:lnTo>
                  <a:pt x="13497" y="52426"/>
                </a:lnTo>
                <a:lnTo>
                  <a:pt x="13611" y="52178"/>
                </a:lnTo>
                <a:lnTo>
                  <a:pt x="12001" y="55997"/>
                </a:lnTo>
                <a:lnTo>
                  <a:pt x="12097" y="55740"/>
                </a:lnTo>
                <a:lnTo>
                  <a:pt x="10735" y="59703"/>
                </a:lnTo>
                <a:lnTo>
                  <a:pt x="10811" y="59455"/>
                </a:lnTo>
                <a:lnTo>
                  <a:pt x="9696" y="63570"/>
                </a:lnTo>
                <a:lnTo>
                  <a:pt x="9754" y="63322"/>
                </a:lnTo>
                <a:lnTo>
                  <a:pt x="8896" y="67589"/>
                </a:lnTo>
                <a:lnTo>
                  <a:pt x="8934" y="67351"/>
                </a:lnTo>
                <a:lnTo>
                  <a:pt x="8315" y="71761"/>
                </a:lnTo>
                <a:lnTo>
                  <a:pt x="8344" y="71533"/>
                </a:lnTo>
                <a:lnTo>
                  <a:pt x="7972" y="76095"/>
                </a:lnTo>
                <a:lnTo>
                  <a:pt x="7982" y="75876"/>
                </a:lnTo>
                <a:lnTo>
                  <a:pt x="7858" y="80591"/>
                </a:lnTo>
                <a:lnTo>
                  <a:pt x="7858" y="80486"/>
                </a:lnTo>
                <a:lnTo>
                  <a:pt x="7858" y="4406160"/>
                </a:lnTo>
                <a:lnTo>
                  <a:pt x="7858" y="4406065"/>
                </a:lnTo>
                <a:lnTo>
                  <a:pt x="7982" y="4410770"/>
                </a:lnTo>
                <a:lnTo>
                  <a:pt x="7972" y="4410561"/>
                </a:lnTo>
                <a:lnTo>
                  <a:pt x="8344" y="4415114"/>
                </a:lnTo>
                <a:lnTo>
                  <a:pt x="8315" y="4414895"/>
                </a:lnTo>
                <a:lnTo>
                  <a:pt x="8934" y="4419305"/>
                </a:lnTo>
                <a:lnTo>
                  <a:pt x="8896" y="4419067"/>
                </a:lnTo>
                <a:lnTo>
                  <a:pt x="9754" y="4423324"/>
                </a:lnTo>
                <a:lnTo>
                  <a:pt x="9696" y="4423086"/>
                </a:lnTo>
                <a:lnTo>
                  <a:pt x="10811" y="4427191"/>
                </a:lnTo>
                <a:lnTo>
                  <a:pt x="10735" y="4426944"/>
                </a:lnTo>
                <a:lnTo>
                  <a:pt x="12097" y="4430906"/>
                </a:lnTo>
                <a:lnTo>
                  <a:pt x="12001" y="4430659"/>
                </a:lnTo>
                <a:lnTo>
                  <a:pt x="13611" y="4434469"/>
                </a:lnTo>
                <a:lnTo>
                  <a:pt x="13497" y="4434221"/>
                </a:lnTo>
                <a:lnTo>
                  <a:pt x="15354" y="4437888"/>
                </a:lnTo>
                <a:lnTo>
                  <a:pt x="15211" y="4437640"/>
                </a:lnTo>
                <a:lnTo>
                  <a:pt x="17316" y="4441155"/>
                </a:lnTo>
                <a:lnTo>
                  <a:pt x="17164" y="4440926"/>
                </a:lnTo>
                <a:lnTo>
                  <a:pt x="19517" y="4444289"/>
                </a:lnTo>
                <a:lnTo>
                  <a:pt x="19355" y="4444070"/>
                </a:lnTo>
                <a:lnTo>
                  <a:pt x="21955" y="4447280"/>
                </a:lnTo>
                <a:lnTo>
                  <a:pt x="21774" y="4447080"/>
                </a:lnTo>
                <a:lnTo>
                  <a:pt x="24622" y="4450147"/>
                </a:lnTo>
                <a:lnTo>
                  <a:pt x="24432" y="4449956"/>
                </a:lnTo>
                <a:lnTo>
                  <a:pt x="27527" y="4452880"/>
                </a:lnTo>
                <a:lnTo>
                  <a:pt x="27337" y="4452709"/>
                </a:lnTo>
                <a:lnTo>
                  <a:pt x="30680" y="4455471"/>
                </a:lnTo>
                <a:lnTo>
                  <a:pt x="30490" y="4455328"/>
                </a:lnTo>
                <a:lnTo>
                  <a:pt x="34071" y="4457948"/>
                </a:lnTo>
                <a:lnTo>
                  <a:pt x="33880" y="4457814"/>
                </a:lnTo>
                <a:lnTo>
                  <a:pt x="37719" y="4460281"/>
                </a:lnTo>
                <a:lnTo>
                  <a:pt x="37529" y="4460167"/>
                </a:lnTo>
                <a:lnTo>
                  <a:pt x="41615" y="4462491"/>
                </a:lnTo>
                <a:lnTo>
                  <a:pt x="41434" y="4462386"/>
                </a:lnTo>
                <a:lnTo>
                  <a:pt x="45758" y="4464558"/>
                </a:lnTo>
                <a:lnTo>
                  <a:pt x="45587" y="4464472"/>
                </a:lnTo>
                <a:lnTo>
                  <a:pt x="50159" y="4466492"/>
                </a:lnTo>
                <a:lnTo>
                  <a:pt x="49997" y="4466425"/>
                </a:lnTo>
                <a:lnTo>
                  <a:pt x="54816" y="4468292"/>
                </a:lnTo>
                <a:lnTo>
                  <a:pt x="54664" y="4468235"/>
                </a:lnTo>
                <a:lnTo>
                  <a:pt x="59731" y="4469959"/>
                </a:lnTo>
                <a:lnTo>
                  <a:pt x="59579" y="4469911"/>
                </a:lnTo>
                <a:lnTo>
                  <a:pt x="64903" y="4471483"/>
                </a:lnTo>
                <a:lnTo>
                  <a:pt x="64760" y="4471445"/>
                </a:lnTo>
                <a:lnTo>
                  <a:pt x="70323" y="4472864"/>
                </a:lnTo>
                <a:lnTo>
                  <a:pt x="70190" y="4472835"/>
                </a:lnTo>
                <a:lnTo>
                  <a:pt x="76000" y="4474102"/>
                </a:lnTo>
                <a:lnTo>
                  <a:pt x="75876" y="4474073"/>
                </a:lnTo>
                <a:lnTo>
                  <a:pt x="81944" y="4475197"/>
                </a:lnTo>
                <a:lnTo>
                  <a:pt x="81820" y="4475178"/>
                </a:lnTo>
                <a:lnTo>
                  <a:pt x="88135" y="4476150"/>
                </a:lnTo>
                <a:lnTo>
                  <a:pt x="88021" y="4476131"/>
                </a:lnTo>
                <a:lnTo>
                  <a:pt x="94574" y="4476960"/>
                </a:lnTo>
                <a:lnTo>
                  <a:pt x="94469" y="4476950"/>
                </a:lnTo>
                <a:lnTo>
                  <a:pt x="101279" y="4477617"/>
                </a:lnTo>
                <a:lnTo>
                  <a:pt x="101184" y="4477607"/>
                </a:lnTo>
                <a:lnTo>
                  <a:pt x="108233" y="4478131"/>
                </a:lnTo>
                <a:lnTo>
                  <a:pt x="108137" y="4478131"/>
                </a:lnTo>
                <a:lnTo>
                  <a:pt x="115433" y="4478503"/>
                </a:lnTo>
                <a:lnTo>
                  <a:pt x="115348" y="4478503"/>
                </a:lnTo>
                <a:lnTo>
                  <a:pt x="122892" y="4478722"/>
                </a:lnTo>
                <a:lnTo>
                  <a:pt x="122815" y="4478722"/>
                </a:lnTo>
                <a:lnTo>
                  <a:pt x="130607" y="4478798"/>
                </a:lnTo>
                <a:lnTo>
                  <a:pt x="130569" y="4478798"/>
                </a:lnTo>
                <a:lnTo>
                  <a:pt x="5449443" y="4478798"/>
                </a:lnTo>
                <a:close/>
                <a:moveTo>
                  <a:pt x="130569" y="4486656"/>
                </a:moveTo>
                <a:lnTo>
                  <a:pt x="130531" y="4486656"/>
                </a:lnTo>
                <a:lnTo>
                  <a:pt x="122739" y="4486580"/>
                </a:lnTo>
                <a:lnTo>
                  <a:pt x="122663" y="4486580"/>
                </a:lnTo>
                <a:lnTo>
                  <a:pt x="115119" y="4486351"/>
                </a:lnTo>
                <a:lnTo>
                  <a:pt x="115033" y="4486351"/>
                </a:lnTo>
                <a:lnTo>
                  <a:pt x="107737" y="4485980"/>
                </a:lnTo>
                <a:lnTo>
                  <a:pt x="107642" y="4485970"/>
                </a:lnTo>
                <a:lnTo>
                  <a:pt x="100594" y="4485446"/>
                </a:lnTo>
                <a:lnTo>
                  <a:pt x="100498" y="4485437"/>
                </a:lnTo>
                <a:lnTo>
                  <a:pt x="93697" y="4484770"/>
                </a:lnTo>
                <a:lnTo>
                  <a:pt x="93593" y="4484751"/>
                </a:lnTo>
                <a:lnTo>
                  <a:pt x="87039" y="4483932"/>
                </a:lnTo>
                <a:lnTo>
                  <a:pt x="86935" y="4483913"/>
                </a:lnTo>
                <a:lnTo>
                  <a:pt x="80629" y="4482941"/>
                </a:lnTo>
                <a:lnTo>
                  <a:pt x="80505" y="4482922"/>
                </a:lnTo>
                <a:lnTo>
                  <a:pt x="74447" y="4481808"/>
                </a:lnTo>
                <a:lnTo>
                  <a:pt x="74324" y="4481779"/>
                </a:lnTo>
                <a:lnTo>
                  <a:pt x="68513" y="4480512"/>
                </a:lnTo>
                <a:lnTo>
                  <a:pt x="68380" y="4480474"/>
                </a:lnTo>
                <a:lnTo>
                  <a:pt x="62817" y="4479055"/>
                </a:lnTo>
                <a:lnTo>
                  <a:pt x="62675" y="4479017"/>
                </a:lnTo>
                <a:lnTo>
                  <a:pt x="57360" y="4477445"/>
                </a:lnTo>
                <a:lnTo>
                  <a:pt x="57207" y="4477398"/>
                </a:lnTo>
                <a:lnTo>
                  <a:pt x="52140" y="4475683"/>
                </a:lnTo>
                <a:lnTo>
                  <a:pt x="51978" y="4475626"/>
                </a:lnTo>
                <a:lnTo>
                  <a:pt x="47158" y="4473750"/>
                </a:lnTo>
                <a:lnTo>
                  <a:pt x="46987" y="4473683"/>
                </a:lnTo>
                <a:lnTo>
                  <a:pt x="42415" y="4471664"/>
                </a:lnTo>
                <a:lnTo>
                  <a:pt x="42243" y="4471587"/>
                </a:lnTo>
                <a:lnTo>
                  <a:pt x="37910" y="4469416"/>
                </a:lnTo>
                <a:lnTo>
                  <a:pt x="37729" y="4469320"/>
                </a:lnTo>
                <a:lnTo>
                  <a:pt x="33652" y="4467006"/>
                </a:lnTo>
                <a:lnTo>
                  <a:pt x="33461" y="4466892"/>
                </a:lnTo>
                <a:lnTo>
                  <a:pt x="29632" y="4464425"/>
                </a:lnTo>
                <a:lnTo>
                  <a:pt x="29442" y="4464291"/>
                </a:lnTo>
                <a:lnTo>
                  <a:pt x="25851" y="4461672"/>
                </a:lnTo>
                <a:lnTo>
                  <a:pt x="25660" y="4461529"/>
                </a:lnTo>
                <a:lnTo>
                  <a:pt x="22327" y="4458757"/>
                </a:lnTo>
                <a:lnTo>
                  <a:pt x="22136" y="4458595"/>
                </a:lnTo>
                <a:lnTo>
                  <a:pt x="19040" y="4455681"/>
                </a:lnTo>
                <a:lnTo>
                  <a:pt x="18860" y="4455490"/>
                </a:lnTo>
                <a:lnTo>
                  <a:pt x="16012" y="4452423"/>
                </a:lnTo>
                <a:lnTo>
                  <a:pt x="15840" y="4452223"/>
                </a:lnTo>
                <a:lnTo>
                  <a:pt x="13240" y="4449004"/>
                </a:lnTo>
                <a:lnTo>
                  <a:pt x="13078" y="4448785"/>
                </a:lnTo>
                <a:lnTo>
                  <a:pt x="10725" y="4445422"/>
                </a:lnTo>
                <a:lnTo>
                  <a:pt x="10573" y="4445194"/>
                </a:lnTo>
                <a:lnTo>
                  <a:pt x="8477" y="4441679"/>
                </a:lnTo>
                <a:lnTo>
                  <a:pt x="8344" y="4441431"/>
                </a:lnTo>
                <a:lnTo>
                  <a:pt x="6487" y="4437774"/>
                </a:lnTo>
                <a:lnTo>
                  <a:pt x="6372" y="4437526"/>
                </a:lnTo>
                <a:lnTo>
                  <a:pt x="4763" y="4433707"/>
                </a:lnTo>
                <a:lnTo>
                  <a:pt x="4667" y="4433459"/>
                </a:lnTo>
                <a:lnTo>
                  <a:pt x="3305" y="4429496"/>
                </a:lnTo>
                <a:lnTo>
                  <a:pt x="3229" y="4429249"/>
                </a:lnTo>
                <a:lnTo>
                  <a:pt x="2115" y="4425134"/>
                </a:lnTo>
                <a:lnTo>
                  <a:pt x="2057" y="4424886"/>
                </a:lnTo>
                <a:lnTo>
                  <a:pt x="1191" y="4420629"/>
                </a:lnTo>
                <a:lnTo>
                  <a:pt x="1153" y="4420391"/>
                </a:lnTo>
                <a:lnTo>
                  <a:pt x="533" y="4415981"/>
                </a:lnTo>
                <a:lnTo>
                  <a:pt x="505" y="4415752"/>
                </a:lnTo>
                <a:lnTo>
                  <a:pt x="133" y="4411189"/>
                </a:lnTo>
                <a:lnTo>
                  <a:pt x="124" y="4410980"/>
                </a:lnTo>
                <a:lnTo>
                  <a:pt x="0" y="4406265"/>
                </a:lnTo>
                <a:lnTo>
                  <a:pt x="0" y="4406160"/>
                </a:lnTo>
                <a:lnTo>
                  <a:pt x="0" y="80486"/>
                </a:lnTo>
                <a:lnTo>
                  <a:pt x="0" y="80381"/>
                </a:lnTo>
                <a:lnTo>
                  <a:pt x="124" y="75676"/>
                </a:lnTo>
                <a:lnTo>
                  <a:pt x="133" y="75457"/>
                </a:lnTo>
                <a:lnTo>
                  <a:pt x="505" y="70895"/>
                </a:lnTo>
                <a:lnTo>
                  <a:pt x="533" y="70666"/>
                </a:lnTo>
                <a:lnTo>
                  <a:pt x="1153" y="66256"/>
                </a:lnTo>
                <a:lnTo>
                  <a:pt x="1191" y="66018"/>
                </a:lnTo>
                <a:lnTo>
                  <a:pt x="2057" y="61760"/>
                </a:lnTo>
                <a:lnTo>
                  <a:pt x="2115" y="61512"/>
                </a:lnTo>
                <a:lnTo>
                  <a:pt x="3229" y="57407"/>
                </a:lnTo>
                <a:lnTo>
                  <a:pt x="3305" y="57150"/>
                </a:lnTo>
                <a:lnTo>
                  <a:pt x="4667" y="53188"/>
                </a:lnTo>
                <a:lnTo>
                  <a:pt x="4763" y="52940"/>
                </a:lnTo>
                <a:lnTo>
                  <a:pt x="6372" y="49130"/>
                </a:lnTo>
                <a:lnTo>
                  <a:pt x="6487" y="48882"/>
                </a:lnTo>
                <a:lnTo>
                  <a:pt x="8344" y="45215"/>
                </a:lnTo>
                <a:lnTo>
                  <a:pt x="8477" y="44977"/>
                </a:lnTo>
                <a:lnTo>
                  <a:pt x="10573" y="41462"/>
                </a:lnTo>
                <a:lnTo>
                  <a:pt x="10725" y="41224"/>
                </a:lnTo>
                <a:lnTo>
                  <a:pt x="13078" y="37862"/>
                </a:lnTo>
                <a:lnTo>
                  <a:pt x="13240" y="37643"/>
                </a:lnTo>
                <a:lnTo>
                  <a:pt x="15840" y="34423"/>
                </a:lnTo>
                <a:lnTo>
                  <a:pt x="16012" y="34223"/>
                </a:lnTo>
                <a:lnTo>
                  <a:pt x="18860" y="31156"/>
                </a:lnTo>
                <a:lnTo>
                  <a:pt x="19040" y="30975"/>
                </a:lnTo>
                <a:lnTo>
                  <a:pt x="22136" y="28061"/>
                </a:lnTo>
                <a:lnTo>
                  <a:pt x="22327" y="27889"/>
                </a:lnTo>
                <a:lnTo>
                  <a:pt x="25660" y="25127"/>
                </a:lnTo>
                <a:lnTo>
                  <a:pt x="25851" y="24975"/>
                </a:lnTo>
                <a:lnTo>
                  <a:pt x="29442" y="22355"/>
                </a:lnTo>
                <a:lnTo>
                  <a:pt x="29632" y="22231"/>
                </a:lnTo>
                <a:lnTo>
                  <a:pt x="33461" y="19764"/>
                </a:lnTo>
                <a:lnTo>
                  <a:pt x="33652" y="19650"/>
                </a:lnTo>
                <a:lnTo>
                  <a:pt x="37729" y="17335"/>
                </a:lnTo>
                <a:lnTo>
                  <a:pt x="37910" y="17231"/>
                </a:lnTo>
                <a:lnTo>
                  <a:pt x="42243" y="15069"/>
                </a:lnTo>
                <a:lnTo>
                  <a:pt x="42415" y="14983"/>
                </a:lnTo>
                <a:lnTo>
                  <a:pt x="46987" y="12964"/>
                </a:lnTo>
                <a:lnTo>
                  <a:pt x="47158" y="12897"/>
                </a:lnTo>
                <a:lnTo>
                  <a:pt x="51978" y="11030"/>
                </a:lnTo>
                <a:lnTo>
                  <a:pt x="52140" y="10973"/>
                </a:lnTo>
                <a:lnTo>
                  <a:pt x="57207" y="9249"/>
                </a:lnTo>
                <a:lnTo>
                  <a:pt x="57360" y="9201"/>
                </a:lnTo>
                <a:lnTo>
                  <a:pt x="62675" y="7630"/>
                </a:lnTo>
                <a:lnTo>
                  <a:pt x="62817" y="7591"/>
                </a:lnTo>
                <a:lnTo>
                  <a:pt x="68380" y="6172"/>
                </a:lnTo>
                <a:lnTo>
                  <a:pt x="68513" y="6144"/>
                </a:lnTo>
                <a:lnTo>
                  <a:pt x="74324" y="4867"/>
                </a:lnTo>
                <a:lnTo>
                  <a:pt x="74447" y="4848"/>
                </a:lnTo>
                <a:lnTo>
                  <a:pt x="80505" y="3724"/>
                </a:lnTo>
                <a:lnTo>
                  <a:pt x="80629" y="3705"/>
                </a:lnTo>
                <a:lnTo>
                  <a:pt x="86935" y="2734"/>
                </a:lnTo>
                <a:lnTo>
                  <a:pt x="87039" y="2715"/>
                </a:lnTo>
                <a:lnTo>
                  <a:pt x="93593" y="1895"/>
                </a:lnTo>
                <a:lnTo>
                  <a:pt x="93697" y="1886"/>
                </a:lnTo>
                <a:lnTo>
                  <a:pt x="100498" y="1210"/>
                </a:lnTo>
                <a:lnTo>
                  <a:pt x="100594" y="1200"/>
                </a:lnTo>
                <a:lnTo>
                  <a:pt x="107642" y="676"/>
                </a:lnTo>
                <a:lnTo>
                  <a:pt x="107737" y="676"/>
                </a:lnTo>
                <a:lnTo>
                  <a:pt x="115033" y="305"/>
                </a:lnTo>
                <a:lnTo>
                  <a:pt x="115119" y="295"/>
                </a:lnTo>
                <a:lnTo>
                  <a:pt x="122663" y="76"/>
                </a:lnTo>
                <a:lnTo>
                  <a:pt x="122739" y="67"/>
                </a:lnTo>
                <a:lnTo>
                  <a:pt x="130531" y="0"/>
                </a:lnTo>
                <a:lnTo>
                  <a:pt x="130569" y="0"/>
                </a:lnTo>
                <a:lnTo>
                  <a:pt x="5449443" y="0"/>
                </a:lnTo>
                <a:lnTo>
                  <a:pt x="5449481" y="0"/>
                </a:lnTo>
                <a:lnTo>
                  <a:pt x="5457273" y="67"/>
                </a:lnTo>
                <a:lnTo>
                  <a:pt x="5457358" y="76"/>
                </a:lnTo>
                <a:lnTo>
                  <a:pt x="5464902" y="295"/>
                </a:lnTo>
                <a:lnTo>
                  <a:pt x="5464988" y="305"/>
                </a:lnTo>
                <a:lnTo>
                  <a:pt x="5472284" y="676"/>
                </a:lnTo>
                <a:lnTo>
                  <a:pt x="5472370" y="676"/>
                </a:lnTo>
                <a:lnTo>
                  <a:pt x="5479418" y="1200"/>
                </a:lnTo>
                <a:lnTo>
                  <a:pt x="5479513" y="1210"/>
                </a:lnTo>
                <a:lnTo>
                  <a:pt x="5486314" y="1886"/>
                </a:lnTo>
                <a:lnTo>
                  <a:pt x="5486419" y="1895"/>
                </a:lnTo>
                <a:lnTo>
                  <a:pt x="5492972" y="2715"/>
                </a:lnTo>
                <a:lnTo>
                  <a:pt x="5493087" y="2734"/>
                </a:lnTo>
                <a:lnTo>
                  <a:pt x="5499392" y="3705"/>
                </a:lnTo>
                <a:lnTo>
                  <a:pt x="5499506" y="3724"/>
                </a:lnTo>
                <a:lnTo>
                  <a:pt x="5505564" y="4848"/>
                </a:lnTo>
                <a:lnTo>
                  <a:pt x="5505688" y="4867"/>
                </a:lnTo>
                <a:lnTo>
                  <a:pt x="5511508" y="6144"/>
                </a:lnTo>
                <a:lnTo>
                  <a:pt x="5511632" y="6172"/>
                </a:lnTo>
                <a:lnTo>
                  <a:pt x="5517204" y="7591"/>
                </a:lnTo>
                <a:lnTo>
                  <a:pt x="5517347" y="7630"/>
                </a:lnTo>
                <a:lnTo>
                  <a:pt x="5522662" y="9201"/>
                </a:lnTo>
                <a:lnTo>
                  <a:pt x="5522814" y="9249"/>
                </a:lnTo>
                <a:lnTo>
                  <a:pt x="5527881" y="10973"/>
                </a:lnTo>
                <a:lnTo>
                  <a:pt x="5528034" y="11030"/>
                </a:lnTo>
                <a:lnTo>
                  <a:pt x="5532863" y="12897"/>
                </a:lnTo>
                <a:lnTo>
                  <a:pt x="5533025" y="12964"/>
                </a:lnTo>
                <a:lnTo>
                  <a:pt x="5537606" y="14983"/>
                </a:lnTo>
                <a:lnTo>
                  <a:pt x="5537778" y="15069"/>
                </a:lnTo>
                <a:lnTo>
                  <a:pt x="5542102" y="17231"/>
                </a:lnTo>
                <a:lnTo>
                  <a:pt x="5542283" y="17335"/>
                </a:lnTo>
                <a:lnTo>
                  <a:pt x="5546369" y="19650"/>
                </a:lnTo>
                <a:lnTo>
                  <a:pt x="5546550" y="19764"/>
                </a:lnTo>
                <a:lnTo>
                  <a:pt x="5550389" y="22231"/>
                </a:lnTo>
                <a:lnTo>
                  <a:pt x="5550579" y="22355"/>
                </a:lnTo>
                <a:lnTo>
                  <a:pt x="5554161" y="24975"/>
                </a:lnTo>
                <a:lnTo>
                  <a:pt x="5554351" y="25127"/>
                </a:lnTo>
                <a:lnTo>
                  <a:pt x="5557695" y="27889"/>
                </a:lnTo>
                <a:lnTo>
                  <a:pt x="5557885" y="28061"/>
                </a:lnTo>
                <a:lnTo>
                  <a:pt x="5560971" y="30975"/>
                </a:lnTo>
                <a:lnTo>
                  <a:pt x="5561162" y="31156"/>
                </a:lnTo>
                <a:lnTo>
                  <a:pt x="5564000" y="34223"/>
                </a:lnTo>
                <a:lnTo>
                  <a:pt x="5564181" y="34423"/>
                </a:lnTo>
                <a:lnTo>
                  <a:pt x="5566781" y="37643"/>
                </a:lnTo>
                <a:lnTo>
                  <a:pt x="5566943" y="37862"/>
                </a:lnTo>
                <a:lnTo>
                  <a:pt x="5569287" y="41224"/>
                </a:lnTo>
                <a:lnTo>
                  <a:pt x="5569439" y="41462"/>
                </a:lnTo>
                <a:lnTo>
                  <a:pt x="5571544" y="44977"/>
                </a:lnTo>
                <a:lnTo>
                  <a:pt x="5571677" y="45215"/>
                </a:lnTo>
                <a:lnTo>
                  <a:pt x="5573535" y="48882"/>
                </a:lnTo>
                <a:lnTo>
                  <a:pt x="5573649" y="49130"/>
                </a:lnTo>
                <a:lnTo>
                  <a:pt x="5575259" y="52940"/>
                </a:lnTo>
                <a:lnTo>
                  <a:pt x="5575354" y="53188"/>
                </a:lnTo>
                <a:lnTo>
                  <a:pt x="5576716" y="57150"/>
                </a:lnTo>
                <a:lnTo>
                  <a:pt x="5576792" y="57407"/>
                </a:lnTo>
                <a:lnTo>
                  <a:pt x="5577897" y="61512"/>
                </a:lnTo>
                <a:lnTo>
                  <a:pt x="5577964" y="61760"/>
                </a:lnTo>
                <a:lnTo>
                  <a:pt x="5578821" y="66018"/>
                </a:lnTo>
                <a:lnTo>
                  <a:pt x="5578869" y="66256"/>
                </a:lnTo>
                <a:lnTo>
                  <a:pt x="5579488" y="70666"/>
                </a:lnTo>
                <a:lnTo>
                  <a:pt x="5579507" y="70895"/>
                </a:lnTo>
                <a:lnTo>
                  <a:pt x="5579697" y="75457"/>
                </a:lnTo>
                <a:lnTo>
                  <a:pt x="5579697" y="75676"/>
                </a:lnTo>
                <a:lnTo>
                  <a:pt x="5579697" y="80381"/>
                </a:lnTo>
                <a:lnTo>
                  <a:pt x="5579697" y="80486"/>
                </a:lnTo>
                <a:lnTo>
                  <a:pt x="5579697" y="4406160"/>
                </a:lnTo>
                <a:lnTo>
                  <a:pt x="5579697" y="4406265"/>
                </a:lnTo>
                <a:lnTo>
                  <a:pt x="5579697" y="4410980"/>
                </a:lnTo>
                <a:lnTo>
                  <a:pt x="5579697" y="4411189"/>
                </a:lnTo>
                <a:lnTo>
                  <a:pt x="5579507" y="4415752"/>
                </a:lnTo>
                <a:lnTo>
                  <a:pt x="5579488" y="4415981"/>
                </a:lnTo>
                <a:lnTo>
                  <a:pt x="5578869" y="4420391"/>
                </a:lnTo>
                <a:lnTo>
                  <a:pt x="5578821" y="4420629"/>
                </a:lnTo>
                <a:lnTo>
                  <a:pt x="5577964" y="4424886"/>
                </a:lnTo>
                <a:lnTo>
                  <a:pt x="5577897" y="4425134"/>
                </a:lnTo>
                <a:lnTo>
                  <a:pt x="5576792" y="4429249"/>
                </a:lnTo>
                <a:lnTo>
                  <a:pt x="5576716" y="4429496"/>
                </a:lnTo>
                <a:lnTo>
                  <a:pt x="5575354" y="4433459"/>
                </a:lnTo>
                <a:lnTo>
                  <a:pt x="5575259" y="4433707"/>
                </a:lnTo>
                <a:lnTo>
                  <a:pt x="5573649" y="4437526"/>
                </a:lnTo>
                <a:lnTo>
                  <a:pt x="5573535" y="4437774"/>
                </a:lnTo>
                <a:lnTo>
                  <a:pt x="5571677" y="4441431"/>
                </a:lnTo>
                <a:lnTo>
                  <a:pt x="5571544" y="4441679"/>
                </a:lnTo>
                <a:lnTo>
                  <a:pt x="5569439" y="4445194"/>
                </a:lnTo>
                <a:lnTo>
                  <a:pt x="5569287" y="4445422"/>
                </a:lnTo>
                <a:lnTo>
                  <a:pt x="5566943" y="4448785"/>
                </a:lnTo>
                <a:lnTo>
                  <a:pt x="5566781" y="4449004"/>
                </a:lnTo>
                <a:lnTo>
                  <a:pt x="5564181" y="4452223"/>
                </a:lnTo>
                <a:lnTo>
                  <a:pt x="5564000" y="4452423"/>
                </a:lnTo>
                <a:lnTo>
                  <a:pt x="5561162" y="4455490"/>
                </a:lnTo>
                <a:lnTo>
                  <a:pt x="5560971" y="4455681"/>
                </a:lnTo>
                <a:lnTo>
                  <a:pt x="5557885" y="4458595"/>
                </a:lnTo>
                <a:lnTo>
                  <a:pt x="5557695" y="4458757"/>
                </a:lnTo>
                <a:lnTo>
                  <a:pt x="5554351" y="4461529"/>
                </a:lnTo>
                <a:lnTo>
                  <a:pt x="5554161" y="4461672"/>
                </a:lnTo>
                <a:lnTo>
                  <a:pt x="5550579" y="4464291"/>
                </a:lnTo>
                <a:lnTo>
                  <a:pt x="5550389" y="4464425"/>
                </a:lnTo>
                <a:lnTo>
                  <a:pt x="5546550" y="4466892"/>
                </a:lnTo>
                <a:lnTo>
                  <a:pt x="5546369" y="4467006"/>
                </a:lnTo>
                <a:lnTo>
                  <a:pt x="5542283" y="4469320"/>
                </a:lnTo>
                <a:lnTo>
                  <a:pt x="5542102" y="4469416"/>
                </a:lnTo>
                <a:lnTo>
                  <a:pt x="5537778" y="4471587"/>
                </a:lnTo>
                <a:lnTo>
                  <a:pt x="5537606" y="4471664"/>
                </a:lnTo>
                <a:lnTo>
                  <a:pt x="5533025" y="4473683"/>
                </a:lnTo>
                <a:lnTo>
                  <a:pt x="5532863" y="4473750"/>
                </a:lnTo>
                <a:lnTo>
                  <a:pt x="5528034" y="4475626"/>
                </a:lnTo>
                <a:lnTo>
                  <a:pt x="5527881" y="4475683"/>
                </a:lnTo>
                <a:lnTo>
                  <a:pt x="5522814" y="4477398"/>
                </a:lnTo>
                <a:lnTo>
                  <a:pt x="5522662" y="4477445"/>
                </a:lnTo>
                <a:lnTo>
                  <a:pt x="5517347" y="4479017"/>
                </a:lnTo>
                <a:lnTo>
                  <a:pt x="5517204" y="4479055"/>
                </a:lnTo>
                <a:lnTo>
                  <a:pt x="5511632" y="4480474"/>
                </a:lnTo>
                <a:lnTo>
                  <a:pt x="5511508" y="4480512"/>
                </a:lnTo>
                <a:lnTo>
                  <a:pt x="5505688" y="4481779"/>
                </a:lnTo>
                <a:lnTo>
                  <a:pt x="5505564" y="4481808"/>
                </a:lnTo>
                <a:lnTo>
                  <a:pt x="5499506" y="4482922"/>
                </a:lnTo>
                <a:lnTo>
                  <a:pt x="5499392" y="4482941"/>
                </a:lnTo>
                <a:lnTo>
                  <a:pt x="5493087" y="4483913"/>
                </a:lnTo>
                <a:lnTo>
                  <a:pt x="5492972" y="4483932"/>
                </a:lnTo>
                <a:lnTo>
                  <a:pt x="5486419" y="4484751"/>
                </a:lnTo>
                <a:lnTo>
                  <a:pt x="5486314" y="4484770"/>
                </a:lnTo>
                <a:lnTo>
                  <a:pt x="5479513" y="4485437"/>
                </a:lnTo>
                <a:lnTo>
                  <a:pt x="5479418" y="4485446"/>
                </a:lnTo>
                <a:lnTo>
                  <a:pt x="5472370" y="4485970"/>
                </a:lnTo>
                <a:lnTo>
                  <a:pt x="5472284" y="4485980"/>
                </a:lnTo>
                <a:lnTo>
                  <a:pt x="5464988" y="4486351"/>
                </a:lnTo>
                <a:lnTo>
                  <a:pt x="5464902" y="4486351"/>
                </a:lnTo>
                <a:lnTo>
                  <a:pt x="5457358" y="4486580"/>
                </a:lnTo>
                <a:lnTo>
                  <a:pt x="5457273" y="4486580"/>
                </a:lnTo>
                <a:lnTo>
                  <a:pt x="5449481" y="4486656"/>
                </a:lnTo>
                <a:lnTo>
                  <a:pt x="5449443" y="4486656"/>
                </a:lnTo>
                <a:lnTo>
                  <a:pt x="130569" y="4486656"/>
                </a:lnTo>
              </a:path>
            </a:pathLst>
          </a:custGeom>
          <a:solidFill xmlns:a="http://schemas.openxmlformats.org/drawingml/2006/main">
            <a:srgbClr val="D5C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Editable frame or arrow 2546">
            <a:extLst xmlns:a="http://schemas.openxmlformats.org/drawingml/2006/main">
              <a:ext uri="{FF2B5EF4-FFF2-40B4-BE49-F238E27FC236}">
                <a16:creationId xmlns:a16="http://schemas.microsoft.com/office/drawing/2014/main" id="{41BC84EF-2F7C-4BB8-823C-0DBCEA37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4171" y="2729132"/>
            <a:ext cx="2603602" cy="467725"/>
          </a:xfrm>
          <a:custGeom xmlns:a="http://schemas.openxmlformats.org/drawingml/2006/main">
            <a:pathLst>
              <a:path w="2603602" h="467725">
                <a:moveTo>
                  <a:pt x="32137" y="467725"/>
                </a:moveTo>
                <a:lnTo>
                  <a:pt x="2571455" y="467725"/>
                </a:lnTo>
                <a:cubicBezTo>
                  <a:pt x="2592886" y="467725"/>
                  <a:pt x="2603602" y="453552"/>
                  <a:pt x="2603602" y="425206"/>
                </a:cubicBezTo>
                <a:lnTo>
                  <a:pt x="2603602" y="42529"/>
                </a:lnTo>
                <a:cubicBezTo>
                  <a:pt x="2603602" y="14183"/>
                  <a:pt x="2592886" y="0"/>
                  <a:pt x="2571455" y="0"/>
                </a:cubicBezTo>
                <a:lnTo>
                  <a:pt x="32137" y="0"/>
                </a:lnTo>
                <a:cubicBezTo>
                  <a:pt x="10716" y="0"/>
                  <a:pt x="0" y="14183"/>
                  <a:pt x="0" y="42529"/>
                </a:cubicBezTo>
                <a:lnTo>
                  <a:pt x="0" y="425206"/>
                </a:lnTo>
                <a:cubicBezTo>
                  <a:pt x="0" y="453552"/>
                  <a:pt x="10716" y="467725"/>
                  <a:pt x="32137" y="467725"/>
                </a:cubicBezTo>
              </a:path>
            </a:pathLst>
          </a:custGeom>
          <a:solidFill xmlns:a="http://schemas.openxmlformats.org/drawingml/2006/main">
            <a:srgbClr val="FAF4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DCA10A-FB26-449B-B384-A687535D9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273fb14b2437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439906" y="470916"/>
            <a:ext cx="2587752" cy="2236851"/>
          </a:xfrm>
          <a:prstGeom xmlns:a="http://schemas.openxmlformats.org/drawingml/2006/main" prst="rect">
            <a:avLst/>
          </a:prstGeom>
        </p:spPr>
      </p:pic>
      <p:sp>
        <p:nvSpPr>
          <p:cNvPr id="58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6C7B254F-4AB0-4855-AFB2-F54748C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26" y="2729908"/>
            <a:ext cx="754184" cy="18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96" b="1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196" b="1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59" name="Editable text: Put bowl on ">
            <a:extLst xmlns:a="http://schemas.openxmlformats.org/drawingml/2006/main">
              <a:ext uri="{FF2B5EF4-FFF2-40B4-BE49-F238E27FC236}">
                <a16:creationId xmlns:a16="http://schemas.microsoft.com/office/drawing/2014/main" id="{C5B70FA9-B6DA-4481-A637-5C4AB35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26" y="2884075"/>
            <a:ext cx="12672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Put bowl on </a:t>
            </a:r>
          </a:p>
        </p:txBody>
      </p:sp>
      <p:sp>
        <p:nvSpPr>
          <p:cNvPr id="60" name="Editable text: plate">
            <a:extLst xmlns:a="http://schemas.openxmlformats.org/drawingml/2006/main">
              <a:ext uri="{FF2B5EF4-FFF2-40B4-BE49-F238E27FC236}">
                <a16:creationId xmlns:a16="http://schemas.microsoft.com/office/drawing/2014/main" id="{A382DDCA-A621-4F78-BBB1-CAC44204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260" y="2884075"/>
            <a:ext cx="54286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7645C"/>
                </a:solidFill>
                <a:latin typeface="Arial"/>
                <a:ea typeface="Arial"/>
                <a:cs typeface="Arial"/>
              </a:rPr>
              <a:t>plate</a:t>
            </a:r>
          </a:p>
        </p:txBody>
      </p:sp>
      <p:sp>
        <p:nvSpPr>
          <p:cNvPr id="61" name="Editable text: Mid-execution corrective control">
            <a:extLst xmlns:a="http://schemas.openxmlformats.org/drawingml/2006/main">
              <a:ext uri="{FF2B5EF4-FFF2-40B4-BE49-F238E27FC236}">
                <a16:creationId xmlns:a16="http://schemas.microsoft.com/office/drawing/2014/main" id="{42D5A2DC-5824-41B6-85D1-6BA8974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463" y="65203"/>
            <a:ext cx="4126640" cy="33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defPPr>
            <a:lvl1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1pPr>
            <a:lvl2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2pPr>
            <a:lvl3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3pPr>
            <a:lvl4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4pPr>
            <a:lvl5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5pPr>
            <a:lvl6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6pPr>
            <a:lvl7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7pPr>
            <a:lvl8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8pPr>
            <a:lvl9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96" b="1" i="0">
                <a:solidFill>
                  <a:srgbClr val="896F55"/>
                </a:solidFill>
                <a:latin typeface="Arial"/>
                <a:ea typeface="Arial"/>
                <a:cs typeface="Arial"/>
              </a:defRPr>
            </a:pPr>
            <a:r>
              <a:rPr sz="2096" b="1" i="0">
                <a:solidFill>
                  <a:srgbClr val="896F55"/>
                </a:solidFill>
                <a:latin typeface="Arial"/>
                <a:ea typeface="Arial"/>
                <a:cs typeface="Arial"/>
              </a:rPr>
              <a:t>Mid-execution corrective control</a:t>
            </a:r>
          </a:p>
        </p:txBody>
      </p:sp>
      <p:sp>
        <p:nvSpPr>
          <p:cNvPr id="62" name="Editable frame or arrow 2711">
            <a:extLst xmlns:a="http://schemas.openxmlformats.org/drawingml/2006/main">
              <a:ext uri="{FF2B5EF4-FFF2-40B4-BE49-F238E27FC236}">
                <a16:creationId xmlns:a16="http://schemas.microsoft.com/office/drawing/2014/main" id="{A1F069F1-B5DB-4A38-961C-065CB44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1233" y="2744019"/>
            <a:ext cx="2741790" cy="651977"/>
          </a:xfrm>
          <a:custGeom xmlns:a="http://schemas.openxmlformats.org/drawingml/2006/main">
            <a:pathLst>
              <a:path w="2741790" h="651977">
                <a:moveTo>
                  <a:pt x="438" y="41472"/>
                </a:moveTo>
                <a:cubicBezTo>
                  <a:pt x="0" y="18526"/>
                  <a:pt x="18526" y="0"/>
                  <a:pt x="41586" y="324"/>
                </a:cubicBezTo>
                <a:lnTo>
                  <a:pt x="2700204" y="324"/>
                </a:lnTo>
                <a:cubicBezTo>
                  <a:pt x="2723264" y="0"/>
                  <a:pt x="2741790" y="18526"/>
                  <a:pt x="2741352" y="41472"/>
                </a:cubicBezTo>
                <a:lnTo>
                  <a:pt x="2741352" y="610686"/>
                </a:lnTo>
                <a:cubicBezTo>
                  <a:pt x="2741790" y="633451"/>
                  <a:pt x="2723264" y="651977"/>
                  <a:pt x="2700204" y="651834"/>
                </a:cubicBezTo>
                <a:lnTo>
                  <a:pt x="41586" y="651834"/>
                </a:lnTo>
                <a:cubicBezTo>
                  <a:pt x="18526" y="651977"/>
                  <a:pt x="0" y="633451"/>
                  <a:pt x="438" y="610686"/>
                </a:cubicBezTo>
                <a:lnTo>
                  <a:pt x="438" y="41472"/>
                </a:lnTo>
              </a:path>
            </a:pathLst>
          </a:custGeom>
          <a:solidFill xmlns:a="http://schemas.openxmlformats.org/drawingml/2006/main">
            <a:srgbClr val="EF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Editable text: UPDATED">
            <a:extLst xmlns:a="http://schemas.openxmlformats.org/drawingml/2006/main">
              <a:ext uri="{FF2B5EF4-FFF2-40B4-BE49-F238E27FC236}">
                <a16:creationId xmlns:a16="http://schemas.microsoft.com/office/drawing/2014/main" id="{E01F5066-0C1B-4F1D-9E2B-A1D4CEF3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6668" y="2773837"/>
            <a:ext cx="654311" cy="167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defPPr>
            <a:lvl1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1pPr>
            <a:lvl2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2pPr>
            <a:lvl3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3pPr>
            <a:lvl4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4pPr>
            <a:lvl5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5pPr>
            <a:lvl6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6pPr>
            <a:lvl7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7pPr>
            <a:lvl8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8pPr>
            <a:lvl9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4" b="1" i="0">
                <a:solidFill>
                  <a:srgbClr val="6F8390"/>
                </a:solidFill>
                <a:latin typeface="Arial"/>
                <a:ea typeface="Arial"/>
                <a:cs typeface="Arial"/>
              </a:defRPr>
            </a:pPr>
            <a:r>
              <a:rPr sz="1054" b="1" i="0">
                <a:solidFill>
                  <a:srgbClr val="6F8390"/>
                </a:solidFill>
                <a:latin typeface="Arial"/>
                <a:ea typeface="Arial"/>
                <a:cs typeface="Arial"/>
              </a:rPr>
              <a:t>UPDATED</a:t>
            </a:r>
          </a:p>
        </p:txBody>
      </p:sp>
      <p:sp>
        <p:nvSpPr>
          <p:cNvPr id="64" name="Editable text: Put it in the ramekin instead">
            <a:extLst xmlns:a="http://schemas.openxmlformats.org/drawingml/2006/main">
              <a:ext uri="{FF2B5EF4-FFF2-40B4-BE49-F238E27FC236}">
                <a16:creationId xmlns:a16="http://schemas.microsoft.com/office/drawing/2014/main" id="{72E4BB13-C06D-4165-ADA4-15A2CA5D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591" y="3093534"/>
            <a:ext cx="2547277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4F786F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4F786F"/>
                </a:solidFill>
                <a:latin typeface="Arial"/>
                <a:ea typeface="Arial"/>
                <a:cs typeface="Arial"/>
              </a:rPr>
              <a:t>Put it in the ramekin instead</a:t>
            </a:r>
          </a:p>
        </p:txBody>
      </p:sp>
      <p:sp>
        <p:nvSpPr>
          <p:cNvPr id="65" name="Editable text: No, don't put the bowl on the plate">
            <a:extLst xmlns:a="http://schemas.openxmlformats.org/drawingml/2006/main">
              <a:ext uri="{FF2B5EF4-FFF2-40B4-BE49-F238E27FC236}">
                <a16:creationId xmlns:a16="http://schemas.microsoft.com/office/drawing/2014/main" id="{F3EB3187-CFD9-4496-B423-521D3677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591" y="2903039"/>
            <a:ext cx="260468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No, don't put the bowl on the plate</a:t>
            </a:r>
          </a:p>
        </p:txBody>
      </p:sp>
      <p:sp>
        <p:nvSpPr>
          <p:cNvPr id="66" name="Editable bar or color block 2886">
            <a:extLst xmlns:a="http://schemas.openxmlformats.org/drawingml/2006/main">
              <a:ext uri="{FF2B5EF4-FFF2-40B4-BE49-F238E27FC236}">
                <a16:creationId xmlns:a16="http://schemas.microsoft.com/office/drawing/2014/main" id="{A27D4C83-DAB0-40AB-8B41-FFE660DB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208" y="4192505"/>
            <a:ext cx="5256095" cy="1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B43F5C7B-C30B-4F4F-86C2-50FAA23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552" y="4211122"/>
            <a:ext cx="66533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68" name="Editable text: Changed">
            <a:extLst xmlns:a="http://schemas.openxmlformats.org/drawingml/2006/main">
              <a:ext uri="{FF2B5EF4-FFF2-40B4-BE49-F238E27FC236}">
                <a16:creationId xmlns:a16="http://schemas.microsoft.com/office/drawing/2014/main" id="{B63EB2F3-86EC-4134-A4EB-9BEAA1C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209" y="4211122"/>
            <a:ext cx="781980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Changed</a:t>
            </a:r>
          </a:p>
        </p:txBody>
      </p:sp>
      <p:sp>
        <p:nvSpPr>
          <p:cNvPr id="69" name="Editable bar or color block 2942">
            <a:extLst xmlns:a="http://schemas.openxmlformats.org/drawingml/2006/main">
              <a:ext uri="{FF2B5EF4-FFF2-40B4-BE49-F238E27FC236}">
                <a16:creationId xmlns:a16="http://schemas.microsoft.com/office/drawing/2014/main" id="{358C6DF7-7990-4C42-96A0-3E2404D7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582" y="3520011"/>
            <a:ext cx="374875" cy="672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Editable bar or color block 2952">
            <a:extLst xmlns:a="http://schemas.openxmlformats.org/drawingml/2006/main">
              <a:ext uri="{FF2B5EF4-FFF2-40B4-BE49-F238E27FC236}">
                <a16:creationId xmlns:a16="http://schemas.microsoft.com/office/drawing/2014/main" id="{50118819-F7E1-4D1C-AAA2-69526E1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597" y="3561826"/>
            <a:ext cx="374875" cy="641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ditable bar or color block 2962">
            <a:extLst xmlns:a="http://schemas.openxmlformats.org/drawingml/2006/main">
              <a:ext uri="{FF2B5EF4-FFF2-40B4-BE49-F238E27FC236}">
                <a16:creationId xmlns:a16="http://schemas.microsoft.com/office/drawing/2014/main" id="{2EEA0F1F-786A-4699-BC9C-AC9AB0D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228" y="3624901"/>
            <a:ext cx="374171" cy="578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Editable text: 100">
            <a:extLst xmlns:a="http://schemas.openxmlformats.org/drawingml/2006/main">
              <a:ext uri="{FF2B5EF4-FFF2-40B4-BE49-F238E27FC236}">
                <a16:creationId xmlns:a16="http://schemas.microsoft.com/office/drawing/2014/main" id="{87CF43DB-3617-46B6-AF21-4640BA0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986" y="3211120"/>
            <a:ext cx="327162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Editable bar or color block 2986">
            <a:extLst xmlns:a="http://schemas.openxmlformats.org/drawingml/2006/main">
              <a:ext uri="{FF2B5EF4-FFF2-40B4-BE49-F238E27FC236}">
                <a16:creationId xmlns:a16="http://schemas.microsoft.com/office/drawing/2014/main" id="{FEB70898-592E-4384-983D-A855655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705" y="3877180"/>
            <a:ext cx="374875" cy="308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Editable bar or color block 2996">
            <a:extLst xmlns:a="http://schemas.openxmlformats.org/drawingml/2006/main">
              <a:ext uri="{FF2B5EF4-FFF2-40B4-BE49-F238E27FC236}">
                <a16:creationId xmlns:a16="http://schemas.microsoft.com/office/drawing/2014/main" id="{6365609D-7F0D-473A-8BF1-B9BA659A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720" y="3999786"/>
            <a:ext cx="374885" cy="203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Editable bar or color block 3006">
            <a:extLst xmlns:a="http://schemas.openxmlformats.org/drawingml/2006/main">
              <a:ext uri="{FF2B5EF4-FFF2-40B4-BE49-F238E27FC236}">
                <a16:creationId xmlns:a16="http://schemas.microsoft.com/office/drawing/2014/main" id="{D45E5D00-1C56-4346-A42D-BDDDC143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360" y="4040886"/>
            <a:ext cx="374171" cy="162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 text: Original">
            <a:extLst xmlns:a="http://schemas.openxmlformats.org/drawingml/2006/main">
              <a:ext uri="{FF2B5EF4-FFF2-40B4-BE49-F238E27FC236}">
                <a16:creationId xmlns:a16="http://schemas.microsoft.com/office/drawing/2014/main" id="{BFE80350-DAB9-479A-82CB-E62B3601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7204" y="4211122"/>
            <a:ext cx="66533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647681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647681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77" name="Editable bar or color block 3040">
            <a:extLst xmlns:a="http://schemas.openxmlformats.org/drawingml/2006/main">
              <a:ext uri="{FF2B5EF4-FFF2-40B4-BE49-F238E27FC236}">
                <a16:creationId xmlns:a16="http://schemas.microsoft.com/office/drawing/2014/main" id="{398E722C-01C2-42F4-AD35-026155A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383" y="3715607"/>
            <a:ext cx="374875" cy="476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Editable text: 25">
            <a:extLst xmlns:a="http://schemas.openxmlformats.org/drawingml/2006/main">
              <a:ext uri="{FF2B5EF4-FFF2-40B4-BE49-F238E27FC236}">
                <a16:creationId xmlns:a16="http://schemas.microsoft.com/office/drawing/2014/main" id="{1F312ABF-934D-4A78-B1D2-3E55E75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851" y="3626401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9" name="Editable text: 44">
            <a:extLst xmlns:a="http://schemas.openxmlformats.org/drawingml/2006/main">
              <a:ext uri="{FF2B5EF4-FFF2-40B4-BE49-F238E27FC236}">
                <a16:creationId xmlns:a16="http://schemas.microsoft.com/office/drawing/2014/main" id="{7FB2A39F-F77E-41DD-B177-BE6622C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605" y="3462314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80" name="Editable frame or arrow 3081">
            <a:extLst xmlns:a="http://schemas.openxmlformats.org/drawingml/2006/main">
              <a:ext uri="{FF2B5EF4-FFF2-40B4-BE49-F238E27FC236}">
                <a16:creationId xmlns:a16="http://schemas.microsoft.com/office/drawing/2014/main" id="{00B0C1E3-9EE2-436D-AE43-E47A6B39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35" y="3355600"/>
            <a:ext cx="325279" cy="270005"/>
          </a:xfrm>
          <a:custGeom xmlns:a="http://schemas.openxmlformats.org/drawingml/2006/main">
            <a:pathLst>
              <a:path w="325279" h="270005">
                <a:moveTo>
                  <a:pt x="3058" y="0"/>
                </a:moveTo>
                <a:cubicBezTo>
                  <a:pt x="128683" y="18840"/>
                  <a:pt x="224095" y="79810"/>
                  <a:pt x="289293" y="182890"/>
                </a:cubicBezTo>
                <a:lnTo>
                  <a:pt x="321716" y="162382"/>
                </a:lnTo>
                <a:cubicBezTo>
                  <a:pt x="325136" y="198396"/>
                  <a:pt x="325279" y="234267"/>
                  <a:pt x="322136" y="270005"/>
                </a:cubicBezTo>
                <a:cubicBezTo>
                  <a:pt x="294865" y="246364"/>
                  <a:pt x="267310" y="227838"/>
                  <a:pt x="239459" y="214417"/>
                </a:cubicBezTo>
                <a:lnTo>
                  <a:pt x="271882" y="193910"/>
                </a:lnTo>
                <a:cubicBezTo>
                  <a:pt x="210036" y="96136"/>
                  <a:pt x="119405" y="38300"/>
                  <a:pt x="0" y="20383"/>
                </a:cubicBezTo>
                <a:lnTo>
                  <a:pt x="3058" y="0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Editable frame or arrow 3450">
            <a:extLst xmlns:a="http://schemas.openxmlformats.org/drawingml/2006/main">
              <a:ext uri="{FF2B5EF4-FFF2-40B4-BE49-F238E27FC236}">
                <a16:creationId xmlns:a16="http://schemas.microsoft.com/office/drawing/2014/main" id="{A87FF20B-7115-44A5-B01D-20AF1036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806" y="3352743"/>
            <a:ext cx="330070" cy="275720"/>
          </a:xfrm>
          <a:custGeom xmlns:a="http://schemas.openxmlformats.org/drawingml/2006/main">
            <a:pathLst>
              <a:path w="330070" h="275720">
                <a:moveTo>
                  <a:pt x="18031" y="1924"/>
                </a:moveTo>
                <a:lnTo>
                  <a:pt x="18098" y="1943"/>
                </a:lnTo>
                <a:lnTo>
                  <a:pt x="29613" y="4077"/>
                </a:lnTo>
                <a:lnTo>
                  <a:pt x="29680" y="4086"/>
                </a:lnTo>
                <a:lnTo>
                  <a:pt x="41015" y="6477"/>
                </a:lnTo>
                <a:lnTo>
                  <a:pt x="41081" y="6487"/>
                </a:lnTo>
                <a:lnTo>
                  <a:pt x="52235" y="9115"/>
                </a:lnTo>
                <a:lnTo>
                  <a:pt x="52302" y="9134"/>
                </a:lnTo>
                <a:lnTo>
                  <a:pt x="63284" y="12011"/>
                </a:lnTo>
                <a:lnTo>
                  <a:pt x="63351" y="12030"/>
                </a:lnTo>
                <a:lnTo>
                  <a:pt x="74162" y="15154"/>
                </a:lnTo>
                <a:lnTo>
                  <a:pt x="74228" y="15173"/>
                </a:lnTo>
                <a:lnTo>
                  <a:pt x="84858" y="18545"/>
                </a:lnTo>
                <a:lnTo>
                  <a:pt x="84925" y="18574"/>
                </a:lnTo>
                <a:lnTo>
                  <a:pt x="95374" y="22184"/>
                </a:lnTo>
                <a:lnTo>
                  <a:pt x="95450" y="22212"/>
                </a:lnTo>
                <a:lnTo>
                  <a:pt x="105718" y="26079"/>
                </a:lnTo>
                <a:lnTo>
                  <a:pt x="105794" y="26108"/>
                </a:lnTo>
                <a:lnTo>
                  <a:pt x="115881" y="30213"/>
                </a:lnTo>
                <a:lnTo>
                  <a:pt x="115957" y="30251"/>
                </a:lnTo>
                <a:lnTo>
                  <a:pt x="125873" y="34604"/>
                </a:lnTo>
                <a:lnTo>
                  <a:pt x="125949" y="34642"/>
                </a:lnTo>
                <a:lnTo>
                  <a:pt x="135693" y="39243"/>
                </a:lnTo>
                <a:lnTo>
                  <a:pt x="135760" y="39281"/>
                </a:lnTo>
                <a:lnTo>
                  <a:pt x="145323" y="44129"/>
                </a:lnTo>
                <a:lnTo>
                  <a:pt x="145399" y="44167"/>
                </a:lnTo>
                <a:lnTo>
                  <a:pt x="154781" y="49263"/>
                </a:lnTo>
                <a:lnTo>
                  <a:pt x="154857" y="49301"/>
                </a:lnTo>
                <a:lnTo>
                  <a:pt x="164068" y="54654"/>
                </a:lnTo>
                <a:lnTo>
                  <a:pt x="164135" y="54693"/>
                </a:lnTo>
                <a:lnTo>
                  <a:pt x="173165" y="60284"/>
                </a:lnTo>
                <a:lnTo>
                  <a:pt x="173241" y="60331"/>
                </a:lnTo>
                <a:lnTo>
                  <a:pt x="182089" y="66170"/>
                </a:lnTo>
                <a:lnTo>
                  <a:pt x="182156" y="66208"/>
                </a:lnTo>
                <a:lnTo>
                  <a:pt x="190843" y="72295"/>
                </a:lnTo>
                <a:lnTo>
                  <a:pt x="190910" y="72342"/>
                </a:lnTo>
                <a:lnTo>
                  <a:pt x="199406" y="78676"/>
                </a:lnTo>
                <a:lnTo>
                  <a:pt x="199473" y="78724"/>
                </a:lnTo>
                <a:lnTo>
                  <a:pt x="207797" y="85306"/>
                </a:lnTo>
                <a:lnTo>
                  <a:pt x="207864" y="85354"/>
                </a:lnTo>
                <a:lnTo>
                  <a:pt x="216008" y="92183"/>
                </a:lnTo>
                <a:lnTo>
                  <a:pt x="216075" y="92240"/>
                </a:lnTo>
                <a:lnTo>
                  <a:pt x="224047" y="99308"/>
                </a:lnTo>
                <a:lnTo>
                  <a:pt x="224104" y="99365"/>
                </a:lnTo>
                <a:lnTo>
                  <a:pt x="231896" y="106680"/>
                </a:lnTo>
                <a:lnTo>
                  <a:pt x="231953" y="106737"/>
                </a:lnTo>
                <a:lnTo>
                  <a:pt x="239573" y="114310"/>
                </a:lnTo>
                <a:lnTo>
                  <a:pt x="239630" y="114357"/>
                </a:lnTo>
                <a:lnTo>
                  <a:pt x="247069" y="122177"/>
                </a:lnTo>
                <a:lnTo>
                  <a:pt x="247126" y="122234"/>
                </a:lnTo>
                <a:lnTo>
                  <a:pt x="254384" y="130292"/>
                </a:lnTo>
                <a:lnTo>
                  <a:pt x="254441" y="130350"/>
                </a:lnTo>
                <a:lnTo>
                  <a:pt x="261528" y="138655"/>
                </a:lnTo>
                <a:lnTo>
                  <a:pt x="261576" y="138713"/>
                </a:lnTo>
                <a:lnTo>
                  <a:pt x="268481" y="147266"/>
                </a:lnTo>
                <a:lnTo>
                  <a:pt x="268529" y="147333"/>
                </a:lnTo>
                <a:lnTo>
                  <a:pt x="275263" y="156124"/>
                </a:lnTo>
                <a:lnTo>
                  <a:pt x="275301" y="156191"/>
                </a:lnTo>
                <a:lnTo>
                  <a:pt x="281864" y="165240"/>
                </a:lnTo>
                <a:lnTo>
                  <a:pt x="281902" y="165297"/>
                </a:lnTo>
                <a:lnTo>
                  <a:pt x="288284" y="174584"/>
                </a:lnTo>
                <a:lnTo>
                  <a:pt x="288322" y="174650"/>
                </a:lnTo>
                <a:lnTo>
                  <a:pt x="294523" y="184185"/>
                </a:lnTo>
                <a:lnTo>
                  <a:pt x="290598" y="183328"/>
                </a:lnTo>
                <a:lnTo>
                  <a:pt x="323012" y="162820"/>
                </a:lnTo>
                <a:lnTo>
                  <a:pt x="323917" y="162449"/>
                </a:lnTo>
                <a:lnTo>
                  <a:pt x="324888" y="162401"/>
                </a:lnTo>
                <a:lnTo>
                  <a:pt x="325812" y="162677"/>
                </a:lnTo>
                <a:lnTo>
                  <a:pt x="326603" y="163258"/>
                </a:lnTo>
                <a:lnTo>
                  <a:pt x="327146" y="164059"/>
                </a:lnTo>
                <a:lnTo>
                  <a:pt x="327393" y="165002"/>
                </a:lnTo>
                <a:lnTo>
                  <a:pt x="328517" y="178499"/>
                </a:lnTo>
                <a:lnTo>
                  <a:pt x="328527" y="178565"/>
                </a:lnTo>
                <a:lnTo>
                  <a:pt x="329346" y="192053"/>
                </a:lnTo>
                <a:lnTo>
                  <a:pt x="329346" y="192119"/>
                </a:lnTo>
                <a:lnTo>
                  <a:pt x="329860" y="205588"/>
                </a:lnTo>
                <a:lnTo>
                  <a:pt x="329860" y="205654"/>
                </a:lnTo>
                <a:lnTo>
                  <a:pt x="330070" y="219113"/>
                </a:lnTo>
                <a:lnTo>
                  <a:pt x="330070" y="219180"/>
                </a:lnTo>
                <a:lnTo>
                  <a:pt x="329965" y="232620"/>
                </a:lnTo>
                <a:lnTo>
                  <a:pt x="329965" y="232686"/>
                </a:lnTo>
                <a:lnTo>
                  <a:pt x="329555" y="246126"/>
                </a:lnTo>
                <a:lnTo>
                  <a:pt x="329555" y="246183"/>
                </a:lnTo>
                <a:lnTo>
                  <a:pt x="328841" y="259604"/>
                </a:lnTo>
                <a:lnTo>
                  <a:pt x="328832" y="259671"/>
                </a:lnTo>
                <a:lnTo>
                  <a:pt x="327812" y="273082"/>
                </a:lnTo>
                <a:lnTo>
                  <a:pt x="327546" y="274082"/>
                </a:lnTo>
                <a:lnTo>
                  <a:pt x="326936" y="274930"/>
                </a:lnTo>
                <a:lnTo>
                  <a:pt x="326069" y="275501"/>
                </a:lnTo>
                <a:lnTo>
                  <a:pt x="325050" y="275720"/>
                </a:lnTo>
                <a:lnTo>
                  <a:pt x="324021" y="275558"/>
                </a:lnTo>
                <a:lnTo>
                  <a:pt x="323117" y="275044"/>
                </a:lnTo>
                <a:lnTo>
                  <a:pt x="312887" y="266424"/>
                </a:lnTo>
                <a:lnTo>
                  <a:pt x="312944" y="266471"/>
                </a:lnTo>
                <a:lnTo>
                  <a:pt x="302685" y="258328"/>
                </a:lnTo>
                <a:lnTo>
                  <a:pt x="302752" y="258385"/>
                </a:lnTo>
                <a:lnTo>
                  <a:pt x="292456" y="250717"/>
                </a:lnTo>
                <a:lnTo>
                  <a:pt x="292532" y="250765"/>
                </a:lnTo>
                <a:lnTo>
                  <a:pt x="282216" y="243583"/>
                </a:lnTo>
                <a:lnTo>
                  <a:pt x="282292" y="243630"/>
                </a:lnTo>
                <a:lnTo>
                  <a:pt x="271948" y="236925"/>
                </a:lnTo>
                <a:lnTo>
                  <a:pt x="272024" y="236972"/>
                </a:lnTo>
                <a:lnTo>
                  <a:pt x="261652" y="230743"/>
                </a:lnTo>
                <a:lnTo>
                  <a:pt x="261737" y="230791"/>
                </a:lnTo>
                <a:lnTo>
                  <a:pt x="251336" y="225047"/>
                </a:lnTo>
                <a:lnTo>
                  <a:pt x="251431" y="225095"/>
                </a:lnTo>
                <a:lnTo>
                  <a:pt x="241002" y="219818"/>
                </a:lnTo>
                <a:lnTo>
                  <a:pt x="240201" y="219218"/>
                </a:lnTo>
                <a:lnTo>
                  <a:pt x="239659" y="218380"/>
                </a:lnTo>
                <a:lnTo>
                  <a:pt x="239439" y="217408"/>
                </a:lnTo>
                <a:lnTo>
                  <a:pt x="239563" y="216418"/>
                </a:lnTo>
                <a:lnTo>
                  <a:pt x="240030" y="215532"/>
                </a:lnTo>
                <a:lnTo>
                  <a:pt x="240763" y="214855"/>
                </a:lnTo>
                <a:lnTo>
                  <a:pt x="273177" y="194348"/>
                </a:lnTo>
                <a:lnTo>
                  <a:pt x="272310" y="198320"/>
                </a:lnTo>
                <a:lnTo>
                  <a:pt x="266433" y="189271"/>
                </a:lnTo>
                <a:lnTo>
                  <a:pt x="266471" y="189328"/>
                </a:lnTo>
                <a:lnTo>
                  <a:pt x="260423" y="180518"/>
                </a:lnTo>
                <a:lnTo>
                  <a:pt x="260461" y="180575"/>
                </a:lnTo>
                <a:lnTo>
                  <a:pt x="254241" y="171993"/>
                </a:lnTo>
                <a:lnTo>
                  <a:pt x="254289" y="172060"/>
                </a:lnTo>
                <a:lnTo>
                  <a:pt x="247898" y="163706"/>
                </a:lnTo>
                <a:lnTo>
                  <a:pt x="247945" y="163773"/>
                </a:lnTo>
                <a:lnTo>
                  <a:pt x="241392" y="155658"/>
                </a:lnTo>
                <a:lnTo>
                  <a:pt x="241440" y="155715"/>
                </a:lnTo>
                <a:lnTo>
                  <a:pt x="234715" y="147838"/>
                </a:lnTo>
                <a:lnTo>
                  <a:pt x="234763" y="147895"/>
                </a:lnTo>
                <a:lnTo>
                  <a:pt x="227867" y="140246"/>
                </a:lnTo>
                <a:lnTo>
                  <a:pt x="227924" y="140303"/>
                </a:lnTo>
                <a:lnTo>
                  <a:pt x="220856" y="132893"/>
                </a:lnTo>
                <a:lnTo>
                  <a:pt x="220913" y="132950"/>
                </a:lnTo>
                <a:lnTo>
                  <a:pt x="213684" y="125778"/>
                </a:lnTo>
                <a:lnTo>
                  <a:pt x="213741" y="125825"/>
                </a:lnTo>
                <a:lnTo>
                  <a:pt x="206340" y="118891"/>
                </a:lnTo>
                <a:lnTo>
                  <a:pt x="206397" y="118939"/>
                </a:lnTo>
                <a:lnTo>
                  <a:pt x="198834" y="112233"/>
                </a:lnTo>
                <a:lnTo>
                  <a:pt x="198892" y="112281"/>
                </a:lnTo>
                <a:lnTo>
                  <a:pt x="191157" y="105813"/>
                </a:lnTo>
                <a:lnTo>
                  <a:pt x="191224" y="105861"/>
                </a:lnTo>
                <a:lnTo>
                  <a:pt x="183318" y="99622"/>
                </a:lnTo>
                <a:lnTo>
                  <a:pt x="183375" y="99670"/>
                </a:lnTo>
                <a:lnTo>
                  <a:pt x="175308" y="93659"/>
                </a:lnTo>
                <a:lnTo>
                  <a:pt x="175374" y="93707"/>
                </a:lnTo>
                <a:lnTo>
                  <a:pt x="167126" y="87935"/>
                </a:lnTo>
                <a:lnTo>
                  <a:pt x="167192" y="87982"/>
                </a:lnTo>
                <a:lnTo>
                  <a:pt x="158782" y="82439"/>
                </a:lnTo>
                <a:lnTo>
                  <a:pt x="158848" y="82486"/>
                </a:lnTo>
                <a:lnTo>
                  <a:pt x="150276" y="77181"/>
                </a:lnTo>
                <a:lnTo>
                  <a:pt x="150343" y="77219"/>
                </a:lnTo>
                <a:lnTo>
                  <a:pt x="141589" y="72152"/>
                </a:lnTo>
                <a:lnTo>
                  <a:pt x="141665" y="72190"/>
                </a:lnTo>
                <a:lnTo>
                  <a:pt x="132750" y="67351"/>
                </a:lnTo>
                <a:lnTo>
                  <a:pt x="132817" y="67389"/>
                </a:lnTo>
                <a:lnTo>
                  <a:pt x="123730" y="62789"/>
                </a:lnTo>
                <a:lnTo>
                  <a:pt x="123806" y="62817"/>
                </a:lnTo>
                <a:lnTo>
                  <a:pt x="114548" y="58455"/>
                </a:lnTo>
                <a:lnTo>
                  <a:pt x="114614" y="58483"/>
                </a:lnTo>
                <a:lnTo>
                  <a:pt x="105194" y="54350"/>
                </a:lnTo>
                <a:lnTo>
                  <a:pt x="105270" y="54378"/>
                </a:lnTo>
                <a:lnTo>
                  <a:pt x="95669" y="50473"/>
                </a:lnTo>
                <a:lnTo>
                  <a:pt x="95745" y="50502"/>
                </a:lnTo>
                <a:lnTo>
                  <a:pt x="85982" y="46834"/>
                </a:lnTo>
                <a:lnTo>
                  <a:pt x="86058" y="46863"/>
                </a:lnTo>
                <a:lnTo>
                  <a:pt x="76124" y="43424"/>
                </a:lnTo>
                <a:lnTo>
                  <a:pt x="76200" y="43453"/>
                </a:lnTo>
                <a:lnTo>
                  <a:pt x="66094" y="40253"/>
                </a:lnTo>
                <a:lnTo>
                  <a:pt x="66170" y="40272"/>
                </a:lnTo>
                <a:lnTo>
                  <a:pt x="55902" y="37309"/>
                </a:lnTo>
                <a:lnTo>
                  <a:pt x="55969" y="37328"/>
                </a:lnTo>
                <a:lnTo>
                  <a:pt x="45539" y="34595"/>
                </a:lnTo>
                <a:lnTo>
                  <a:pt x="45606" y="34614"/>
                </a:lnTo>
                <a:lnTo>
                  <a:pt x="35004" y="32109"/>
                </a:lnTo>
                <a:lnTo>
                  <a:pt x="35071" y="32128"/>
                </a:lnTo>
                <a:lnTo>
                  <a:pt x="24298" y="29861"/>
                </a:lnTo>
                <a:lnTo>
                  <a:pt x="24365" y="29880"/>
                </a:lnTo>
                <a:lnTo>
                  <a:pt x="13421" y="27842"/>
                </a:lnTo>
                <a:lnTo>
                  <a:pt x="13487" y="27861"/>
                </a:lnTo>
                <a:lnTo>
                  <a:pt x="2372" y="26060"/>
                </a:lnTo>
                <a:lnTo>
                  <a:pt x="1334" y="25679"/>
                </a:lnTo>
                <a:lnTo>
                  <a:pt x="524" y="24927"/>
                </a:lnTo>
                <a:lnTo>
                  <a:pt x="57" y="23927"/>
                </a:lnTo>
                <a:lnTo>
                  <a:pt x="0" y="22812"/>
                </a:lnTo>
                <a:lnTo>
                  <a:pt x="3058" y="2438"/>
                </a:lnTo>
                <a:lnTo>
                  <a:pt x="3381" y="1476"/>
                </a:lnTo>
                <a:lnTo>
                  <a:pt x="4020" y="695"/>
                </a:lnTo>
                <a:lnTo>
                  <a:pt x="4896" y="181"/>
                </a:lnTo>
                <a:lnTo>
                  <a:pt x="5886" y="0"/>
                </a:lnTo>
                <a:lnTo>
                  <a:pt x="6344" y="38"/>
                </a:lnTo>
                <a:lnTo>
                  <a:pt x="18031" y="1924"/>
                </a:lnTo>
                <a:close/>
                <a:moveTo>
                  <a:pt x="5429" y="5677"/>
                </a:moveTo>
                <a:lnTo>
                  <a:pt x="5886" y="5715"/>
                </a:lnTo>
                <a:lnTo>
                  <a:pt x="8715" y="3286"/>
                </a:lnTo>
                <a:lnTo>
                  <a:pt x="5658" y="23660"/>
                </a:lnTo>
                <a:lnTo>
                  <a:pt x="3286" y="20422"/>
                </a:lnTo>
                <a:lnTo>
                  <a:pt x="14392" y="22212"/>
                </a:lnTo>
                <a:lnTo>
                  <a:pt x="14459" y="22231"/>
                </a:lnTo>
                <a:lnTo>
                  <a:pt x="25403" y="24260"/>
                </a:lnTo>
                <a:lnTo>
                  <a:pt x="25470" y="24270"/>
                </a:lnTo>
                <a:lnTo>
                  <a:pt x="36243" y="26537"/>
                </a:lnTo>
                <a:lnTo>
                  <a:pt x="36309" y="26546"/>
                </a:lnTo>
                <a:lnTo>
                  <a:pt x="46911" y="29051"/>
                </a:lnTo>
                <a:lnTo>
                  <a:pt x="46987" y="29061"/>
                </a:lnTo>
                <a:lnTo>
                  <a:pt x="57417" y="31794"/>
                </a:lnTo>
                <a:lnTo>
                  <a:pt x="57483" y="31813"/>
                </a:lnTo>
                <a:lnTo>
                  <a:pt x="67751" y="34785"/>
                </a:lnTo>
                <a:lnTo>
                  <a:pt x="67828" y="34804"/>
                </a:lnTo>
                <a:lnTo>
                  <a:pt x="77924" y="38005"/>
                </a:lnTo>
                <a:lnTo>
                  <a:pt x="77991" y="38024"/>
                </a:lnTo>
                <a:lnTo>
                  <a:pt x="87925" y="41462"/>
                </a:lnTo>
                <a:lnTo>
                  <a:pt x="87992" y="41491"/>
                </a:lnTo>
                <a:lnTo>
                  <a:pt x="97755" y="45158"/>
                </a:lnTo>
                <a:lnTo>
                  <a:pt x="97831" y="45187"/>
                </a:lnTo>
                <a:lnTo>
                  <a:pt x="107423" y="49082"/>
                </a:lnTo>
                <a:lnTo>
                  <a:pt x="107490" y="49111"/>
                </a:lnTo>
                <a:lnTo>
                  <a:pt x="116919" y="53254"/>
                </a:lnTo>
                <a:lnTo>
                  <a:pt x="116986" y="53283"/>
                </a:lnTo>
                <a:lnTo>
                  <a:pt x="126244" y="57655"/>
                </a:lnTo>
                <a:lnTo>
                  <a:pt x="126311" y="57683"/>
                </a:lnTo>
                <a:lnTo>
                  <a:pt x="135398" y="62293"/>
                </a:lnTo>
                <a:lnTo>
                  <a:pt x="135474" y="62332"/>
                </a:lnTo>
                <a:lnTo>
                  <a:pt x="144389" y="67170"/>
                </a:lnTo>
                <a:lnTo>
                  <a:pt x="144456" y="67208"/>
                </a:lnTo>
                <a:lnTo>
                  <a:pt x="153210" y="72276"/>
                </a:lnTo>
                <a:lnTo>
                  <a:pt x="153276" y="72323"/>
                </a:lnTo>
                <a:lnTo>
                  <a:pt x="161858" y="77629"/>
                </a:lnTo>
                <a:lnTo>
                  <a:pt x="161925" y="77667"/>
                </a:lnTo>
                <a:lnTo>
                  <a:pt x="170336" y="83210"/>
                </a:lnTo>
                <a:lnTo>
                  <a:pt x="170402" y="83258"/>
                </a:lnTo>
                <a:lnTo>
                  <a:pt x="178651" y="89030"/>
                </a:lnTo>
                <a:lnTo>
                  <a:pt x="178718" y="89078"/>
                </a:lnTo>
                <a:lnTo>
                  <a:pt x="186795" y="95088"/>
                </a:lnTo>
                <a:lnTo>
                  <a:pt x="186852" y="95136"/>
                </a:lnTo>
                <a:lnTo>
                  <a:pt x="194758" y="101375"/>
                </a:lnTo>
                <a:lnTo>
                  <a:pt x="194824" y="101422"/>
                </a:lnTo>
                <a:lnTo>
                  <a:pt x="202559" y="107899"/>
                </a:lnTo>
                <a:lnTo>
                  <a:pt x="202625" y="107956"/>
                </a:lnTo>
                <a:lnTo>
                  <a:pt x="210188" y="114662"/>
                </a:lnTo>
                <a:lnTo>
                  <a:pt x="210255" y="114719"/>
                </a:lnTo>
                <a:lnTo>
                  <a:pt x="217656" y="121663"/>
                </a:lnTo>
                <a:lnTo>
                  <a:pt x="217713" y="121720"/>
                </a:lnTo>
                <a:lnTo>
                  <a:pt x="224942" y="128892"/>
                </a:lnTo>
                <a:lnTo>
                  <a:pt x="225000" y="128949"/>
                </a:lnTo>
                <a:lnTo>
                  <a:pt x="232058" y="136360"/>
                </a:lnTo>
                <a:lnTo>
                  <a:pt x="232115" y="136417"/>
                </a:lnTo>
                <a:lnTo>
                  <a:pt x="239011" y="144066"/>
                </a:lnTo>
                <a:lnTo>
                  <a:pt x="239058" y="144123"/>
                </a:lnTo>
                <a:lnTo>
                  <a:pt x="245783" y="152000"/>
                </a:lnTo>
                <a:lnTo>
                  <a:pt x="245831" y="152067"/>
                </a:lnTo>
                <a:lnTo>
                  <a:pt x="252393" y="160172"/>
                </a:lnTo>
                <a:lnTo>
                  <a:pt x="252441" y="160239"/>
                </a:lnTo>
                <a:lnTo>
                  <a:pt x="258823" y="168583"/>
                </a:lnTo>
                <a:lnTo>
                  <a:pt x="258870" y="168640"/>
                </a:lnTo>
                <a:lnTo>
                  <a:pt x="265090" y="177222"/>
                </a:lnTo>
                <a:lnTo>
                  <a:pt x="265128" y="177279"/>
                </a:lnTo>
                <a:lnTo>
                  <a:pt x="271186" y="186099"/>
                </a:lnTo>
                <a:lnTo>
                  <a:pt x="271224" y="186157"/>
                </a:lnTo>
                <a:lnTo>
                  <a:pt x="277101" y="195205"/>
                </a:lnTo>
                <a:lnTo>
                  <a:pt x="277520" y="196253"/>
                </a:lnTo>
                <a:lnTo>
                  <a:pt x="277501" y="197377"/>
                </a:lnTo>
                <a:lnTo>
                  <a:pt x="277054" y="198406"/>
                </a:lnTo>
                <a:lnTo>
                  <a:pt x="276235" y="199177"/>
                </a:lnTo>
                <a:lnTo>
                  <a:pt x="243821" y="219685"/>
                </a:lnTo>
                <a:lnTo>
                  <a:pt x="243583" y="214722"/>
                </a:lnTo>
                <a:lnTo>
                  <a:pt x="254013" y="219989"/>
                </a:lnTo>
                <a:lnTo>
                  <a:pt x="254108" y="220047"/>
                </a:lnTo>
                <a:lnTo>
                  <a:pt x="264509" y="225790"/>
                </a:lnTo>
                <a:lnTo>
                  <a:pt x="264595" y="225847"/>
                </a:lnTo>
                <a:lnTo>
                  <a:pt x="274968" y="232077"/>
                </a:lnTo>
                <a:lnTo>
                  <a:pt x="275053" y="232124"/>
                </a:lnTo>
                <a:lnTo>
                  <a:pt x="285398" y="238839"/>
                </a:lnTo>
                <a:lnTo>
                  <a:pt x="285483" y="238887"/>
                </a:lnTo>
                <a:lnTo>
                  <a:pt x="295799" y="246078"/>
                </a:lnTo>
                <a:lnTo>
                  <a:pt x="295875" y="246126"/>
                </a:lnTo>
                <a:lnTo>
                  <a:pt x="306162" y="253794"/>
                </a:lnTo>
                <a:lnTo>
                  <a:pt x="306238" y="253851"/>
                </a:lnTo>
                <a:lnTo>
                  <a:pt x="316497" y="261995"/>
                </a:lnTo>
                <a:lnTo>
                  <a:pt x="316563" y="262052"/>
                </a:lnTo>
                <a:lnTo>
                  <a:pt x="326803" y="270672"/>
                </a:lnTo>
                <a:lnTo>
                  <a:pt x="322116" y="272644"/>
                </a:lnTo>
                <a:lnTo>
                  <a:pt x="323136" y="259242"/>
                </a:lnTo>
                <a:lnTo>
                  <a:pt x="323136" y="259299"/>
                </a:lnTo>
                <a:lnTo>
                  <a:pt x="323850" y="245878"/>
                </a:lnTo>
                <a:lnTo>
                  <a:pt x="323850" y="245945"/>
                </a:lnTo>
                <a:lnTo>
                  <a:pt x="324260" y="232515"/>
                </a:lnTo>
                <a:lnTo>
                  <a:pt x="324250" y="232581"/>
                </a:lnTo>
                <a:lnTo>
                  <a:pt x="324355" y="219132"/>
                </a:lnTo>
                <a:lnTo>
                  <a:pt x="324355" y="219199"/>
                </a:lnTo>
                <a:lnTo>
                  <a:pt x="324145" y="205740"/>
                </a:lnTo>
                <a:lnTo>
                  <a:pt x="324155" y="205807"/>
                </a:lnTo>
                <a:lnTo>
                  <a:pt x="323640" y="192329"/>
                </a:lnTo>
                <a:lnTo>
                  <a:pt x="323640" y="192395"/>
                </a:lnTo>
                <a:lnTo>
                  <a:pt x="322821" y="178908"/>
                </a:lnTo>
                <a:lnTo>
                  <a:pt x="322821" y="178975"/>
                </a:lnTo>
                <a:lnTo>
                  <a:pt x="321697" y="165478"/>
                </a:lnTo>
                <a:lnTo>
                  <a:pt x="326069" y="167659"/>
                </a:lnTo>
                <a:lnTo>
                  <a:pt x="293656" y="188157"/>
                </a:lnTo>
                <a:lnTo>
                  <a:pt x="292627" y="188557"/>
                </a:lnTo>
                <a:lnTo>
                  <a:pt x="291513" y="188538"/>
                </a:lnTo>
                <a:lnTo>
                  <a:pt x="290503" y="188100"/>
                </a:lnTo>
                <a:lnTo>
                  <a:pt x="289731" y="187300"/>
                </a:lnTo>
                <a:lnTo>
                  <a:pt x="283531" y="177765"/>
                </a:lnTo>
                <a:lnTo>
                  <a:pt x="283569" y="177822"/>
                </a:lnTo>
                <a:lnTo>
                  <a:pt x="277187" y="168526"/>
                </a:lnTo>
                <a:lnTo>
                  <a:pt x="277235" y="168592"/>
                </a:lnTo>
                <a:lnTo>
                  <a:pt x="270681" y="159544"/>
                </a:lnTo>
                <a:lnTo>
                  <a:pt x="270720" y="159601"/>
                </a:lnTo>
                <a:lnTo>
                  <a:pt x="263985" y="150800"/>
                </a:lnTo>
                <a:lnTo>
                  <a:pt x="264033" y="150857"/>
                </a:lnTo>
                <a:lnTo>
                  <a:pt x="257127" y="142303"/>
                </a:lnTo>
                <a:lnTo>
                  <a:pt x="257175" y="142370"/>
                </a:lnTo>
                <a:lnTo>
                  <a:pt x="250088" y="134055"/>
                </a:lnTo>
                <a:lnTo>
                  <a:pt x="250136" y="134122"/>
                </a:lnTo>
                <a:lnTo>
                  <a:pt x="242878" y="126054"/>
                </a:lnTo>
                <a:lnTo>
                  <a:pt x="242935" y="126111"/>
                </a:lnTo>
                <a:lnTo>
                  <a:pt x="235487" y="118300"/>
                </a:lnTo>
                <a:lnTo>
                  <a:pt x="235544" y="118358"/>
                </a:lnTo>
                <a:lnTo>
                  <a:pt x="227924" y="110795"/>
                </a:lnTo>
                <a:lnTo>
                  <a:pt x="227990" y="110852"/>
                </a:lnTo>
                <a:lnTo>
                  <a:pt x="220189" y="103527"/>
                </a:lnTo>
                <a:lnTo>
                  <a:pt x="220247" y="103584"/>
                </a:lnTo>
                <a:lnTo>
                  <a:pt x="212284" y="96507"/>
                </a:lnTo>
                <a:lnTo>
                  <a:pt x="212341" y="96564"/>
                </a:lnTo>
                <a:lnTo>
                  <a:pt x="204197" y="89735"/>
                </a:lnTo>
                <a:lnTo>
                  <a:pt x="204254" y="89792"/>
                </a:lnTo>
                <a:lnTo>
                  <a:pt x="195929" y="83210"/>
                </a:lnTo>
                <a:lnTo>
                  <a:pt x="195996" y="83258"/>
                </a:lnTo>
                <a:lnTo>
                  <a:pt x="187490" y="76924"/>
                </a:lnTo>
                <a:lnTo>
                  <a:pt x="187557" y="76981"/>
                </a:lnTo>
                <a:lnTo>
                  <a:pt x="178880" y="70895"/>
                </a:lnTo>
                <a:lnTo>
                  <a:pt x="178946" y="70942"/>
                </a:lnTo>
                <a:lnTo>
                  <a:pt x="170088" y="65094"/>
                </a:lnTo>
                <a:lnTo>
                  <a:pt x="170164" y="65141"/>
                </a:lnTo>
                <a:lnTo>
                  <a:pt x="161125" y="59550"/>
                </a:lnTo>
                <a:lnTo>
                  <a:pt x="161192" y="59588"/>
                </a:lnTo>
                <a:lnTo>
                  <a:pt x="151990" y="54245"/>
                </a:lnTo>
                <a:lnTo>
                  <a:pt x="152057" y="54283"/>
                </a:lnTo>
                <a:lnTo>
                  <a:pt x="142665" y="49187"/>
                </a:lnTo>
                <a:lnTo>
                  <a:pt x="142742" y="49225"/>
                </a:lnTo>
                <a:lnTo>
                  <a:pt x="133179" y="44377"/>
                </a:lnTo>
                <a:lnTo>
                  <a:pt x="133245" y="44406"/>
                </a:lnTo>
                <a:lnTo>
                  <a:pt x="123501" y="39805"/>
                </a:lnTo>
                <a:lnTo>
                  <a:pt x="123577" y="39834"/>
                </a:lnTo>
                <a:lnTo>
                  <a:pt x="113662" y="35481"/>
                </a:lnTo>
                <a:lnTo>
                  <a:pt x="113728" y="35509"/>
                </a:lnTo>
                <a:lnTo>
                  <a:pt x="103632" y="31394"/>
                </a:lnTo>
                <a:lnTo>
                  <a:pt x="103708" y="31423"/>
                </a:lnTo>
                <a:lnTo>
                  <a:pt x="93431" y="27565"/>
                </a:lnTo>
                <a:lnTo>
                  <a:pt x="93507" y="27584"/>
                </a:lnTo>
                <a:lnTo>
                  <a:pt x="83058" y="23974"/>
                </a:lnTo>
                <a:lnTo>
                  <a:pt x="83125" y="23993"/>
                </a:lnTo>
                <a:lnTo>
                  <a:pt x="72504" y="20622"/>
                </a:lnTo>
                <a:lnTo>
                  <a:pt x="72571" y="20641"/>
                </a:lnTo>
                <a:lnTo>
                  <a:pt x="61770" y="17516"/>
                </a:lnTo>
                <a:lnTo>
                  <a:pt x="61836" y="17545"/>
                </a:lnTo>
                <a:lnTo>
                  <a:pt x="50854" y="14659"/>
                </a:lnTo>
                <a:lnTo>
                  <a:pt x="50921" y="14678"/>
                </a:lnTo>
                <a:lnTo>
                  <a:pt x="39767" y="12049"/>
                </a:lnTo>
                <a:lnTo>
                  <a:pt x="39834" y="12068"/>
                </a:lnTo>
                <a:lnTo>
                  <a:pt x="28499" y="9677"/>
                </a:lnTo>
                <a:lnTo>
                  <a:pt x="28565" y="9696"/>
                </a:lnTo>
                <a:lnTo>
                  <a:pt x="17059" y="7553"/>
                </a:lnTo>
                <a:lnTo>
                  <a:pt x="17116" y="7572"/>
                </a:lnTo>
                <a:lnTo>
                  <a:pt x="5429" y="5677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Editable frame or arrow 3463">
            <a:extLst xmlns:a="http://schemas.openxmlformats.org/drawingml/2006/main">
              <a:ext uri="{FF2B5EF4-FFF2-40B4-BE49-F238E27FC236}">
                <a16:creationId xmlns:a16="http://schemas.microsoft.com/office/drawing/2014/main" id="{367013CA-1DDB-4A66-9A17-59B51399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615" y="3461995"/>
            <a:ext cx="351492" cy="266148"/>
          </a:xfrm>
          <a:custGeom xmlns:a="http://schemas.openxmlformats.org/drawingml/2006/main">
            <a:pathLst>
              <a:path w="351492" h="266148">
                <a:moveTo>
                  <a:pt x="0" y="257261"/>
                </a:moveTo>
                <a:cubicBezTo>
                  <a:pt x="54750" y="142637"/>
                  <a:pt x="140941" y="69209"/>
                  <a:pt x="258575" y="36995"/>
                </a:cubicBezTo>
                <a:lnTo>
                  <a:pt x="248450" y="0"/>
                </a:lnTo>
                <a:cubicBezTo>
                  <a:pt x="283883" y="7258"/>
                  <a:pt x="318230" y="17612"/>
                  <a:pt x="351492" y="31061"/>
                </a:cubicBezTo>
                <a:cubicBezTo>
                  <a:pt x="320907" y="50225"/>
                  <a:pt x="295132" y="71161"/>
                  <a:pt x="274158" y="93869"/>
                </a:cubicBezTo>
                <a:lnTo>
                  <a:pt x="264023" y="56874"/>
                </a:lnTo>
                <a:cubicBezTo>
                  <a:pt x="152448" y="87430"/>
                  <a:pt x="70637" y="157191"/>
                  <a:pt x="18593" y="266148"/>
                </a:cubicBezTo>
                <a:lnTo>
                  <a:pt x="0" y="257261"/>
                </a:ln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Editable frame or arrow 3832">
            <a:extLst xmlns:a="http://schemas.openxmlformats.org/drawingml/2006/main">
              <a:ext uri="{FF2B5EF4-FFF2-40B4-BE49-F238E27FC236}">
                <a16:creationId xmlns:a16="http://schemas.microsoft.com/office/drawing/2014/main" id="{A127D87C-D5CF-4912-9B27-00D39FCF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757" y="3459156"/>
            <a:ext cx="357188" cy="271834"/>
          </a:xfrm>
          <a:custGeom xmlns:a="http://schemas.openxmlformats.org/drawingml/2006/main">
            <a:pathLst>
              <a:path w="357188" h="271834">
                <a:moveTo>
                  <a:pt x="5515" y="248212"/>
                </a:moveTo>
                <a:lnTo>
                  <a:pt x="5544" y="248155"/>
                </a:lnTo>
                <a:lnTo>
                  <a:pt x="10954" y="237773"/>
                </a:lnTo>
                <a:lnTo>
                  <a:pt x="10982" y="237706"/>
                </a:lnTo>
                <a:lnTo>
                  <a:pt x="16583" y="227571"/>
                </a:lnTo>
                <a:lnTo>
                  <a:pt x="16612" y="227505"/>
                </a:lnTo>
                <a:lnTo>
                  <a:pt x="22393" y="217608"/>
                </a:lnTo>
                <a:lnTo>
                  <a:pt x="22431" y="217541"/>
                </a:lnTo>
                <a:lnTo>
                  <a:pt x="28394" y="207883"/>
                </a:lnTo>
                <a:lnTo>
                  <a:pt x="28432" y="207826"/>
                </a:lnTo>
                <a:lnTo>
                  <a:pt x="34576" y="198406"/>
                </a:lnTo>
                <a:lnTo>
                  <a:pt x="34614" y="198349"/>
                </a:lnTo>
                <a:lnTo>
                  <a:pt x="40948" y="189166"/>
                </a:lnTo>
                <a:lnTo>
                  <a:pt x="40986" y="189109"/>
                </a:lnTo>
                <a:lnTo>
                  <a:pt x="47501" y="180175"/>
                </a:lnTo>
                <a:lnTo>
                  <a:pt x="47549" y="180108"/>
                </a:lnTo>
                <a:lnTo>
                  <a:pt x="54245" y="171421"/>
                </a:lnTo>
                <a:lnTo>
                  <a:pt x="54292" y="171355"/>
                </a:lnTo>
                <a:lnTo>
                  <a:pt x="61179" y="162906"/>
                </a:lnTo>
                <a:lnTo>
                  <a:pt x="61227" y="162849"/>
                </a:lnTo>
                <a:lnTo>
                  <a:pt x="68294" y="154638"/>
                </a:lnTo>
                <a:lnTo>
                  <a:pt x="68351" y="154572"/>
                </a:lnTo>
                <a:lnTo>
                  <a:pt x="75600" y="146609"/>
                </a:lnTo>
                <a:lnTo>
                  <a:pt x="75657" y="146552"/>
                </a:lnTo>
                <a:lnTo>
                  <a:pt x="83087" y="138817"/>
                </a:lnTo>
                <a:lnTo>
                  <a:pt x="83144" y="138760"/>
                </a:lnTo>
                <a:lnTo>
                  <a:pt x="90764" y="131274"/>
                </a:lnTo>
                <a:lnTo>
                  <a:pt x="90821" y="131216"/>
                </a:lnTo>
                <a:lnTo>
                  <a:pt x="98631" y="123977"/>
                </a:lnTo>
                <a:lnTo>
                  <a:pt x="98689" y="123920"/>
                </a:lnTo>
                <a:lnTo>
                  <a:pt x="106680" y="116919"/>
                </a:lnTo>
                <a:lnTo>
                  <a:pt x="106737" y="116862"/>
                </a:lnTo>
                <a:lnTo>
                  <a:pt x="114910" y="110099"/>
                </a:lnTo>
                <a:lnTo>
                  <a:pt x="114976" y="110052"/>
                </a:lnTo>
                <a:lnTo>
                  <a:pt x="123330" y="103527"/>
                </a:lnTo>
                <a:lnTo>
                  <a:pt x="123396" y="103480"/>
                </a:lnTo>
                <a:lnTo>
                  <a:pt x="131940" y="97193"/>
                </a:lnTo>
                <a:lnTo>
                  <a:pt x="132007" y="97145"/>
                </a:lnTo>
                <a:lnTo>
                  <a:pt x="140732" y="91116"/>
                </a:lnTo>
                <a:lnTo>
                  <a:pt x="140799" y="91069"/>
                </a:lnTo>
                <a:lnTo>
                  <a:pt x="149714" y="85268"/>
                </a:lnTo>
                <a:lnTo>
                  <a:pt x="149781" y="85230"/>
                </a:lnTo>
                <a:lnTo>
                  <a:pt x="158877" y="79667"/>
                </a:lnTo>
                <a:lnTo>
                  <a:pt x="158944" y="79629"/>
                </a:lnTo>
                <a:lnTo>
                  <a:pt x="168221" y="74314"/>
                </a:lnTo>
                <a:lnTo>
                  <a:pt x="168288" y="74276"/>
                </a:lnTo>
                <a:lnTo>
                  <a:pt x="177756" y="69209"/>
                </a:lnTo>
                <a:lnTo>
                  <a:pt x="177822" y="69171"/>
                </a:lnTo>
                <a:lnTo>
                  <a:pt x="187471" y="64332"/>
                </a:lnTo>
                <a:lnTo>
                  <a:pt x="187538" y="64303"/>
                </a:lnTo>
                <a:lnTo>
                  <a:pt x="197377" y="59712"/>
                </a:lnTo>
                <a:lnTo>
                  <a:pt x="197444" y="59684"/>
                </a:lnTo>
                <a:lnTo>
                  <a:pt x="207455" y="55331"/>
                </a:lnTo>
                <a:lnTo>
                  <a:pt x="207531" y="55302"/>
                </a:lnTo>
                <a:lnTo>
                  <a:pt x="217732" y="51197"/>
                </a:lnTo>
                <a:lnTo>
                  <a:pt x="217799" y="51168"/>
                </a:lnTo>
                <a:lnTo>
                  <a:pt x="228181" y="47301"/>
                </a:lnTo>
                <a:lnTo>
                  <a:pt x="228257" y="47282"/>
                </a:lnTo>
                <a:lnTo>
                  <a:pt x="238820" y="43653"/>
                </a:lnTo>
                <a:lnTo>
                  <a:pt x="238887" y="43634"/>
                </a:lnTo>
                <a:lnTo>
                  <a:pt x="249641" y="40243"/>
                </a:lnTo>
                <a:lnTo>
                  <a:pt x="249707" y="40224"/>
                </a:lnTo>
                <a:lnTo>
                  <a:pt x="260652" y="37090"/>
                </a:lnTo>
                <a:lnTo>
                  <a:pt x="258680" y="40586"/>
                </a:lnTo>
                <a:lnTo>
                  <a:pt x="248545" y="3591"/>
                </a:lnTo>
                <a:lnTo>
                  <a:pt x="248460" y="2619"/>
                </a:lnTo>
                <a:lnTo>
                  <a:pt x="248688" y="1676"/>
                </a:lnTo>
                <a:lnTo>
                  <a:pt x="249231" y="867"/>
                </a:lnTo>
                <a:lnTo>
                  <a:pt x="250012" y="286"/>
                </a:lnTo>
                <a:lnTo>
                  <a:pt x="250936" y="0"/>
                </a:lnTo>
                <a:lnTo>
                  <a:pt x="251908" y="48"/>
                </a:lnTo>
                <a:lnTo>
                  <a:pt x="265147" y="2915"/>
                </a:lnTo>
                <a:lnTo>
                  <a:pt x="265214" y="2924"/>
                </a:lnTo>
                <a:lnTo>
                  <a:pt x="278349" y="6086"/>
                </a:lnTo>
                <a:lnTo>
                  <a:pt x="278406" y="6096"/>
                </a:lnTo>
                <a:lnTo>
                  <a:pt x="291446" y="9544"/>
                </a:lnTo>
                <a:lnTo>
                  <a:pt x="291503" y="9563"/>
                </a:lnTo>
                <a:lnTo>
                  <a:pt x="304438" y="13297"/>
                </a:lnTo>
                <a:lnTo>
                  <a:pt x="304505" y="13316"/>
                </a:lnTo>
                <a:lnTo>
                  <a:pt x="317325" y="17345"/>
                </a:lnTo>
                <a:lnTo>
                  <a:pt x="317392" y="17364"/>
                </a:lnTo>
                <a:lnTo>
                  <a:pt x="330117" y="21688"/>
                </a:lnTo>
                <a:lnTo>
                  <a:pt x="330184" y="21707"/>
                </a:lnTo>
                <a:lnTo>
                  <a:pt x="342805" y="26318"/>
                </a:lnTo>
                <a:lnTo>
                  <a:pt x="342862" y="26337"/>
                </a:lnTo>
                <a:lnTo>
                  <a:pt x="355387" y="31242"/>
                </a:lnTo>
                <a:lnTo>
                  <a:pt x="356273" y="31785"/>
                </a:lnTo>
                <a:lnTo>
                  <a:pt x="356902" y="32614"/>
                </a:lnTo>
                <a:lnTo>
                  <a:pt x="357188" y="33614"/>
                </a:lnTo>
                <a:lnTo>
                  <a:pt x="357102" y="34652"/>
                </a:lnTo>
                <a:lnTo>
                  <a:pt x="356654" y="35585"/>
                </a:lnTo>
                <a:lnTo>
                  <a:pt x="355892" y="36300"/>
                </a:lnTo>
                <a:lnTo>
                  <a:pt x="344653" y="43567"/>
                </a:lnTo>
                <a:lnTo>
                  <a:pt x="344729" y="43520"/>
                </a:lnTo>
                <a:lnTo>
                  <a:pt x="333937" y="50959"/>
                </a:lnTo>
                <a:lnTo>
                  <a:pt x="334004" y="50911"/>
                </a:lnTo>
                <a:lnTo>
                  <a:pt x="323660" y="58512"/>
                </a:lnTo>
                <a:lnTo>
                  <a:pt x="323736" y="58455"/>
                </a:lnTo>
                <a:lnTo>
                  <a:pt x="313839" y="66218"/>
                </a:lnTo>
                <a:lnTo>
                  <a:pt x="313915" y="66161"/>
                </a:lnTo>
                <a:lnTo>
                  <a:pt x="304476" y="74095"/>
                </a:lnTo>
                <a:lnTo>
                  <a:pt x="304552" y="74028"/>
                </a:lnTo>
                <a:lnTo>
                  <a:pt x="295561" y="82134"/>
                </a:lnTo>
                <a:lnTo>
                  <a:pt x="295637" y="82058"/>
                </a:lnTo>
                <a:lnTo>
                  <a:pt x="287093" y="90326"/>
                </a:lnTo>
                <a:lnTo>
                  <a:pt x="287169" y="90249"/>
                </a:lnTo>
                <a:lnTo>
                  <a:pt x="279073" y="98689"/>
                </a:lnTo>
                <a:lnTo>
                  <a:pt x="278273" y="99279"/>
                </a:lnTo>
                <a:lnTo>
                  <a:pt x="277311" y="99546"/>
                </a:lnTo>
                <a:lnTo>
                  <a:pt x="276311" y="99479"/>
                </a:lnTo>
                <a:lnTo>
                  <a:pt x="275396" y="99070"/>
                </a:lnTo>
                <a:lnTo>
                  <a:pt x="274682" y="98365"/>
                </a:lnTo>
                <a:lnTo>
                  <a:pt x="274253" y="97460"/>
                </a:lnTo>
                <a:lnTo>
                  <a:pt x="264128" y="60465"/>
                </a:lnTo>
                <a:lnTo>
                  <a:pt x="267672" y="62455"/>
                </a:lnTo>
                <a:lnTo>
                  <a:pt x="257299" y="65437"/>
                </a:lnTo>
                <a:lnTo>
                  <a:pt x="257365" y="65418"/>
                </a:lnTo>
                <a:lnTo>
                  <a:pt x="247164" y="68628"/>
                </a:lnTo>
                <a:lnTo>
                  <a:pt x="247240" y="68599"/>
                </a:lnTo>
                <a:lnTo>
                  <a:pt x="237211" y="72038"/>
                </a:lnTo>
                <a:lnTo>
                  <a:pt x="237287" y="72019"/>
                </a:lnTo>
                <a:lnTo>
                  <a:pt x="227428" y="75686"/>
                </a:lnTo>
                <a:lnTo>
                  <a:pt x="227505" y="75657"/>
                </a:lnTo>
                <a:lnTo>
                  <a:pt x="217827" y="79553"/>
                </a:lnTo>
                <a:lnTo>
                  <a:pt x="217894" y="79524"/>
                </a:lnTo>
                <a:lnTo>
                  <a:pt x="208397" y="83658"/>
                </a:lnTo>
                <a:lnTo>
                  <a:pt x="208464" y="83620"/>
                </a:lnTo>
                <a:lnTo>
                  <a:pt x="199139" y="87982"/>
                </a:lnTo>
                <a:lnTo>
                  <a:pt x="199215" y="87944"/>
                </a:lnTo>
                <a:lnTo>
                  <a:pt x="190062" y="92535"/>
                </a:lnTo>
                <a:lnTo>
                  <a:pt x="190129" y="92497"/>
                </a:lnTo>
                <a:lnTo>
                  <a:pt x="181156" y="97317"/>
                </a:lnTo>
                <a:lnTo>
                  <a:pt x="181223" y="97279"/>
                </a:lnTo>
                <a:lnTo>
                  <a:pt x="172422" y="102327"/>
                </a:lnTo>
                <a:lnTo>
                  <a:pt x="172488" y="102279"/>
                </a:lnTo>
                <a:lnTo>
                  <a:pt x="163859" y="107556"/>
                </a:lnTo>
                <a:lnTo>
                  <a:pt x="163925" y="107518"/>
                </a:lnTo>
                <a:lnTo>
                  <a:pt x="155477" y="113024"/>
                </a:lnTo>
                <a:lnTo>
                  <a:pt x="155543" y="112976"/>
                </a:lnTo>
                <a:lnTo>
                  <a:pt x="147256" y="118710"/>
                </a:lnTo>
                <a:lnTo>
                  <a:pt x="147323" y="118662"/>
                </a:lnTo>
                <a:lnTo>
                  <a:pt x="139217" y="124625"/>
                </a:lnTo>
                <a:lnTo>
                  <a:pt x="139284" y="124577"/>
                </a:lnTo>
                <a:lnTo>
                  <a:pt x="131359" y="130778"/>
                </a:lnTo>
                <a:lnTo>
                  <a:pt x="131416" y="130721"/>
                </a:lnTo>
                <a:lnTo>
                  <a:pt x="123663" y="137150"/>
                </a:lnTo>
                <a:lnTo>
                  <a:pt x="123730" y="137093"/>
                </a:lnTo>
                <a:lnTo>
                  <a:pt x="116138" y="143751"/>
                </a:lnTo>
                <a:lnTo>
                  <a:pt x="116205" y="143694"/>
                </a:lnTo>
                <a:lnTo>
                  <a:pt x="108795" y="150581"/>
                </a:lnTo>
                <a:lnTo>
                  <a:pt x="108852" y="150524"/>
                </a:lnTo>
                <a:lnTo>
                  <a:pt x="101622" y="157639"/>
                </a:lnTo>
                <a:lnTo>
                  <a:pt x="101679" y="157582"/>
                </a:lnTo>
                <a:lnTo>
                  <a:pt x="94621" y="164925"/>
                </a:lnTo>
                <a:lnTo>
                  <a:pt x="94669" y="164868"/>
                </a:lnTo>
                <a:lnTo>
                  <a:pt x="87782" y="172441"/>
                </a:lnTo>
                <a:lnTo>
                  <a:pt x="87840" y="172383"/>
                </a:lnTo>
                <a:lnTo>
                  <a:pt x="81124" y="180184"/>
                </a:lnTo>
                <a:lnTo>
                  <a:pt x="81182" y="180127"/>
                </a:lnTo>
                <a:lnTo>
                  <a:pt x="74638" y="188157"/>
                </a:lnTo>
                <a:lnTo>
                  <a:pt x="74686" y="188100"/>
                </a:lnTo>
                <a:lnTo>
                  <a:pt x="68332" y="196358"/>
                </a:lnTo>
                <a:lnTo>
                  <a:pt x="68370" y="196301"/>
                </a:lnTo>
                <a:lnTo>
                  <a:pt x="62189" y="204788"/>
                </a:lnTo>
                <a:lnTo>
                  <a:pt x="62227" y="204730"/>
                </a:lnTo>
                <a:lnTo>
                  <a:pt x="56217" y="213455"/>
                </a:lnTo>
                <a:lnTo>
                  <a:pt x="56255" y="213389"/>
                </a:lnTo>
                <a:lnTo>
                  <a:pt x="50416" y="222342"/>
                </a:lnTo>
                <a:lnTo>
                  <a:pt x="50454" y="222285"/>
                </a:lnTo>
                <a:lnTo>
                  <a:pt x="44796" y="231457"/>
                </a:lnTo>
                <a:lnTo>
                  <a:pt x="44834" y="231400"/>
                </a:lnTo>
                <a:lnTo>
                  <a:pt x="39338" y="240811"/>
                </a:lnTo>
                <a:lnTo>
                  <a:pt x="39376" y="240754"/>
                </a:lnTo>
                <a:lnTo>
                  <a:pt x="34061" y="250393"/>
                </a:lnTo>
                <a:lnTo>
                  <a:pt x="34090" y="250336"/>
                </a:lnTo>
                <a:lnTo>
                  <a:pt x="28956" y="260204"/>
                </a:lnTo>
                <a:lnTo>
                  <a:pt x="28985" y="260147"/>
                </a:lnTo>
                <a:lnTo>
                  <a:pt x="24013" y="270243"/>
                </a:lnTo>
                <a:lnTo>
                  <a:pt x="23346" y="271120"/>
                </a:lnTo>
                <a:lnTo>
                  <a:pt x="22393" y="271682"/>
                </a:lnTo>
                <a:lnTo>
                  <a:pt x="21288" y="271834"/>
                </a:lnTo>
                <a:lnTo>
                  <a:pt x="20222" y="271558"/>
                </a:lnTo>
                <a:lnTo>
                  <a:pt x="1619" y="262680"/>
                </a:lnTo>
                <a:lnTo>
                  <a:pt x="800" y="262090"/>
                </a:lnTo>
                <a:lnTo>
                  <a:pt x="238" y="261252"/>
                </a:lnTo>
                <a:lnTo>
                  <a:pt x="0" y="260271"/>
                </a:lnTo>
                <a:lnTo>
                  <a:pt x="124" y="259261"/>
                </a:lnTo>
                <a:lnTo>
                  <a:pt x="286" y="258842"/>
                </a:lnTo>
                <a:lnTo>
                  <a:pt x="5515" y="248212"/>
                </a:lnTo>
                <a:close/>
                <a:moveTo>
                  <a:pt x="5420" y="261356"/>
                </a:moveTo>
                <a:lnTo>
                  <a:pt x="5591" y="260937"/>
                </a:lnTo>
                <a:lnTo>
                  <a:pt x="4086" y="257518"/>
                </a:lnTo>
                <a:lnTo>
                  <a:pt x="22679" y="266405"/>
                </a:lnTo>
                <a:lnTo>
                  <a:pt x="18888" y="267719"/>
                </a:lnTo>
                <a:lnTo>
                  <a:pt x="23851" y="257623"/>
                </a:lnTo>
                <a:lnTo>
                  <a:pt x="23879" y="257566"/>
                </a:lnTo>
                <a:lnTo>
                  <a:pt x="29023" y="247698"/>
                </a:lnTo>
                <a:lnTo>
                  <a:pt x="29061" y="247631"/>
                </a:lnTo>
                <a:lnTo>
                  <a:pt x="34376" y="237992"/>
                </a:lnTo>
                <a:lnTo>
                  <a:pt x="34404" y="237934"/>
                </a:lnTo>
                <a:lnTo>
                  <a:pt x="39891" y="228524"/>
                </a:lnTo>
                <a:lnTo>
                  <a:pt x="39929" y="228457"/>
                </a:lnTo>
                <a:lnTo>
                  <a:pt x="45596" y="219285"/>
                </a:lnTo>
                <a:lnTo>
                  <a:pt x="45634" y="219218"/>
                </a:lnTo>
                <a:lnTo>
                  <a:pt x="51473" y="210264"/>
                </a:lnTo>
                <a:lnTo>
                  <a:pt x="51511" y="210207"/>
                </a:lnTo>
                <a:lnTo>
                  <a:pt x="57521" y="201482"/>
                </a:lnTo>
                <a:lnTo>
                  <a:pt x="57569" y="201425"/>
                </a:lnTo>
                <a:lnTo>
                  <a:pt x="63751" y="192929"/>
                </a:lnTo>
                <a:lnTo>
                  <a:pt x="63798" y="192872"/>
                </a:lnTo>
                <a:lnTo>
                  <a:pt x="70161" y="184614"/>
                </a:lnTo>
                <a:lnTo>
                  <a:pt x="70209" y="184547"/>
                </a:lnTo>
                <a:lnTo>
                  <a:pt x="76743" y="176517"/>
                </a:lnTo>
                <a:lnTo>
                  <a:pt x="76800" y="176460"/>
                </a:lnTo>
                <a:lnTo>
                  <a:pt x="83506" y="168659"/>
                </a:lnTo>
                <a:lnTo>
                  <a:pt x="83553" y="168592"/>
                </a:lnTo>
                <a:lnTo>
                  <a:pt x="90440" y="161020"/>
                </a:lnTo>
                <a:lnTo>
                  <a:pt x="90497" y="160963"/>
                </a:lnTo>
                <a:lnTo>
                  <a:pt x="97555" y="153619"/>
                </a:lnTo>
                <a:lnTo>
                  <a:pt x="97612" y="153562"/>
                </a:lnTo>
                <a:lnTo>
                  <a:pt x="104842" y="146447"/>
                </a:lnTo>
                <a:lnTo>
                  <a:pt x="104908" y="146390"/>
                </a:lnTo>
                <a:lnTo>
                  <a:pt x="112309" y="139513"/>
                </a:lnTo>
                <a:lnTo>
                  <a:pt x="112376" y="139456"/>
                </a:lnTo>
                <a:lnTo>
                  <a:pt x="119958" y="132798"/>
                </a:lnTo>
                <a:lnTo>
                  <a:pt x="120015" y="132750"/>
                </a:lnTo>
                <a:lnTo>
                  <a:pt x="127778" y="126321"/>
                </a:lnTo>
                <a:lnTo>
                  <a:pt x="127835" y="126273"/>
                </a:lnTo>
                <a:lnTo>
                  <a:pt x="135769" y="120072"/>
                </a:lnTo>
                <a:lnTo>
                  <a:pt x="135836" y="120025"/>
                </a:lnTo>
                <a:lnTo>
                  <a:pt x="143942" y="114062"/>
                </a:lnTo>
                <a:lnTo>
                  <a:pt x="144008" y="114014"/>
                </a:lnTo>
                <a:lnTo>
                  <a:pt x="152286" y="108280"/>
                </a:lnTo>
                <a:lnTo>
                  <a:pt x="152352" y="108233"/>
                </a:lnTo>
                <a:lnTo>
                  <a:pt x="160811" y="102727"/>
                </a:lnTo>
                <a:lnTo>
                  <a:pt x="160877" y="102679"/>
                </a:lnTo>
                <a:lnTo>
                  <a:pt x="169507" y="97403"/>
                </a:lnTo>
                <a:lnTo>
                  <a:pt x="169574" y="97365"/>
                </a:lnTo>
                <a:lnTo>
                  <a:pt x="178384" y="92316"/>
                </a:lnTo>
                <a:lnTo>
                  <a:pt x="178451" y="92278"/>
                </a:lnTo>
                <a:lnTo>
                  <a:pt x="187423" y="87459"/>
                </a:lnTo>
                <a:lnTo>
                  <a:pt x="187500" y="87430"/>
                </a:lnTo>
                <a:lnTo>
                  <a:pt x="196653" y="82839"/>
                </a:lnTo>
                <a:lnTo>
                  <a:pt x="196720" y="82801"/>
                </a:lnTo>
                <a:lnTo>
                  <a:pt x="206045" y="78448"/>
                </a:lnTo>
                <a:lnTo>
                  <a:pt x="206121" y="78410"/>
                </a:lnTo>
                <a:lnTo>
                  <a:pt x="215617" y="74285"/>
                </a:lnTo>
                <a:lnTo>
                  <a:pt x="215694" y="74257"/>
                </a:lnTo>
                <a:lnTo>
                  <a:pt x="225371" y="70361"/>
                </a:lnTo>
                <a:lnTo>
                  <a:pt x="225438" y="70333"/>
                </a:lnTo>
                <a:lnTo>
                  <a:pt x="235287" y="66665"/>
                </a:lnTo>
                <a:lnTo>
                  <a:pt x="235353" y="66637"/>
                </a:lnTo>
                <a:lnTo>
                  <a:pt x="245383" y="63198"/>
                </a:lnTo>
                <a:lnTo>
                  <a:pt x="245450" y="63170"/>
                </a:lnTo>
                <a:lnTo>
                  <a:pt x="255651" y="59969"/>
                </a:lnTo>
                <a:lnTo>
                  <a:pt x="255718" y="59941"/>
                </a:lnTo>
                <a:lnTo>
                  <a:pt x="266090" y="56969"/>
                </a:lnTo>
                <a:lnTo>
                  <a:pt x="267214" y="56874"/>
                </a:lnTo>
                <a:lnTo>
                  <a:pt x="268281" y="57217"/>
                </a:lnTo>
                <a:lnTo>
                  <a:pt x="269129" y="57950"/>
                </a:lnTo>
                <a:lnTo>
                  <a:pt x="269634" y="58960"/>
                </a:lnTo>
                <a:lnTo>
                  <a:pt x="279768" y="95955"/>
                </a:lnTo>
                <a:lnTo>
                  <a:pt x="274949" y="94726"/>
                </a:lnTo>
                <a:lnTo>
                  <a:pt x="283045" y="86296"/>
                </a:lnTo>
                <a:lnTo>
                  <a:pt x="283121" y="86220"/>
                </a:lnTo>
                <a:lnTo>
                  <a:pt x="291656" y="77953"/>
                </a:lnTo>
                <a:lnTo>
                  <a:pt x="291732" y="77886"/>
                </a:lnTo>
                <a:lnTo>
                  <a:pt x="300723" y="69780"/>
                </a:lnTo>
                <a:lnTo>
                  <a:pt x="300799" y="69723"/>
                </a:lnTo>
                <a:lnTo>
                  <a:pt x="310239" y="61789"/>
                </a:lnTo>
                <a:lnTo>
                  <a:pt x="310315" y="61722"/>
                </a:lnTo>
                <a:lnTo>
                  <a:pt x="320202" y="53959"/>
                </a:lnTo>
                <a:lnTo>
                  <a:pt x="320278" y="53902"/>
                </a:lnTo>
                <a:lnTo>
                  <a:pt x="330622" y="46301"/>
                </a:lnTo>
                <a:lnTo>
                  <a:pt x="330689" y="46253"/>
                </a:lnTo>
                <a:lnTo>
                  <a:pt x="341481" y="38814"/>
                </a:lnTo>
                <a:lnTo>
                  <a:pt x="341547" y="38767"/>
                </a:lnTo>
                <a:lnTo>
                  <a:pt x="352796" y="31499"/>
                </a:lnTo>
                <a:lnTo>
                  <a:pt x="353301" y="36566"/>
                </a:lnTo>
                <a:lnTo>
                  <a:pt x="340785" y="31661"/>
                </a:lnTo>
                <a:lnTo>
                  <a:pt x="340843" y="31690"/>
                </a:lnTo>
                <a:lnTo>
                  <a:pt x="328222" y="27080"/>
                </a:lnTo>
                <a:lnTo>
                  <a:pt x="328279" y="27099"/>
                </a:lnTo>
                <a:lnTo>
                  <a:pt x="315554" y="22784"/>
                </a:lnTo>
                <a:lnTo>
                  <a:pt x="315620" y="22803"/>
                </a:lnTo>
                <a:lnTo>
                  <a:pt x="302790" y="18774"/>
                </a:lnTo>
                <a:lnTo>
                  <a:pt x="302847" y="18793"/>
                </a:lnTo>
                <a:lnTo>
                  <a:pt x="289922" y="15049"/>
                </a:lnTo>
                <a:lnTo>
                  <a:pt x="289979" y="15069"/>
                </a:lnTo>
                <a:lnTo>
                  <a:pt x="276949" y="11620"/>
                </a:lnTo>
                <a:lnTo>
                  <a:pt x="277016" y="11640"/>
                </a:lnTo>
                <a:lnTo>
                  <a:pt x="263871" y="8477"/>
                </a:lnTo>
                <a:lnTo>
                  <a:pt x="263938" y="8496"/>
                </a:lnTo>
                <a:lnTo>
                  <a:pt x="250698" y="5629"/>
                </a:lnTo>
                <a:lnTo>
                  <a:pt x="254060" y="2086"/>
                </a:lnTo>
                <a:lnTo>
                  <a:pt x="264195" y="39081"/>
                </a:lnTo>
                <a:lnTo>
                  <a:pt x="264271" y="40176"/>
                </a:lnTo>
                <a:lnTo>
                  <a:pt x="263928" y="41234"/>
                </a:lnTo>
                <a:lnTo>
                  <a:pt x="263214" y="42072"/>
                </a:lnTo>
                <a:lnTo>
                  <a:pt x="262223" y="42577"/>
                </a:lnTo>
                <a:lnTo>
                  <a:pt x="251289" y="45720"/>
                </a:lnTo>
                <a:lnTo>
                  <a:pt x="251355" y="45701"/>
                </a:lnTo>
                <a:lnTo>
                  <a:pt x="240601" y="49082"/>
                </a:lnTo>
                <a:lnTo>
                  <a:pt x="240678" y="49063"/>
                </a:lnTo>
                <a:lnTo>
                  <a:pt x="230105" y="52683"/>
                </a:lnTo>
                <a:lnTo>
                  <a:pt x="230181" y="52654"/>
                </a:lnTo>
                <a:lnTo>
                  <a:pt x="219789" y="56521"/>
                </a:lnTo>
                <a:lnTo>
                  <a:pt x="219866" y="56493"/>
                </a:lnTo>
                <a:lnTo>
                  <a:pt x="209664" y="60608"/>
                </a:lnTo>
                <a:lnTo>
                  <a:pt x="209731" y="60569"/>
                </a:lnTo>
                <a:lnTo>
                  <a:pt x="199720" y="64922"/>
                </a:lnTo>
                <a:lnTo>
                  <a:pt x="199787" y="64894"/>
                </a:lnTo>
                <a:lnTo>
                  <a:pt x="189957" y="69485"/>
                </a:lnTo>
                <a:lnTo>
                  <a:pt x="190033" y="69447"/>
                </a:lnTo>
                <a:lnTo>
                  <a:pt x="180384" y="74276"/>
                </a:lnTo>
                <a:lnTo>
                  <a:pt x="180451" y="74238"/>
                </a:lnTo>
                <a:lnTo>
                  <a:pt x="170993" y="79315"/>
                </a:lnTo>
                <a:lnTo>
                  <a:pt x="171059" y="79277"/>
                </a:lnTo>
                <a:lnTo>
                  <a:pt x="161782" y="84592"/>
                </a:lnTo>
                <a:lnTo>
                  <a:pt x="161849" y="84544"/>
                </a:lnTo>
                <a:lnTo>
                  <a:pt x="152762" y="90106"/>
                </a:lnTo>
                <a:lnTo>
                  <a:pt x="152829" y="90059"/>
                </a:lnTo>
                <a:lnTo>
                  <a:pt x="143913" y="95860"/>
                </a:lnTo>
                <a:lnTo>
                  <a:pt x="143989" y="95812"/>
                </a:lnTo>
                <a:lnTo>
                  <a:pt x="135255" y="101851"/>
                </a:lnTo>
                <a:lnTo>
                  <a:pt x="135322" y="101803"/>
                </a:lnTo>
                <a:lnTo>
                  <a:pt x="126787" y="108080"/>
                </a:lnTo>
                <a:lnTo>
                  <a:pt x="126854" y="108033"/>
                </a:lnTo>
                <a:lnTo>
                  <a:pt x="118491" y="114557"/>
                </a:lnTo>
                <a:lnTo>
                  <a:pt x="118558" y="114500"/>
                </a:lnTo>
                <a:lnTo>
                  <a:pt x="110385" y="121263"/>
                </a:lnTo>
                <a:lnTo>
                  <a:pt x="110442" y="121215"/>
                </a:lnTo>
                <a:lnTo>
                  <a:pt x="102460" y="128216"/>
                </a:lnTo>
                <a:lnTo>
                  <a:pt x="102518" y="128159"/>
                </a:lnTo>
                <a:lnTo>
                  <a:pt x="94717" y="135407"/>
                </a:lnTo>
                <a:lnTo>
                  <a:pt x="94774" y="135350"/>
                </a:lnTo>
                <a:lnTo>
                  <a:pt x="87154" y="142837"/>
                </a:lnTo>
                <a:lnTo>
                  <a:pt x="87211" y="142780"/>
                </a:lnTo>
                <a:lnTo>
                  <a:pt x="79772" y="150514"/>
                </a:lnTo>
                <a:lnTo>
                  <a:pt x="79829" y="150447"/>
                </a:lnTo>
                <a:lnTo>
                  <a:pt x="72571" y="158420"/>
                </a:lnTo>
                <a:lnTo>
                  <a:pt x="72628" y="158363"/>
                </a:lnTo>
                <a:lnTo>
                  <a:pt x="65561" y="166573"/>
                </a:lnTo>
                <a:lnTo>
                  <a:pt x="65608" y="166516"/>
                </a:lnTo>
                <a:lnTo>
                  <a:pt x="58731" y="174965"/>
                </a:lnTo>
                <a:lnTo>
                  <a:pt x="58779" y="174908"/>
                </a:lnTo>
                <a:lnTo>
                  <a:pt x="52073" y="183604"/>
                </a:lnTo>
                <a:lnTo>
                  <a:pt x="52121" y="183537"/>
                </a:lnTo>
                <a:lnTo>
                  <a:pt x="45606" y="192472"/>
                </a:lnTo>
                <a:lnTo>
                  <a:pt x="45653" y="192415"/>
                </a:lnTo>
                <a:lnTo>
                  <a:pt x="39319" y="201587"/>
                </a:lnTo>
                <a:lnTo>
                  <a:pt x="39357" y="201530"/>
                </a:lnTo>
                <a:lnTo>
                  <a:pt x="33214" y="210950"/>
                </a:lnTo>
                <a:lnTo>
                  <a:pt x="33252" y="210883"/>
                </a:lnTo>
                <a:lnTo>
                  <a:pt x="27289" y="220551"/>
                </a:lnTo>
                <a:lnTo>
                  <a:pt x="27327" y="220485"/>
                </a:lnTo>
                <a:lnTo>
                  <a:pt x="21546" y="230391"/>
                </a:lnTo>
                <a:lnTo>
                  <a:pt x="21584" y="230324"/>
                </a:lnTo>
                <a:lnTo>
                  <a:pt x="15992" y="240468"/>
                </a:lnTo>
                <a:lnTo>
                  <a:pt x="16021" y="240411"/>
                </a:lnTo>
                <a:lnTo>
                  <a:pt x="10611" y="250793"/>
                </a:lnTo>
                <a:lnTo>
                  <a:pt x="10639" y="250736"/>
                </a:lnTo>
                <a:lnTo>
                  <a:pt x="5420" y="261356"/>
                </a:ln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Editable frame or arrow 3845">
            <a:extLst xmlns:a="http://schemas.openxmlformats.org/drawingml/2006/main">
              <a:ext uri="{FF2B5EF4-FFF2-40B4-BE49-F238E27FC236}">
                <a16:creationId xmlns:a16="http://schemas.microsoft.com/office/drawing/2014/main" id="{6DD5EFD3-6E2B-4119-B36B-9101ED34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432" y="3364811"/>
            <a:ext cx="325269" cy="270005"/>
          </a:xfrm>
          <a:custGeom xmlns:a="http://schemas.openxmlformats.org/drawingml/2006/main">
            <a:pathLst>
              <a:path w="325269" h="270005">
                <a:moveTo>
                  <a:pt x="3058" y="0"/>
                </a:moveTo>
                <a:cubicBezTo>
                  <a:pt x="128683" y="18850"/>
                  <a:pt x="224095" y="79810"/>
                  <a:pt x="289293" y="182890"/>
                </a:cubicBezTo>
                <a:lnTo>
                  <a:pt x="321716" y="162382"/>
                </a:lnTo>
                <a:cubicBezTo>
                  <a:pt x="325136" y="198396"/>
                  <a:pt x="325269" y="234267"/>
                  <a:pt x="322126" y="270005"/>
                </a:cubicBezTo>
                <a:cubicBezTo>
                  <a:pt x="294865" y="246364"/>
                  <a:pt x="267310" y="227838"/>
                  <a:pt x="239459" y="214417"/>
                </a:cubicBezTo>
                <a:lnTo>
                  <a:pt x="271882" y="193910"/>
                </a:lnTo>
                <a:cubicBezTo>
                  <a:pt x="210036" y="96136"/>
                  <a:pt x="119405" y="38300"/>
                  <a:pt x="0" y="20383"/>
                </a:cubicBezTo>
                <a:lnTo>
                  <a:pt x="3058" y="0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Editable frame or arrow 4214">
            <a:extLst xmlns:a="http://schemas.openxmlformats.org/drawingml/2006/main">
              <a:ext uri="{FF2B5EF4-FFF2-40B4-BE49-F238E27FC236}">
                <a16:creationId xmlns:a16="http://schemas.microsoft.com/office/drawing/2014/main" id="{07EA85AE-2136-42C9-B1C2-B0C606CF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603" y="3361954"/>
            <a:ext cx="330070" cy="275720"/>
          </a:xfrm>
          <a:custGeom xmlns:a="http://schemas.openxmlformats.org/drawingml/2006/main">
            <a:pathLst>
              <a:path w="330070" h="275720">
                <a:moveTo>
                  <a:pt x="18031" y="1934"/>
                </a:moveTo>
                <a:lnTo>
                  <a:pt x="18097" y="1943"/>
                </a:lnTo>
                <a:lnTo>
                  <a:pt x="29604" y="4077"/>
                </a:lnTo>
                <a:lnTo>
                  <a:pt x="29670" y="4096"/>
                </a:lnTo>
                <a:lnTo>
                  <a:pt x="41005" y="6477"/>
                </a:lnTo>
                <a:lnTo>
                  <a:pt x="41072" y="6487"/>
                </a:lnTo>
                <a:lnTo>
                  <a:pt x="52235" y="9115"/>
                </a:lnTo>
                <a:lnTo>
                  <a:pt x="52302" y="9134"/>
                </a:lnTo>
                <a:lnTo>
                  <a:pt x="63284" y="12011"/>
                </a:lnTo>
                <a:lnTo>
                  <a:pt x="63351" y="12030"/>
                </a:lnTo>
                <a:lnTo>
                  <a:pt x="74152" y="15154"/>
                </a:lnTo>
                <a:lnTo>
                  <a:pt x="74228" y="15183"/>
                </a:lnTo>
                <a:lnTo>
                  <a:pt x="84849" y="18545"/>
                </a:lnTo>
                <a:lnTo>
                  <a:pt x="84925" y="18574"/>
                </a:lnTo>
                <a:lnTo>
                  <a:pt x="95374" y="22193"/>
                </a:lnTo>
                <a:lnTo>
                  <a:pt x="95440" y="22212"/>
                </a:lnTo>
                <a:lnTo>
                  <a:pt x="105718" y="26079"/>
                </a:lnTo>
                <a:lnTo>
                  <a:pt x="105785" y="26108"/>
                </a:lnTo>
                <a:lnTo>
                  <a:pt x="115881" y="30223"/>
                </a:lnTo>
                <a:lnTo>
                  <a:pt x="115957" y="30251"/>
                </a:lnTo>
                <a:lnTo>
                  <a:pt x="125873" y="34604"/>
                </a:lnTo>
                <a:lnTo>
                  <a:pt x="125949" y="34642"/>
                </a:lnTo>
                <a:lnTo>
                  <a:pt x="135684" y="39243"/>
                </a:lnTo>
                <a:lnTo>
                  <a:pt x="135760" y="39281"/>
                </a:lnTo>
                <a:lnTo>
                  <a:pt x="145323" y="44129"/>
                </a:lnTo>
                <a:lnTo>
                  <a:pt x="145399" y="44167"/>
                </a:lnTo>
                <a:lnTo>
                  <a:pt x="154781" y="49263"/>
                </a:lnTo>
                <a:lnTo>
                  <a:pt x="154848" y="49311"/>
                </a:lnTo>
                <a:lnTo>
                  <a:pt x="164059" y="54654"/>
                </a:lnTo>
                <a:lnTo>
                  <a:pt x="164135" y="54693"/>
                </a:lnTo>
                <a:lnTo>
                  <a:pt x="173164" y="60284"/>
                </a:lnTo>
                <a:lnTo>
                  <a:pt x="173231" y="60331"/>
                </a:lnTo>
                <a:lnTo>
                  <a:pt x="182089" y="66170"/>
                </a:lnTo>
                <a:lnTo>
                  <a:pt x="182156" y="66218"/>
                </a:lnTo>
                <a:lnTo>
                  <a:pt x="190833" y="72304"/>
                </a:lnTo>
                <a:lnTo>
                  <a:pt x="190910" y="72352"/>
                </a:lnTo>
                <a:lnTo>
                  <a:pt x="199406" y="78676"/>
                </a:lnTo>
                <a:lnTo>
                  <a:pt x="199473" y="78734"/>
                </a:lnTo>
                <a:lnTo>
                  <a:pt x="207797" y="85306"/>
                </a:lnTo>
                <a:lnTo>
                  <a:pt x="207864" y="85363"/>
                </a:lnTo>
                <a:lnTo>
                  <a:pt x="216008" y="92183"/>
                </a:lnTo>
                <a:lnTo>
                  <a:pt x="216075" y="92240"/>
                </a:lnTo>
                <a:lnTo>
                  <a:pt x="224038" y="99308"/>
                </a:lnTo>
                <a:lnTo>
                  <a:pt x="224104" y="99365"/>
                </a:lnTo>
                <a:lnTo>
                  <a:pt x="231896" y="106690"/>
                </a:lnTo>
                <a:lnTo>
                  <a:pt x="231953" y="106737"/>
                </a:lnTo>
                <a:lnTo>
                  <a:pt x="239573" y="114310"/>
                </a:lnTo>
                <a:lnTo>
                  <a:pt x="239630" y="114367"/>
                </a:lnTo>
                <a:lnTo>
                  <a:pt x="247069" y="122177"/>
                </a:lnTo>
                <a:lnTo>
                  <a:pt x="247117" y="122234"/>
                </a:lnTo>
                <a:lnTo>
                  <a:pt x="254384" y="130292"/>
                </a:lnTo>
                <a:lnTo>
                  <a:pt x="254432" y="130350"/>
                </a:lnTo>
                <a:lnTo>
                  <a:pt x="261518" y="138655"/>
                </a:lnTo>
                <a:lnTo>
                  <a:pt x="261566" y="138722"/>
                </a:lnTo>
                <a:lnTo>
                  <a:pt x="268481" y="147276"/>
                </a:lnTo>
                <a:lnTo>
                  <a:pt x="268529" y="147333"/>
                </a:lnTo>
                <a:lnTo>
                  <a:pt x="275263" y="156134"/>
                </a:lnTo>
                <a:lnTo>
                  <a:pt x="275301" y="156191"/>
                </a:lnTo>
                <a:lnTo>
                  <a:pt x="281854" y="165240"/>
                </a:lnTo>
                <a:lnTo>
                  <a:pt x="281902" y="165297"/>
                </a:lnTo>
                <a:lnTo>
                  <a:pt x="288284" y="174593"/>
                </a:lnTo>
                <a:lnTo>
                  <a:pt x="288322" y="174650"/>
                </a:lnTo>
                <a:lnTo>
                  <a:pt x="294523" y="184194"/>
                </a:lnTo>
                <a:lnTo>
                  <a:pt x="290598" y="183337"/>
                </a:lnTo>
                <a:lnTo>
                  <a:pt x="323012" y="162830"/>
                </a:lnTo>
                <a:lnTo>
                  <a:pt x="323917" y="162458"/>
                </a:lnTo>
                <a:lnTo>
                  <a:pt x="324879" y="162401"/>
                </a:lnTo>
                <a:lnTo>
                  <a:pt x="325812" y="162687"/>
                </a:lnTo>
                <a:lnTo>
                  <a:pt x="326603" y="163258"/>
                </a:lnTo>
                <a:lnTo>
                  <a:pt x="327146" y="164059"/>
                </a:lnTo>
                <a:lnTo>
                  <a:pt x="327393" y="165002"/>
                </a:lnTo>
                <a:lnTo>
                  <a:pt x="328517" y="178499"/>
                </a:lnTo>
                <a:lnTo>
                  <a:pt x="328527" y="178565"/>
                </a:lnTo>
                <a:lnTo>
                  <a:pt x="329346" y="192053"/>
                </a:lnTo>
                <a:lnTo>
                  <a:pt x="329346" y="192119"/>
                </a:lnTo>
                <a:lnTo>
                  <a:pt x="329860" y="205588"/>
                </a:lnTo>
                <a:lnTo>
                  <a:pt x="329860" y="205654"/>
                </a:lnTo>
                <a:lnTo>
                  <a:pt x="330070" y="219113"/>
                </a:lnTo>
                <a:lnTo>
                  <a:pt x="330070" y="219180"/>
                </a:lnTo>
                <a:lnTo>
                  <a:pt x="329965" y="232629"/>
                </a:lnTo>
                <a:lnTo>
                  <a:pt x="329965" y="232686"/>
                </a:lnTo>
                <a:lnTo>
                  <a:pt x="329555" y="246126"/>
                </a:lnTo>
                <a:lnTo>
                  <a:pt x="329555" y="246193"/>
                </a:lnTo>
                <a:lnTo>
                  <a:pt x="328841" y="259613"/>
                </a:lnTo>
                <a:lnTo>
                  <a:pt x="328832" y="259671"/>
                </a:lnTo>
                <a:lnTo>
                  <a:pt x="327812" y="273082"/>
                </a:lnTo>
                <a:lnTo>
                  <a:pt x="327546" y="274082"/>
                </a:lnTo>
                <a:lnTo>
                  <a:pt x="326936" y="274930"/>
                </a:lnTo>
                <a:lnTo>
                  <a:pt x="326069" y="275501"/>
                </a:lnTo>
                <a:lnTo>
                  <a:pt x="325050" y="275720"/>
                </a:lnTo>
                <a:lnTo>
                  <a:pt x="324021" y="275568"/>
                </a:lnTo>
                <a:lnTo>
                  <a:pt x="323117" y="275053"/>
                </a:lnTo>
                <a:lnTo>
                  <a:pt x="312877" y="266424"/>
                </a:lnTo>
                <a:lnTo>
                  <a:pt x="312944" y="266481"/>
                </a:lnTo>
                <a:lnTo>
                  <a:pt x="302685" y="258328"/>
                </a:lnTo>
                <a:lnTo>
                  <a:pt x="302752" y="258385"/>
                </a:lnTo>
                <a:lnTo>
                  <a:pt x="292456" y="250717"/>
                </a:lnTo>
                <a:lnTo>
                  <a:pt x="292532" y="250765"/>
                </a:lnTo>
                <a:lnTo>
                  <a:pt x="282207" y="243583"/>
                </a:lnTo>
                <a:lnTo>
                  <a:pt x="282292" y="243630"/>
                </a:lnTo>
                <a:lnTo>
                  <a:pt x="271939" y="236925"/>
                </a:lnTo>
                <a:lnTo>
                  <a:pt x="272024" y="236972"/>
                </a:lnTo>
                <a:lnTo>
                  <a:pt x="261652" y="230743"/>
                </a:lnTo>
                <a:lnTo>
                  <a:pt x="261737" y="230800"/>
                </a:lnTo>
                <a:lnTo>
                  <a:pt x="251336" y="225047"/>
                </a:lnTo>
                <a:lnTo>
                  <a:pt x="251431" y="225095"/>
                </a:lnTo>
                <a:lnTo>
                  <a:pt x="241002" y="219827"/>
                </a:lnTo>
                <a:lnTo>
                  <a:pt x="240201" y="219227"/>
                </a:lnTo>
                <a:lnTo>
                  <a:pt x="239659" y="218389"/>
                </a:lnTo>
                <a:lnTo>
                  <a:pt x="239439" y="217408"/>
                </a:lnTo>
                <a:lnTo>
                  <a:pt x="239563" y="216418"/>
                </a:lnTo>
                <a:lnTo>
                  <a:pt x="240020" y="215532"/>
                </a:lnTo>
                <a:lnTo>
                  <a:pt x="240763" y="214855"/>
                </a:lnTo>
                <a:lnTo>
                  <a:pt x="273177" y="194348"/>
                </a:lnTo>
                <a:lnTo>
                  <a:pt x="272310" y="198320"/>
                </a:lnTo>
                <a:lnTo>
                  <a:pt x="266433" y="189271"/>
                </a:lnTo>
                <a:lnTo>
                  <a:pt x="266471" y="189338"/>
                </a:lnTo>
                <a:lnTo>
                  <a:pt x="260413" y="180518"/>
                </a:lnTo>
                <a:lnTo>
                  <a:pt x="260461" y="180575"/>
                </a:lnTo>
                <a:lnTo>
                  <a:pt x="254241" y="172002"/>
                </a:lnTo>
                <a:lnTo>
                  <a:pt x="254289" y="172060"/>
                </a:lnTo>
                <a:lnTo>
                  <a:pt x="247898" y="163706"/>
                </a:lnTo>
                <a:lnTo>
                  <a:pt x="247945" y="163773"/>
                </a:lnTo>
                <a:lnTo>
                  <a:pt x="241383" y="155658"/>
                </a:lnTo>
                <a:lnTo>
                  <a:pt x="241440" y="155715"/>
                </a:lnTo>
                <a:lnTo>
                  <a:pt x="234715" y="147838"/>
                </a:lnTo>
                <a:lnTo>
                  <a:pt x="234763" y="147895"/>
                </a:lnTo>
                <a:lnTo>
                  <a:pt x="227867" y="140246"/>
                </a:lnTo>
                <a:lnTo>
                  <a:pt x="227924" y="140303"/>
                </a:lnTo>
                <a:lnTo>
                  <a:pt x="220856" y="132893"/>
                </a:lnTo>
                <a:lnTo>
                  <a:pt x="220913" y="132950"/>
                </a:lnTo>
                <a:lnTo>
                  <a:pt x="213684" y="125778"/>
                </a:lnTo>
                <a:lnTo>
                  <a:pt x="213741" y="125835"/>
                </a:lnTo>
                <a:lnTo>
                  <a:pt x="206340" y="118891"/>
                </a:lnTo>
                <a:lnTo>
                  <a:pt x="206397" y="118939"/>
                </a:lnTo>
                <a:lnTo>
                  <a:pt x="198834" y="112233"/>
                </a:lnTo>
                <a:lnTo>
                  <a:pt x="198892" y="112290"/>
                </a:lnTo>
                <a:lnTo>
                  <a:pt x="191157" y="105813"/>
                </a:lnTo>
                <a:lnTo>
                  <a:pt x="191214" y="105861"/>
                </a:lnTo>
                <a:lnTo>
                  <a:pt x="183309" y="99622"/>
                </a:lnTo>
                <a:lnTo>
                  <a:pt x="183375" y="99670"/>
                </a:lnTo>
                <a:lnTo>
                  <a:pt x="175308" y="93659"/>
                </a:lnTo>
                <a:lnTo>
                  <a:pt x="175365" y="93707"/>
                </a:lnTo>
                <a:lnTo>
                  <a:pt x="167126" y="87935"/>
                </a:lnTo>
                <a:lnTo>
                  <a:pt x="167192" y="87982"/>
                </a:lnTo>
                <a:lnTo>
                  <a:pt x="158782" y="82448"/>
                </a:lnTo>
                <a:lnTo>
                  <a:pt x="158848" y="82486"/>
                </a:lnTo>
                <a:lnTo>
                  <a:pt x="150266" y="77181"/>
                </a:lnTo>
                <a:lnTo>
                  <a:pt x="150343" y="77229"/>
                </a:lnTo>
                <a:lnTo>
                  <a:pt x="141589" y="72152"/>
                </a:lnTo>
                <a:lnTo>
                  <a:pt x="141665" y="72190"/>
                </a:lnTo>
                <a:lnTo>
                  <a:pt x="132740" y="67351"/>
                </a:lnTo>
                <a:lnTo>
                  <a:pt x="132817" y="67389"/>
                </a:lnTo>
                <a:lnTo>
                  <a:pt x="123730" y="62789"/>
                </a:lnTo>
                <a:lnTo>
                  <a:pt x="123796" y="62827"/>
                </a:lnTo>
                <a:lnTo>
                  <a:pt x="114548" y="58455"/>
                </a:lnTo>
                <a:lnTo>
                  <a:pt x="114614" y="58483"/>
                </a:lnTo>
                <a:lnTo>
                  <a:pt x="105194" y="54350"/>
                </a:lnTo>
                <a:lnTo>
                  <a:pt x="105261" y="54378"/>
                </a:lnTo>
                <a:lnTo>
                  <a:pt x="95669" y="50482"/>
                </a:lnTo>
                <a:lnTo>
                  <a:pt x="95745" y="50502"/>
                </a:lnTo>
                <a:lnTo>
                  <a:pt x="85982" y="46834"/>
                </a:lnTo>
                <a:lnTo>
                  <a:pt x="86058" y="46863"/>
                </a:lnTo>
                <a:lnTo>
                  <a:pt x="76124" y="43434"/>
                </a:lnTo>
                <a:lnTo>
                  <a:pt x="76190" y="43453"/>
                </a:lnTo>
                <a:lnTo>
                  <a:pt x="66094" y="40253"/>
                </a:lnTo>
                <a:lnTo>
                  <a:pt x="66170" y="40272"/>
                </a:lnTo>
                <a:lnTo>
                  <a:pt x="55902" y="37309"/>
                </a:lnTo>
                <a:lnTo>
                  <a:pt x="55969" y="37328"/>
                </a:lnTo>
                <a:lnTo>
                  <a:pt x="45529" y="34595"/>
                </a:lnTo>
                <a:lnTo>
                  <a:pt x="45606" y="34614"/>
                </a:lnTo>
                <a:lnTo>
                  <a:pt x="34995" y="32118"/>
                </a:lnTo>
                <a:lnTo>
                  <a:pt x="35062" y="32128"/>
                </a:lnTo>
                <a:lnTo>
                  <a:pt x="24289" y="29861"/>
                </a:lnTo>
                <a:lnTo>
                  <a:pt x="24355" y="29880"/>
                </a:lnTo>
                <a:lnTo>
                  <a:pt x="13421" y="27851"/>
                </a:lnTo>
                <a:lnTo>
                  <a:pt x="13487" y="27861"/>
                </a:lnTo>
                <a:lnTo>
                  <a:pt x="2372" y="26060"/>
                </a:lnTo>
                <a:lnTo>
                  <a:pt x="1333" y="25679"/>
                </a:lnTo>
                <a:lnTo>
                  <a:pt x="524" y="24927"/>
                </a:lnTo>
                <a:lnTo>
                  <a:pt x="57" y="23927"/>
                </a:lnTo>
                <a:lnTo>
                  <a:pt x="0" y="22822"/>
                </a:lnTo>
                <a:lnTo>
                  <a:pt x="3058" y="2438"/>
                </a:lnTo>
                <a:lnTo>
                  <a:pt x="3381" y="1476"/>
                </a:lnTo>
                <a:lnTo>
                  <a:pt x="4020" y="695"/>
                </a:lnTo>
                <a:lnTo>
                  <a:pt x="4896" y="181"/>
                </a:lnTo>
                <a:lnTo>
                  <a:pt x="5886" y="0"/>
                </a:lnTo>
                <a:lnTo>
                  <a:pt x="6344" y="38"/>
                </a:lnTo>
                <a:lnTo>
                  <a:pt x="18031" y="1934"/>
                </a:lnTo>
                <a:close/>
                <a:moveTo>
                  <a:pt x="5429" y="5677"/>
                </a:moveTo>
                <a:lnTo>
                  <a:pt x="5886" y="5715"/>
                </a:lnTo>
                <a:lnTo>
                  <a:pt x="8715" y="3286"/>
                </a:lnTo>
                <a:lnTo>
                  <a:pt x="5658" y="23670"/>
                </a:lnTo>
                <a:lnTo>
                  <a:pt x="3286" y="20422"/>
                </a:lnTo>
                <a:lnTo>
                  <a:pt x="14392" y="22222"/>
                </a:lnTo>
                <a:lnTo>
                  <a:pt x="14459" y="22231"/>
                </a:lnTo>
                <a:lnTo>
                  <a:pt x="25403" y="24260"/>
                </a:lnTo>
                <a:lnTo>
                  <a:pt x="25470" y="24270"/>
                </a:lnTo>
                <a:lnTo>
                  <a:pt x="36243" y="26537"/>
                </a:lnTo>
                <a:lnTo>
                  <a:pt x="36309" y="26556"/>
                </a:lnTo>
                <a:lnTo>
                  <a:pt x="46911" y="29051"/>
                </a:lnTo>
                <a:lnTo>
                  <a:pt x="46977" y="29070"/>
                </a:lnTo>
                <a:lnTo>
                  <a:pt x="57417" y="31794"/>
                </a:lnTo>
                <a:lnTo>
                  <a:pt x="57483" y="31823"/>
                </a:lnTo>
                <a:lnTo>
                  <a:pt x="67751" y="34785"/>
                </a:lnTo>
                <a:lnTo>
                  <a:pt x="67828" y="34804"/>
                </a:lnTo>
                <a:lnTo>
                  <a:pt x="77924" y="38005"/>
                </a:lnTo>
                <a:lnTo>
                  <a:pt x="77991" y="38033"/>
                </a:lnTo>
                <a:lnTo>
                  <a:pt x="87925" y="41462"/>
                </a:lnTo>
                <a:lnTo>
                  <a:pt x="87992" y="41491"/>
                </a:lnTo>
                <a:lnTo>
                  <a:pt x="97755" y="45158"/>
                </a:lnTo>
                <a:lnTo>
                  <a:pt x="97822" y="45187"/>
                </a:lnTo>
                <a:lnTo>
                  <a:pt x="107413" y="49082"/>
                </a:lnTo>
                <a:lnTo>
                  <a:pt x="107490" y="49120"/>
                </a:lnTo>
                <a:lnTo>
                  <a:pt x="116910" y="53254"/>
                </a:lnTo>
                <a:lnTo>
                  <a:pt x="116986" y="53283"/>
                </a:lnTo>
                <a:lnTo>
                  <a:pt x="126244" y="57655"/>
                </a:lnTo>
                <a:lnTo>
                  <a:pt x="126311" y="57693"/>
                </a:lnTo>
                <a:lnTo>
                  <a:pt x="135398" y="62293"/>
                </a:lnTo>
                <a:lnTo>
                  <a:pt x="135465" y="62332"/>
                </a:lnTo>
                <a:lnTo>
                  <a:pt x="144389" y="67170"/>
                </a:lnTo>
                <a:lnTo>
                  <a:pt x="144456" y="67208"/>
                </a:lnTo>
                <a:lnTo>
                  <a:pt x="153210" y="72276"/>
                </a:lnTo>
                <a:lnTo>
                  <a:pt x="153276" y="72323"/>
                </a:lnTo>
                <a:lnTo>
                  <a:pt x="161858" y="77629"/>
                </a:lnTo>
                <a:lnTo>
                  <a:pt x="161925" y="77667"/>
                </a:lnTo>
                <a:lnTo>
                  <a:pt x="170336" y="83210"/>
                </a:lnTo>
                <a:lnTo>
                  <a:pt x="170402" y="83258"/>
                </a:lnTo>
                <a:lnTo>
                  <a:pt x="178651" y="89030"/>
                </a:lnTo>
                <a:lnTo>
                  <a:pt x="178718" y="89078"/>
                </a:lnTo>
                <a:lnTo>
                  <a:pt x="186785" y="95088"/>
                </a:lnTo>
                <a:lnTo>
                  <a:pt x="186852" y="95136"/>
                </a:lnTo>
                <a:lnTo>
                  <a:pt x="194758" y="101375"/>
                </a:lnTo>
                <a:lnTo>
                  <a:pt x="194824" y="101432"/>
                </a:lnTo>
                <a:lnTo>
                  <a:pt x="202559" y="107899"/>
                </a:lnTo>
                <a:lnTo>
                  <a:pt x="202625" y="107956"/>
                </a:lnTo>
                <a:lnTo>
                  <a:pt x="210188" y="114662"/>
                </a:lnTo>
                <a:lnTo>
                  <a:pt x="210255" y="114719"/>
                </a:lnTo>
                <a:lnTo>
                  <a:pt x="217646" y="121663"/>
                </a:lnTo>
                <a:lnTo>
                  <a:pt x="217703" y="121720"/>
                </a:lnTo>
                <a:lnTo>
                  <a:pt x="224942" y="128902"/>
                </a:lnTo>
                <a:lnTo>
                  <a:pt x="225000" y="128949"/>
                </a:lnTo>
                <a:lnTo>
                  <a:pt x="232058" y="136369"/>
                </a:lnTo>
                <a:lnTo>
                  <a:pt x="232115" y="136427"/>
                </a:lnTo>
                <a:lnTo>
                  <a:pt x="239001" y="144066"/>
                </a:lnTo>
                <a:lnTo>
                  <a:pt x="239058" y="144123"/>
                </a:lnTo>
                <a:lnTo>
                  <a:pt x="245783" y="152009"/>
                </a:lnTo>
                <a:lnTo>
                  <a:pt x="245831" y="152067"/>
                </a:lnTo>
                <a:lnTo>
                  <a:pt x="252384" y="160182"/>
                </a:lnTo>
                <a:lnTo>
                  <a:pt x="252432" y="160239"/>
                </a:lnTo>
                <a:lnTo>
                  <a:pt x="258823" y="168583"/>
                </a:lnTo>
                <a:lnTo>
                  <a:pt x="258870" y="168640"/>
                </a:lnTo>
                <a:lnTo>
                  <a:pt x="265090" y="177222"/>
                </a:lnTo>
                <a:lnTo>
                  <a:pt x="265128" y="177289"/>
                </a:lnTo>
                <a:lnTo>
                  <a:pt x="271177" y="186099"/>
                </a:lnTo>
                <a:lnTo>
                  <a:pt x="271224" y="186157"/>
                </a:lnTo>
                <a:lnTo>
                  <a:pt x="277101" y="195205"/>
                </a:lnTo>
                <a:lnTo>
                  <a:pt x="277520" y="196253"/>
                </a:lnTo>
                <a:lnTo>
                  <a:pt x="277501" y="197377"/>
                </a:lnTo>
                <a:lnTo>
                  <a:pt x="277044" y="198406"/>
                </a:lnTo>
                <a:lnTo>
                  <a:pt x="276235" y="199177"/>
                </a:lnTo>
                <a:lnTo>
                  <a:pt x="243821" y="219685"/>
                </a:lnTo>
                <a:lnTo>
                  <a:pt x="243583" y="214722"/>
                </a:lnTo>
                <a:lnTo>
                  <a:pt x="254013" y="219999"/>
                </a:lnTo>
                <a:lnTo>
                  <a:pt x="254098" y="220047"/>
                </a:lnTo>
                <a:lnTo>
                  <a:pt x="264509" y="225800"/>
                </a:lnTo>
                <a:lnTo>
                  <a:pt x="264595" y="225847"/>
                </a:lnTo>
                <a:lnTo>
                  <a:pt x="274968" y="232077"/>
                </a:lnTo>
                <a:lnTo>
                  <a:pt x="275053" y="232134"/>
                </a:lnTo>
                <a:lnTo>
                  <a:pt x="285398" y="238839"/>
                </a:lnTo>
                <a:lnTo>
                  <a:pt x="285474" y="238887"/>
                </a:lnTo>
                <a:lnTo>
                  <a:pt x="295799" y="246078"/>
                </a:lnTo>
                <a:lnTo>
                  <a:pt x="295875" y="246136"/>
                </a:lnTo>
                <a:lnTo>
                  <a:pt x="306162" y="253803"/>
                </a:lnTo>
                <a:lnTo>
                  <a:pt x="306229" y="253851"/>
                </a:lnTo>
                <a:lnTo>
                  <a:pt x="316497" y="262004"/>
                </a:lnTo>
                <a:lnTo>
                  <a:pt x="316563" y="262052"/>
                </a:lnTo>
                <a:lnTo>
                  <a:pt x="326803" y="270681"/>
                </a:lnTo>
                <a:lnTo>
                  <a:pt x="322107" y="272644"/>
                </a:lnTo>
                <a:lnTo>
                  <a:pt x="323136" y="259242"/>
                </a:lnTo>
                <a:lnTo>
                  <a:pt x="323126" y="259309"/>
                </a:lnTo>
                <a:lnTo>
                  <a:pt x="323850" y="245888"/>
                </a:lnTo>
                <a:lnTo>
                  <a:pt x="323840" y="245955"/>
                </a:lnTo>
                <a:lnTo>
                  <a:pt x="324250" y="232515"/>
                </a:lnTo>
                <a:lnTo>
                  <a:pt x="324250" y="232581"/>
                </a:lnTo>
                <a:lnTo>
                  <a:pt x="324355" y="219132"/>
                </a:lnTo>
                <a:lnTo>
                  <a:pt x="324355" y="219199"/>
                </a:lnTo>
                <a:lnTo>
                  <a:pt x="324145" y="205740"/>
                </a:lnTo>
                <a:lnTo>
                  <a:pt x="324145" y="205807"/>
                </a:lnTo>
                <a:lnTo>
                  <a:pt x="323640" y="192338"/>
                </a:lnTo>
                <a:lnTo>
                  <a:pt x="323640" y="192395"/>
                </a:lnTo>
                <a:lnTo>
                  <a:pt x="322821" y="178918"/>
                </a:lnTo>
                <a:lnTo>
                  <a:pt x="322821" y="178975"/>
                </a:lnTo>
                <a:lnTo>
                  <a:pt x="321697" y="165478"/>
                </a:lnTo>
                <a:lnTo>
                  <a:pt x="326069" y="167659"/>
                </a:lnTo>
                <a:lnTo>
                  <a:pt x="293656" y="188166"/>
                </a:lnTo>
                <a:lnTo>
                  <a:pt x="292618" y="188566"/>
                </a:lnTo>
                <a:lnTo>
                  <a:pt x="291513" y="188538"/>
                </a:lnTo>
                <a:lnTo>
                  <a:pt x="290503" y="188100"/>
                </a:lnTo>
                <a:lnTo>
                  <a:pt x="289731" y="187309"/>
                </a:lnTo>
                <a:lnTo>
                  <a:pt x="283531" y="177765"/>
                </a:lnTo>
                <a:lnTo>
                  <a:pt x="283569" y="177822"/>
                </a:lnTo>
                <a:lnTo>
                  <a:pt x="277187" y="168535"/>
                </a:lnTo>
                <a:lnTo>
                  <a:pt x="277235" y="168592"/>
                </a:lnTo>
                <a:lnTo>
                  <a:pt x="270672" y="159544"/>
                </a:lnTo>
                <a:lnTo>
                  <a:pt x="270720" y="159601"/>
                </a:lnTo>
                <a:lnTo>
                  <a:pt x="263985" y="150800"/>
                </a:lnTo>
                <a:lnTo>
                  <a:pt x="264033" y="150866"/>
                </a:lnTo>
                <a:lnTo>
                  <a:pt x="257127" y="142313"/>
                </a:lnTo>
                <a:lnTo>
                  <a:pt x="257175" y="142370"/>
                </a:lnTo>
                <a:lnTo>
                  <a:pt x="250088" y="134064"/>
                </a:lnTo>
                <a:lnTo>
                  <a:pt x="250136" y="134122"/>
                </a:lnTo>
                <a:lnTo>
                  <a:pt x="242878" y="126063"/>
                </a:lnTo>
                <a:lnTo>
                  <a:pt x="242926" y="126121"/>
                </a:lnTo>
                <a:lnTo>
                  <a:pt x="235487" y="118300"/>
                </a:lnTo>
                <a:lnTo>
                  <a:pt x="235544" y="118358"/>
                </a:lnTo>
                <a:lnTo>
                  <a:pt x="227924" y="110795"/>
                </a:lnTo>
                <a:lnTo>
                  <a:pt x="227981" y="110852"/>
                </a:lnTo>
                <a:lnTo>
                  <a:pt x="220189" y="103537"/>
                </a:lnTo>
                <a:lnTo>
                  <a:pt x="220247" y="103584"/>
                </a:lnTo>
                <a:lnTo>
                  <a:pt x="212274" y="96517"/>
                </a:lnTo>
                <a:lnTo>
                  <a:pt x="212341" y="96564"/>
                </a:lnTo>
                <a:lnTo>
                  <a:pt x="204187" y="89745"/>
                </a:lnTo>
                <a:lnTo>
                  <a:pt x="204254" y="89792"/>
                </a:lnTo>
                <a:lnTo>
                  <a:pt x="195929" y="83210"/>
                </a:lnTo>
                <a:lnTo>
                  <a:pt x="195996" y="83268"/>
                </a:lnTo>
                <a:lnTo>
                  <a:pt x="187490" y="76933"/>
                </a:lnTo>
                <a:lnTo>
                  <a:pt x="187557" y="76981"/>
                </a:lnTo>
                <a:lnTo>
                  <a:pt x="178879" y="70895"/>
                </a:lnTo>
                <a:lnTo>
                  <a:pt x="178946" y="70942"/>
                </a:lnTo>
                <a:lnTo>
                  <a:pt x="170088" y="65103"/>
                </a:lnTo>
                <a:lnTo>
                  <a:pt x="170155" y="65141"/>
                </a:lnTo>
                <a:lnTo>
                  <a:pt x="161125" y="59550"/>
                </a:lnTo>
                <a:lnTo>
                  <a:pt x="161192" y="59598"/>
                </a:lnTo>
                <a:lnTo>
                  <a:pt x="151981" y="54245"/>
                </a:lnTo>
                <a:lnTo>
                  <a:pt x="152057" y="54292"/>
                </a:lnTo>
                <a:lnTo>
                  <a:pt x="142665" y="49187"/>
                </a:lnTo>
                <a:lnTo>
                  <a:pt x="142742" y="49225"/>
                </a:lnTo>
                <a:lnTo>
                  <a:pt x="133169" y="44377"/>
                </a:lnTo>
                <a:lnTo>
                  <a:pt x="133245" y="44415"/>
                </a:lnTo>
                <a:lnTo>
                  <a:pt x="123501" y="39805"/>
                </a:lnTo>
                <a:lnTo>
                  <a:pt x="123577" y="39843"/>
                </a:lnTo>
                <a:lnTo>
                  <a:pt x="113652" y="35481"/>
                </a:lnTo>
                <a:lnTo>
                  <a:pt x="113728" y="35509"/>
                </a:lnTo>
                <a:lnTo>
                  <a:pt x="103632" y="31404"/>
                </a:lnTo>
                <a:lnTo>
                  <a:pt x="103708" y="31432"/>
                </a:lnTo>
                <a:lnTo>
                  <a:pt x="93431" y="27565"/>
                </a:lnTo>
                <a:lnTo>
                  <a:pt x="93507" y="27594"/>
                </a:lnTo>
                <a:lnTo>
                  <a:pt x="83058" y="23974"/>
                </a:lnTo>
                <a:lnTo>
                  <a:pt x="83125" y="23993"/>
                </a:lnTo>
                <a:lnTo>
                  <a:pt x="72495" y="20622"/>
                </a:lnTo>
                <a:lnTo>
                  <a:pt x="72571" y="20650"/>
                </a:lnTo>
                <a:lnTo>
                  <a:pt x="61770" y="17526"/>
                </a:lnTo>
                <a:lnTo>
                  <a:pt x="61836" y="17545"/>
                </a:lnTo>
                <a:lnTo>
                  <a:pt x="50854" y="14668"/>
                </a:lnTo>
                <a:lnTo>
                  <a:pt x="50921" y="14678"/>
                </a:lnTo>
                <a:lnTo>
                  <a:pt x="39767" y="12049"/>
                </a:lnTo>
                <a:lnTo>
                  <a:pt x="39834" y="12068"/>
                </a:lnTo>
                <a:lnTo>
                  <a:pt x="28499" y="9687"/>
                </a:lnTo>
                <a:lnTo>
                  <a:pt x="28565" y="9696"/>
                </a:lnTo>
                <a:lnTo>
                  <a:pt x="17050" y="7563"/>
                </a:lnTo>
                <a:lnTo>
                  <a:pt x="17116" y="7572"/>
                </a:lnTo>
                <a:lnTo>
                  <a:pt x="5429" y="5677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ditable frame or arrow 4227">
            <a:extLst xmlns:a="http://schemas.openxmlformats.org/drawingml/2006/main">
              <a:ext uri="{FF2B5EF4-FFF2-40B4-BE49-F238E27FC236}">
                <a16:creationId xmlns:a16="http://schemas.microsoft.com/office/drawing/2014/main" id="{8BD99124-0037-4467-B7C7-45A79539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795" y="3461995"/>
            <a:ext cx="351492" cy="266148"/>
          </a:xfrm>
          <a:custGeom xmlns:a="http://schemas.openxmlformats.org/drawingml/2006/main">
            <a:pathLst>
              <a:path w="351492" h="266148">
                <a:moveTo>
                  <a:pt x="0" y="257261"/>
                </a:moveTo>
                <a:cubicBezTo>
                  <a:pt x="54750" y="142637"/>
                  <a:pt x="140941" y="69209"/>
                  <a:pt x="258575" y="36995"/>
                </a:cubicBezTo>
                <a:lnTo>
                  <a:pt x="248450" y="0"/>
                </a:lnTo>
                <a:cubicBezTo>
                  <a:pt x="283883" y="7258"/>
                  <a:pt x="318230" y="17612"/>
                  <a:pt x="351492" y="31061"/>
                </a:cubicBezTo>
                <a:cubicBezTo>
                  <a:pt x="320907" y="50225"/>
                  <a:pt x="295132" y="71161"/>
                  <a:pt x="274158" y="93869"/>
                </a:cubicBezTo>
                <a:lnTo>
                  <a:pt x="264023" y="56874"/>
                </a:lnTo>
                <a:cubicBezTo>
                  <a:pt x="152448" y="87430"/>
                  <a:pt x="70637" y="157191"/>
                  <a:pt x="18593" y="266148"/>
                </a:cubicBezTo>
                <a:lnTo>
                  <a:pt x="0" y="257261"/>
                </a:ln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Editable frame or arrow 4596">
            <a:extLst xmlns:a="http://schemas.openxmlformats.org/drawingml/2006/main">
              <a:ext uri="{FF2B5EF4-FFF2-40B4-BE49-F238E27FC236}">
                <a16:creationId xmlns:a16="http://schemas.microsoft.com/office/drawing/2014/main" id="{1D5E612B-A923-42A1-A827-F86C1850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938" y="3459156"/>
            <a:ext cx="357188" cy="271834"/>
          </a:xfrm>
          <a:custGeom xmlns:a="http://schemas.openxmlformats.org/drawingml/2006/main">
            <a:pathLst>
              <a:path w="357188" h="271834">
                <a:moveTo>
                  <a:pt x="5515" y="248212"/>
                </a:moveTo>
                <a:lnTo>
                  <a:pt x="5544" y="248155"/>
                </a:lnTo>
                <a:lnTo>
                  <a:pt x="10954" y="237773"/>
                </a:lnTo>
                <a:lnTo>
                  <a:pt x="10982" y="237706"/>
                </a:lnTo>
                <a:lnTo>
                  <a:pt x="16583" y="227571"/>
                </a:lnTo>
                <a:lnTo>
                  <a:pt x="16612" y="227505"/>
                </a:lnTo>
                <a:lnTo>
                  <a:pt x="22393" y="217608"/>
                </a:lnTo>
                <a:lnTo>
                  <a:pt x="22431" y="217541"/>
                </a:lnTo>
                <a:lnTo>
                  <a:pt x="28394" y="207883"/>
                </a:lnTo>
                <a:lnTo>
                  <a:pt x="28432" y="207826"/>
                </a:lnTo>
                <a:lnTo>
                  <a:pt x="34576" y="198406"/>
                </a:lnTo>
                <a:lnTo>
                  <a:pt x="34614" y="198349"/>
                </a:lnTo>
                <a:lnTo>
                  <a:pt x="40948" y="189166"/>
                </a:lnTo>
                <a:lnTo>
                  <a:pt x="40986" y="189109"/>
                </a:lnTo>
                <a:lnTo>
                  <a:pt x="47501" y="180175"/>
                </a:lnTo>
                <a:lnTo>
                  <a:pt x="47549" y="180108"/>
                </a:lnTo>
                <a:lnTo>
                  <a:pt x="54245" y="171421"/>
                </a:lnTo>
                <a:lnTo>
                  <a:pt x="54293" y="171355"/>
                </a:lnTo>
                <a:lnTo>
                  <a:pt x="61179" y="162906"/>
                </a:lnTo>
                <a:lnTo>
                  <a:pt x="61227" y="162849"/>
                </a:lnTo>
                <a:lnTo>
                  <a:pt x="68294" y="154638"/>
                </a:lnTo>
                <a:lnTo>
                  <a:pt x="68351" y="154572"/>
                </a:lnTo>
                <a:lnTo>
                  <a:pt x="75600" y="146609"/>
                </a:lnTo>
                <a:lnTo>
                  <a:pt x="75657" y="146552"/>
                </a:lnTo>
                <a:lnTo>
                  <a:pt x="83087" y="138817"/>
                </a:lnTo>
                <a:lnTo>
                  <a:pt x="83144" y="138760"/>
                </a:lnTo>
                <a:lnTo>
                  <a:pt x="90764" y="131274"/>
                </a:lnTo>
                <a:lnTo>
                  <a:pt x="90821" y="131216"/>
                </a:lnTo>
                <a:lnTo>
                  <a:pt x="98631" y="123977"/>
                </a:lnTo>
                <a:lnTo>
                  <a:pt x="98689" y="123920"/>
                </a:lnTo>
                <a:lnTo>
                  <a:pt x="106680" y="116919"/>
                </a:lnTo>
                <a:lnTo>
                  <a:pt x="106737" y="116862"/>
                </a:lnTo>
                <a:lnTo>
                  <a:pt x="114910" y="110099"/>
                </a:lnTo>
                <a:lnTo>
                  <a:pt x="114976" y="110052"/>
                </a:lnTo>
                <a:lnTo>
                  <a:pt x="123330" y="103527"/>
                </a:lnTo>
                <a:lnTo>
                  <a:pt x="123396" y="103480"/>
                </a:lnTo>
                <a:lnTo>
                  <a:pt x="131940" y="97193"/>
                </a:lnTo>
                <a:lnTo>
                  <a:pt x="132007" y="97145"/>
                </a:lnTo>
                <a:lnTo>
                  <a:pt x="140732" y="91116"/>
                </a:lnTo>
                <a:lnTo>
                  <a:pt x="140799" y="91069"/>
                </a:lnTo>
                <a:lnTo>
                  <a:pt x="149714" y="85268"/>
                </a:lnTo>
                <a:lnTo>
                  <a:pt x="149781" y="85230"/>
                </a:lnTo>
                <a:lnTo>
                  <a:pt x="158877" y="79667"/>
                </a:lnTo>
                <a:lnTo>
                  <a:pt x="158944" y="79629"/>
                </a:lnTo>
                <a:lnTo>
                  <a:pt x="168221" y="74314"/>
                </a:lnTo>
                <a:lnTo>
                  <a:pt x="168288" y="74276"/>
                </a:lnTo>
                <a:lnTo>
                  <a:pt x="177756" y="69209"/>
                </a:lnTo>
                <a:lnTo>
                  <a:pt x="177822" y="69171"/>
                </a:lnTo>
                <a:lnTo>
                  <a:pt x="187471" y="64332"/>
                </a:lnTo>
                <a:lnTo>
                  <a:pt x="187538" y="64303"/>
                </a:lnTo>
                <a:lnTo>
                  <a:pt x="197377" y="59712"/>
                </a:lnTo>
                <a:lnTo>
                  <a:pt x="197444" y="59684"/>
                </a:lnTo>
                <a:lnTo>
                  <a:pt x="207455" y="55331"/>
                </a:lnTo>
                <a:lnTo>
                  <a:pt x="207531" y="55302"/>
                </a:lnTo>
                <a:lnTo>
                  <a:pt x="217732" y="51197"/>
                </a:lnTo>
                <a:lnTo>
                  <a:pt x="217799" y="51168"/>
                </a:lnTo>
                <a:lnTo>
                  <a:pt x="228181" y="47301"/>
                </a:lnTo>
                <a:lnTo>
                  <a:pt x="228257" y="47282"/>
                </a:lnTo>
                <a:lnTo>
                  <a:pt x="238820" y="43653"/>
                </a:lnTo>
                <a:lnTo>
                  <a:pt x="238887" y="43634"/>
                </a:lnTo>
                <a:lnTo>
                  <a:pt x="249641" y="40243"/>
                </a:lnTo>
                <a:lnTo>
                  <a:pt x="249707" y="40224"/>
                </a:lnTo>
                <a:lnTo>
                  <a:pt x="260652" y="37090"/>
                </a:lnTo>
                <a:lnTo>
                  <a:pt x="258680" y="40586"/>
                </a:lnTo>
                <a:lnTo>
                  <a:pt x="248545" y="3591"/>
                </a:lnTo>
                <a:lnTo>
                  <a:pt x="248460" y="2619"/>
                </a:lnTo>
                <a:lnTo>
                  <a:pt x="248688" y="1676"/>
                </a:lnTo>
                <a:lnTo>
                  <a:pt x="249231" y="867"/>
                </a:lnTo>
                <a:lnTo>
                  <a:pt x="250012" y="286"/>
                </a:lnTo>
                <a:lnTo>
                  <a:pt x="250936" y="0"/>
                </a:lnTo>
                <a:lnTo>
                  <a:pt x="251908" y="48"/>
                </a:lnTo>
                <a:lnTo>
                  <a:pt x="265147" y="2915"/>
                </a:lnTo>
                <a:lnTo>
                  <a:pt x="265214" y="2924"/>
                </a:lnTo>
                <a:lnTo>
                  <a:pt x="278349" y="6086"/>
                </a:lnTo>
                <a:lnTo>
                  <a:pt x="278406" y="6096"/>
                </a:lnTo>
                <a:lnTo>
                  <a:pt x="291446" y="9544"/>
                </a:lnTo>
                <a:lnTo>
                  <a:pt x="291503" y="9563"/>
                </a:lnTo>
                <a:lnTo>
                  <a:pt x="304438" y="13297"/>
                </a:lnTo>
                <a:lnTo>
                  <a:pt x="304505" y="13316"/>
                </a:lnTo>
                <a:lnTo>
                  <a:pt x="317325" y="17345"/>
                </a:lnTo>
                <a:lnTo>
                  <a:pt x="317392" y="17364"/>
                </a:lnTo>
                <a:lnTo>
                  <a:pt x="330117" y="21688"/>
                </a:lnTo>
                <a:lnTo>
                  <a:pt x="330184" y="21707"/>
                </a:lnTo>
                <a:lnTo>
                  <a:pt x="342805" y="26318"/>
                </a:lnTo>
                <a:lnTo>
                  <a:pt x="342862" y="26337"/>
                </a:lnTo>
                <a:lnTo>
                  <a:pt x="355387" y="31242"/>
                </a:lnTo>
                <a:lnTo>
                  <a:pt x="356273" y="31785"/>
                </a:lnTo>
                <a:lnTo>
                  <a:pt x="356902" y="32614"/>
                </a:lnTo>
                <a:lnTo>
                  <a:pt x="357188" y="33614"/>
                </a:lnTo>
                <a:lnTo>
                  <a:pt x="357102" y="34652"/>
                </a:lnTo>
                <a:lnTo>
                  <a:pt x="356654" y="35585"/>
                </a:lnTo>
                <a:lnTo>
                  <a:pt x="355892" y="36300"/>
                </a:lnTo>
                <a:lnTo>
                  <a:pt x="344653" y="43567"/>
                </a:lnTo>
                <a:lnTo>
                  <a:pt x="344719" y="43520"/>
                </a:lnTo>
                <a:lnTo>
                  <a:pt x="333937" y="50959"/>
                </a:lnTo>
                <a:lnTo>
                  <a:pt x="334004" y="50911"/>
                </a:lnTo>
                <a:lnTo>
                  <a:pt x="323660" y="58512"/>
                </a:lnTo>
                <a:lnTo>
                  <a:pt x="323736" y="58455"/>
                </a:lnTo>
                <a:lnTo>
                  <a:pt x="313839" y="66218"/>
                </a:lnTo>
                <a:lnTo>
                  <a:pt x="313915" y="66161"/>
                </a:lnTo>
                <a:lnTo>
                  <a:pt x="304476" y="74095"/>
                </a:lnTo>
                <a:lnTo>
                  <a:pt x="304552" y="74028"/>
                </a:lnTo>
                <a:lnTo>
                  <a:pt x="295561" y="82134"/>
                </a:lnTo>
                <a:lnTo>
                  <a:pt x="295637" y="82058"/>
                </a:lnTo>
                <a:lnTo>
                  <a:pt x="287093" y="90326"/>
                </a:lnTo>
                <a:lnTo>
                  <a:pt x="287169" y="90249"/>
                </a:lnTo>
                <a:lnTo>
                  <a:pt x="279073" y="98689"/>
                </a:lnTo>
                <a:lnTo>
                  <a:pt x="278273" y="99279"/>
                </a:lnTo>
                <a:lnTo>
                  <a:pt x="277311" y="99546"/>
                </a:lnTo>
                <a:lnTo>
                  <a:pt x="276311" y="99479"/>
                </a:lnTo>
                <a:lnTo>
                  <a:pt x="275396" y="99070"/>
                </a:lnTo>
                <a:lnTo>
                  <a:pt x="274682" y="98365"/>
                </a:lnTo>
                <a:lnTo>
                  <a:pt x="274253" y="97460"/>
                </a:lnTo>
                <a:lnTo>
                  <a:pt x="264128" y="60465"/>
                </a:lnTo>
                <a:lnTo>
                  <a:pt x="267672" y="62455"/>
                </a:lnTo>
                <a:lnTo>
                  <a:pt x="257299" y="65437"/>
                </a:lnTo>
                <a:lnTo>
                  <a:pt x="257365" y="65418"/>
                </a:lnTo>
                <a:lnTo>
                  <a:pt x="247164" y="68628"/>
                </a:lnTo>
                <a:lnTo>
                  <a:pt x="247240" y="68599"/>
                </a:lnTo>
                <a:lnTo>
                  <a:pt x="237211" y="72038"/>
                </a:lnTo>
                <a:lnTo>
                  <a:pt x="237277" y="72019"/>
                </a:lnTo>
                <a:lnTo>
                  <a:pt x="227428" y="75686"/>
                </a:lnTo>
                <a:lnTo>
                  <a:pt x="227505" y="75657"/>
                </a:lnTo>
                <a:lnTo>
                  <a:pt x="217827" y="79553"/>
                </a:lnTo>
                <a:lnTo>
                  <a:pt x="217894" y="79524"/>
                </a:lnTo>
                <a:lnTo>
                  <a:pt x="208397" y="83658"/>
                </a:lnTo>
                <a:lnTo>
                  <a:pt x="208464" y="83620"/>
                </a:lnTo>
                <a:lnTo>
                  <a:pt x="199139" y="87982"/>
                </a:lnTo>
                <a:lnTo>
                  <a:pt x="199215" y="87944"/>
                </a:lnTo>
                <a:lnTo>
                  <a:pt x="190062" y="92535"/>
                </a:lnTo>
                <a:lnTo>
                  <a:pt x="190129" y="92497"/>
                </a:lnTo>
                <a:lnTo>
                  <a:pt x="181156" y="97317"/>
                </a:lnTo>
                <a:lnTo>
                  <a:pt x="181223" y="97279"/>
                </a:lnTo>
                <a:lnTo>
                  <a:pt x="172422" y="102327"/>
                </a:lnTo>
                <a:lnTo>
                  <a:pt x="172488" y="102279"/>
                </a:lnTo>
                <a:lnTo>
                  <a:pt x="163859" y="107556"/>
                </a:lnTo>
                <a:lnTo>
                  <a:pt x="163925" y="107518"/>
                </a:lnTo>
                <a:lnTo>
                  <a:pt x="155477" y="113024"/>
                </a:lnTo>
                <a:lnTo>
                  <a:pt x="155543" y="112976"/>
                </a:lnTo>
                <a:lnTo>
                  <a:pt x="147257" y="118710"/>
                </a:lnTo>
                <a:lnTo>
                  <a:pt x="147323" y="118662"/>
                </a:lnTo>
                <a:lnTo>
                  <a:pt x="139217" y="124625"/>
                </a:lnTo>
                <a:lnTo>
                  <a:pt x="139284" y="124577"/>
                </a:lnTo>
                <a:lnTo>
                  <a:pt x="131359" y="130778"/>
                </a:lnTo>
                <a:lnTo>
                  <a:pt x="131416" y="130721"/>
                </a:lnTo>
                <a:lnTo>
                  <a:pt x="123663" y="137150"/>
                </a:lnTo>
                <a:lnTo>
                  <a:pt x="123720" y="137093"/>
                </a:lnTo>
                <a:lnTo>
                  <a:pt x="116138" y="143751"/>
                </a:lnTo>
                <a:lnTo>
                  <a:pt x="116205" y="143694"/>
                </a:lnTo>
                <a:lnTo>
                  <a:pt x="108795" y="150581"/>
                </a:lnTo>
                <a:lnTo>
                  <a:pt x="108852" y="150524"/>
                </a:lnTo>
                <a:lnTo>
                  <a:pt x="101622" y="157639"/>
                </a:lnTo>
                <a:lnTo>
                  <a:pt x="101679" y="157582"/>
                </a:lnTo>
                <a:lnTo>
                  <a:pt x="94621" y="164925"/>
                </a:lnTo>
                <a:lnTo>
                  <a:pt x="94669" y="164868"/>
                </a:lnTo>
                <a:lnTo>
                  <a:pt x="87782" y="172441"/>
                </a:lnTo>
                <a:lnTo>
                  <a:pt x="87840" y="172383"/>
                </a:lnTo>
                <a:lnTo>
                  <a:pt x="81124" y="180184"/>
                </a:lnTo>
                <a:lnTo>
                  <a:pt x="81182" y="180127"/>
                </a:lnTo>
                <a:lnTo>
                  <a:pt x="74638" y="188157"/>
                </a:lnTo>
                <a:lnTo>
                  <a:pt x="74686" y="188100"/>
                </a:lnTo>
                <a:lnTo>
                  <a:pt x="68332" y="196358"/>
                </a:lnTo>
                <a:lnTo>
                  <a:pt x="68370" y="196301"/>
                </a:lnTo>
                <a:lnTo>
                  <a:pt x="62189" y="204788"/>
                </a:lnTo>
                <a:lnTo>
                  <a:pt x="62227" y="204730"/>
                </a:lnTo>
                <a:lnTo>
                  <a:pt x="56217" y="213455"/>
                </a:lnTo>
                <a:lnTo>
                  <a:pt x="56255" y="213389"/>
                </a:lnTo>
                <a:lnTo>
                  <a:pt x="50416" y="222342"/>
                </a:lnTo>
                <a:lnTo>
                  <a:pt x="50463" y="222285"/>
                </a:lnTo>
                <a:lnTo>
                  <a:pt x="44796" y="231457"/>
                </a:lnTo>
                <a:lnTo>
                  <a:pt x="44834" y="231400"/>
                </a:lnTo>
                <a:lnTo>
                  <a:pt x="39338" y="240811"/>
                </a:lnTo>
                <a:lnTo>
                  <a:pt x="39376" y="240754"/>
                </a:lnTo>
                <a:lnTo>
                  <a:pt x="34061" y="250393"/>
                </a:lnTo>
                <a:lnTo>
                  <a:pt x="34090" y="250336"/>
                </a:lnTo>
                <a:lnTo>
                  <a:pt x="28956" y="260204"/>
                </a:lnTo>
                <a:lnTo>
                  <a:pt x="28985" y="260147"/>
                </a:lnTo>
                <a:lnTo>
                  <a:pt x="24013" y="270243"/>
                </a:lnTo>
                <a:lnTo>
                  <a:pt x="23346" y="271120"/>
                </a:lnTo>
                <a:lnTo>
                  <a:pt x="22393" y="271682"/>
                </a:lnTo>
                <a:lnTo>
                  <a:pt x="21288" y="271834"/>
                </a:lnTo>
                <a:lnTo>
                  <a:pt x="20222" y="271558"/>
                </a:lnTo>
                <a:lnTo>
                  <a:pt x="1619" y="262680"/>
                </a:lnTo>
                <a:lnTo>
                  <a:pt x="800" y="262090"/>
                </a:lnTo>
                <a:lnTo>
                  <a:pt x="238" y="261252"/>
                </a:lnTo>
                <a:lnTo>
                  <a:pt x="0" y="260271"/>
                </a:lnTo>
                <a:lnTo>
                  <a:pt x="124" y="259261"/>
                </a:lnTo>
                <a:lnTo>
                  <a:pt x="286" y="258842"/>
                </a:lnTo>
                <a:lnTo>
                  <a:pt x="5515" y="248212"/>
                </a:lnTo>
                <a:close/>
                <a:moveTo>
                  <a:pt x="5420" y="261356"/>
                </a:moveTo>
                <a:lnTo>
                  <a:pt x="5591" y="260937"/>
                </a:lnTo>
                <a:lnTo>
                  <a:pt x="4086" y="257518"/>
                </a:lnTo>
                <a:lnTo>
                  <a:pt x="22679" y="266405"/>
                </a:lnTo>
                <a:lnTo>
                  <a:pt x="18888" y="267719"/>
                </a:lnTo>
                <a:lnTo>
                  <a:pt x="23851" y="257623"/>
                </a:lnTo>
                <a:lnTo>
                  <a:pt x="23879" y="257566"/>
                </a:lnTo>
                <a:lnTo>
                  <a:pt x="29023" y="247698"/>
                </a:lnTo>
                <a:lnTo>
                  <a:pt x="29061" y="247631"/>
                </a:lnTo>
                <a:lnTo>
                  <a:pt x="34376" y="237992"/>
                </a:lnTo>
                <a:lnTo>
                  <a:pt x="34404" y="237934"/>
                </a:lnTo>
                <a:lnTo>
                  <a:pt x="39891" y="228524"/>
                </a:lnTo>
                <a:lnTo>
                  <a:pt x="39929" y="228457"/>
                </a:lnTo>
                <a:lnTo>
                  <a:pt x="45596" y="219285"/>
                </a:lnTo>
                <a:lnTo>
                  <a:pt x="45634" y="219218"/>
                </a:lnTo>
                <a:lnTo>
                  <a:pt x="51473" y="210264"/>
                </a:lnTo>
                <a:lnTo>
                  <a:pt x="51511" y="210207"/>
                </a:lnTo>
                <a:lnTo>
                  <a:pt x="57521" y="201482"/>
                </a:lnTo>
                <a:lnTo>
                  <a:pt x="57569" y="201425"/>
                </a:lnTo>
                <a:lnTo>
                  <a:pt x="63751" y="192929"/>
                </a:lnTo>
                <a:lnTo>
                  <a:pt x="63798" y="192872"/>
                </a:lnTo>
                <a:lnTo>
                  <a:pt x="70161" y="184614"/>
                </a:lnTo>
                <a:lnTo>
                  <a:pt x="70209" y="184547"/>
                </a:lnTo>
                <a:lnTo>
                  <a:pt x="76743" y="176517"/>
                </a:lnTo>
                <a:lnTo>
                  <a:pt x="76800" y="176460"/>
                </a:lnTo>
                <a:lnTo>
                  <a:pt x="83506" y="168659"/>
                </a:lnTo>
                <a:lnTo>
                  <a:pt x="83553" y="168592"/>
                </a:lnTo>
                <a:lnTo>
                  <a:pt x="90440" y="161020"/>
                </a:lnTo>
                <a:lnTo>
                  <a:pt x="90497" y="160963"/>
                </a:lnTo>
                <a:lnTo>
                  <a:pt x="97555" y="153619"/>
                </a:lnTo>
                <a:lnTo>
                  <a:pt x="97612" y="153562"/>
                </a:lnTo>
                <a:lnTo>
                  <a:pt x="104842" y="146447"/>
                </a:lnTo>
                <a:lnTo>
                  <a:pt x="104908" y="146390"/>
                </a:lnTo>
                <a:lnTo>
                  <a:pt x="112309" y="139513"/>
                </a:lnTo>
                <a:lnTo>
                  <a:pt x="112376" y="139456"/>
                </a:lnTo>
                <a:lnTo>
                  <a:pt x="119958" y="132798"/>
                </a:lnTo>
                <a:lnTo>
                  <a:pt x="120015" y="132750"/>
                </a:lnTo>
                <a:lnTo>
                  <a:pt x="127778" y="126321"/>
                </a:lnTo>
                <a:lnTo>
                  <a:pt x="127835" y="126273"/>
                </a:lnTo>
                <a:lnTo>
                  <a:pt x="135769" y="120072"/>
                </a:lnTo>
                <a:lnTo>
                  <a:pt x="135836" y="120025"/>
                </a:lnTo>
                <a:lnTo>
                  <a:pt x="143942" y="114062"/>
                </a:lnTo>
                <a:lnTo>
                  <a:pt x="144008" y="114014"/>
                </a:lnTo>
                <a:lnTo>
                  <a:pt x="152286" y="108280"/>
                </a:lnTo>
                <a:lnTo>
                  <a:pt x="152352" y="108233"/>
                </a:lnTo>
                <a:lnTo>
                  <a:pt x="160811" y="102727"/>
                </a:lnTo>
                <a:lnTo>
                  <a:pt x="160877" y="102679"/>
                </a:lnTo>
                <a:lnTo>
                  <a:pt x="169507" y="97403"/>
                </a:lnTo>
                <a:lnTo>
                  <a:pt x="169574" y="97365"/>
                </a:lnTo>
                <a:lnTo>
                  <a:pt x="178384" y="92316"/>
                </a:lnTo>
                <a:lnTo>
                  <a:pt x="178451" y="92278"/>
                </a:lnTo>
                <a:lnTo>
                  <a:pt x="187423" y="87459"/>
                </a:lnTo>
                <a:lnTo>
                  <a:pt x="187500" y="87430"/>
                </a:lnTo>
                <a:lnTo>
                  <a:pt x="196653" y="82839"/>
                </a:lnTo>
                <a:lnTo>
                  <a:pt x="196720" y="82801"/>
                </a:lnTo>
                <a:lnTo>
                  <a:pt x="206045" y="78448"/>
                </a:lnTo>
                <a:lnTo>
                  <a:pt x="206121" y="78410"/>
                </a:lnTo>
                <a:lnTo>
                  <a:pt x="215617" y="74285"/>
                </a:lnTo>
                <a:lnTo>
                  <a:pt x="215694" y="74257"/>
                </a:lnTo>
                <a:lnTo>
                  <a:pt x="225371" y="70361"/>
                </a:lnTo>
                <a:lnTo>
                  <a:pt x="225438" y="70333"/>
                </a:lnTo>
                <a:lnTo>
                  <a:pt x="235287" y="66665"/>
                </a:lnTo>
                <a:lnTo>
                  <a:pt x="235353" y="66637"/>
                </a:lnTo>
                <a:lnTo>
                  <a:pt x="245383" y="63198"/>
                </a:lnTo>
                <a:lnTo>
                  <a:pt x="245450" y="63170"/>
                </a:lnTo>
                <a:lnTo>
                  <a:pt x="255651" y="59969"/>
                </a:lnTo>
                <a:lnTo>
                  <a:pt x="255718" y="59941"/>
                </a:lnTo>
                <a:lnTo>
                  <a:pt x="266090" y="56969"/>
                </a:lnTo>
                <a:lnTo>
                  <a:pt x="267214" y="56874"/>
                </a:lnTo>
                <a:lnTo>
                  <a:pt x="268281" y="57217"/>
                </a:lnTo>
                <a:lnTo>
                  <a:pt x="269129" y="57950"/>
                </a:lnTo>
                <a:lnTo>
                  <a:pt x="269634" y="58960"/>
                </a:lnTo>
                <a:lnTo>
                  <a:pt x="279768" y="95955"/>
                </a:lnTo>
                <a:lnTo>
                  <a:pt x="274949" y="94726"/>
                </a:lnTo>
                <a:lnTo>
                  <a:pt x="283045" y="86296"/>
                </a:lnTo>
                <a:lnTo>
                  <a:pt x="283121" y="86220"/>
                </a:lnTo>
                <a:lnTo>
                  <a:pt x="291656" y="77953"/>
                </a:lnTo>
                <a:lnTo>
                  <a:pt x="291732" y="77886"/>
                </a:lnTo>
                <a:lnTo>
                  <a:pt x="300723" y="69780"/>
                </a:lnTo>
                <a:lnTo>
                  <a:pt x="300800" y="69723"/>
                </a:lnTo>
                <a:lnTo>
                  <a:pt x="310239" y="61789"/>
                </a:lnTo>
                <a:lnTo>
                  <a:pt x="310315" y="61722"/>
                </a:lnTo>
                <a:lnTo>
                  <a:pt x="320202" y="53959"/>
                </a:lnTo>
                <a:lnTo>
                  <a:pt x="320278" y="53902"/>
                </a:lnTo>
                <a:lnTo>
                  <a:pt x="330622" y="46301"/>
                </a:lnTo>
                <a:lnTo>
                  <a:pt x="330689" y="46253"/>
                </a:lnTo>
                <a:lnTo>
                  <a:pt x="341481" y="38814"/>
                </a:lnTo>
                <a:lnTo>
                  <a:pt x="341547" y="38767"/>
                </a:lnTo>
                <a:lnTo>
                  <a:pt x="352796" y="31499"/>
                </a:lnTo>
                <a:lnTo>
                  <a:pt x="353301" y="36566"/>
                </a:lnTo>
                <a:lnTo>
                  <a:pt x="340785" y="31661"/>
                </a:lnTo>
                <a:lnTo>
                  <a:pt x="340843" y="31690"/>
                </a:lnTo>
                <a:lnTo>
                  <a:pt x="328222" y="27080"/>
                </a:lnTo>
                <a:lnTo>
                  <a:pt x="328279" y="27099"/>
                </a:lnTo>
                <a:lnTo>
                  <a:pt x="315554" y="22784"/>
                </a:lnTo>
                <a:lnTo>
                  <a:pt x="315620" y="22803"/>
                </a:lnTo>
                <a:lnTo>
                  <a:pt x="302790" y="18774"/>
                </a:lnTo>
                <a:lnTo>
                  <a:pt x="302847" y="18793"/>
                </a:lnTo>
                <a:lnTo>
                  <a:pt x="289922" y="15049"/>
                </a:lnTo>
                <a:lnTo>
                  <a:pt x="289979" y="15069"/>
                </a:lnTo>
                <a:lnTo>
                  <a:pt x="276949" y="11620"/>
                </a:lnTo>
                <a:lnTo>
                  <a:pt x="277016" y="11640"/>
                </a:lnTo>
                <a:lnTo>
                  <a:pt x="263881" y="8477"/>
                </a:lnTo>
                <a:lnTo>
                  <a:pt x="263938" y="8496"/>
                </a:lnTo>
                <a:lnTo>
                  <a:pt x="250698" y="5629"/>
                </a:lnTo>
                <a:lnTo>
                  <a:pt x="254060" y="2086"/>
                </a:lnTo>
                <a:lnTo>
                  <a:pt x="264195" y="39081"/>
                </a:lnTo>
                <a:lnTo>
                  <a:pt x="264271" y="40176"/>
                </a:lnTo>
                <a:lnTo>
                  <a:pt x="263928" y="41234"/>
                </a:lnTo>
                <a:lnTo>
                  <a:pt x="263214" y="42072"/>
                </a:lnTo>
                <a:lnTo>
                  <a:pt x="262223" y="42577"/>
                </a:lnTo>
                <a:lnTo>
                  <a:pt x="251289" y="45720"/>
                </a:lnTo>
                <a:lnTo>
                  <a:pt x="251355" y="45701"/>
                </a:lnTo>
                <a:lnTo>
                  <a:pt x="240601" y="49082"/>
                </a:lnTo>
                <a:lnTo>
                  <a:pt x="240678" y="49063"/>
                </a:lnTo>
                <a:lnTo>
                  <a:pt x="230105" y="52683"/>
                </a:lnTo>
                <a:lnTo>
                  <a:pt x="230181" y="52654"/>
                </a:lnTo>
                <a:lnTo>
                  <a:pt x="219789" y="56521"/>
                </a:lnTo>
                <a:lnTo>
                  <a:pt x="219866" y="56493"/>
                </a:lnTo>
                <a:lnTo>
                  <a:pt x="209664" y="60608"/>
                </a:lnTo>
                <a:lnTo>
                  <a:pt x="209731" y="60569"/>
                </a:lnTo>
                <a:lnTo>
                  <a:pt x="199720" y="64922"/>
                </a:lnTo>
                <a:lnTo>
                  <a:pt x="199787" y="64894"/>
                </a:lnTo>
                <a:lnTo>
                  <a:pt x="189957" y="69485"/>
                </a:lnTo>
                <a:lnTo>
                  <a:pt x="190033" y="69447"/>
                </a:lnTo>
                <a:lnTo>
                  <a:pt x="180384" y="74276"/>
                </a:lnTo>
                <a:lnTo>
                  <a:pt x="180451" y="74238"/>
                </a:lnTo>
                <a:lnTo>
                  <a:pt x="170993" y="79315"/>
                </a:lnTo>
                <a:lnTo>
                  <a:pt x="171059" y="79277"/>
                </a:lnTo>
                <a:lnTo>
                  <a:pt x="161782" y="84592"/>
                </a:lnTo>
                <a:lnTo>
                  <a:pt x="161849" y="84544"/>
                </a:lnTo>
                <a:lnTo>
                  <a:pt x="152762" y="90106"/>
                </a:lnTo>
                <a:lnTo>
                  <a:pt x="152829" y="90059"/>
                </a:lnTo>
                <a:lnTo>
                  <a:pt x="143913" y="95860"/>
                </a:lnTo>
                <a:lnTo>
                  <a:pt x="143989" y="95812"/>
                </a:lnTo>
                <a:lnTo>
                  <a:pt x="135255" y="101851"/>
                </a:lnTo>
                <a:lnTo>
                  <a:pt x="135322" y="101803"/>
                </a:lnTo>
                <a:lnTo>
                  <a:pt x="126787" y="108080"/>
                </a:lnTo>
                <a:lnTo>
                  <a:pt x="126854" y="108033"/>
                </a:lnTo>
                <a:lnTo>
                  <a:pt x="118491" y="114557"/>
                </a:lnTo>
                <a:lnTo>
                  <a:pt x="118558" y="114500"/>
                </a:lnTo>
                <a:lnTo>
                  <a:pt x="110385" y="121263"/>
                </a:lnTo>
                <a:lnTo>
                  <a:pt x="110442" y="121215"/>
                </a:lnTo>
                <a:lnTo>
                  <a:pt x="102460" y="128216"/>
                </a:lnTo>
                <a:lnTo>
                  <a:pt x="102518" y="128159"/>
                </a:lnTo>
                <a:lnTo>
                  <a:pt x="94717" y="135407"/>
                </a:lnTo>
                <a:lnTo>
                  <a:pt x="94774" y="135350"/>
                </a:lnTo>
                <a:lnTo>
                  <a:pt x="87154" y="142837"/>
                </a:lnTo>
                <a:lnTo>
                  <a:pt x="87211" y="142780"/>
                </a:lnTo>
                <a:lnTo>
                  <a:pt x="79772" y="150514"/>
                </a:lnTo>
                <a:lnTo>
                  <a:pt x="79829" y="150447"/>
                </a:lnTo>
                <a:lnTo>
                  <a:pt x="72571" y="158420"/>
                </a:lnTo>
                <a:lnTo>
                  <a:pt x="72628" y="158363"/>
                </a:lnTo>
                <a:lnTo>
                  <a:pt x="65561" y="166573"/>
                </a:lnTo>
                <a:lnTo>
                  <a:pt x="65608" y="166516"/>
                </a:lnTo>
                <a:lnTo>
                  <a:pt x="58731" y="174965"/>
                </a:lnTo>
                <a:lnTo>
                  <a:pt x="58779" y="174908"/>
                </a:lnTo>
                <a:lnTo>
                  <a:pt x="52073" y="183604"/>
                </a:lnTo>
                <a:lnTo>
                  <a:pt x="52121" y="183537"/>
                </a:lnTo>
                <a:lnTo>
                  <a:pt x="45606" y="192472"/>
                </a:lnTo>
                <a:lnTo>
                  <a:pt x="45653" y="192415"/>
                </a:lnTo>
                <a:lnTo>
                  <a:pt x="39319" y="201587"/>
                </a:lnTo>
                <a:lnTo>
                  <a:pt x="39357" y="201530"/>
                </a:lnTo>
                <a:lnTo>
                  <a:pt x="33214" y="210950"/>
                </a:lnTo>
                <a:lnTo>
                  <a:pt x="33252" y="210883"/>
                </a:lnTo>
                <a:lnTo>
                  <a:pt x="27289" y="220551"/>
                </a:lnTo>
                <a:lnTo>
                  <a:pt x="27327" y="220485"/>
                </a:lnTo>
                <a:lnTo>
                  <a:pt x="21546" y="230391"/>
                </a:lnTo>
                <a:lnTo>
                  <a:pt x="21584" y="230324"/>
                </a:lnTo>
                <a:lnTo>
                  <a:pt x="15992" y="240468"/>
                </a:lnTo>
                <a:lnTo>
                  <a:pt x="16021" y="240411"/>
                </a:lnTo>
                <a:lnTo>
                  <a:pt x="10611" y="250793"/>
                </a:lnTo>
                <a:lnTo>
                  <a:pt x="10639" y="250736"/>
                </a:lnTo>
                <a:lnTo>
                  <a:pt x="5420" y="261356"/>
                </a:ln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Editable frame or arrow 4609">
            <a:extLst xmlns:a="http://schemas.openxmlformats.org/drawingml/2006/main">
              <a:ext uri="{FF2B5EF4-FFF2-40B4-BE49-F238E27FC236}">
                <a16:creationId xmlns:a16="http://schemas.microsoft.com/office/drawing/2014/main" id="{BEE6452D-B134-4474-A4BA-69145062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1398" y="3355600"/>
            <a:ext cx="325279" cy="270005"/>
          </a:xfrm>
          <a:custGeom xmlns:a="http://schemas.openxmlformats.org/drawingml/2006/main">
            <a:pathLst>
              <a:path w="325279" h="270005">
                <a:moveTo>
                  <a:pt x="3058" y="0"/>
                </a:moveTo>
                <a:cubicBezTo>
                  <a:pt x="128683" y="18840"/>
                  <a:pt x="224095" y="79810"/>
                  <a:pt x="289303" y="182890"/>
                </a:cubicBezTo>
                <a:lnTo>
                  <a:pt x="321716" y="162382"/>
                </a:lnTo>
                <a:cubicBezTo>
                  <a:pt x="325136" y="198396"/>
                  <a:pt x="325279" y="234267"/>
                  <a:pt x="322136" y="270005"/>
                </a:cubicBezTo>
                <a:cubicBezTo>
                  <a:pt x="294875" y="246364"/>
                  <a:pt x="267310" y="227838"/>
                  <a:pt x="239468" y="214417"/>
                </a:cubicBezTo>
                <a:lnTo>
                  <a:pt x="271882" y="193910"/>
                </a:lnTo>
                <a:cubicBezTo>
                  <a:pt x="210036" y="96136"/>
                  <a:pt x="119415" y="38300"/>
                  <a:pt x="0" y="20383"/>
                </a:cubicBezTo>
                <a:lnTo>
                  <a:pt x="3058" y="0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Editable frame or arrow 4978">
            <a:extLst xmlns:a="http://schemas.openxmlformats.org/drawingml/2006/main">
              <a:ext uri="{FF2B5EF4-FFF2-40B4-BE49-F238E27FC236}">
                <a16:creationId xmlns:a16="http://schemas.microsoft.com/office/drawing/2014/main" id="{E42D0C7F-34EC-4405-89E1-8D8098C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579" y="3352743"/>
            <a:ext cx="330060" cy="275720"/>
          </a:xfrm>
          <a:custGeom xmlns:a="http://schemas.openxmlformats.org/drawingml/2006/main">
            <a:pathLst>
              <a:path w="330060" h="275720">
                <a:moveTo>
                  <a:pt x="18021" y="1924"/>
                </a:moveTo>
                <a:lnTo>
                  <a:pt x="18088" y="1943"/>
                </a:lnTo>
                <a:lnTo>
                  <a:pt x="29604" y="4077"/>
                </a:lnTo>
                <a:lnTo>
                  <a:pt x="29670" y="4086"/>
                </a:lnTo>
                <a:lnTo>
                  <a:pt x="41005" y="6477"/>
                </a:lnTo>
                <a:lnTo>
                  <a:pt x="41072" y="6487"/>
                </a:lnTo>
                <a:lnTo>
                  <a:pt x="52226" y="9115"/>
                </a:lnTo>
                <a:lnTo>
                  <a:pt x="52292" y="9134"/>
                </a:lnTo>
                <a:lnTo>
                  <a:pt x="63275" y="12011"/>
                </a:lnTo>
                <a:lnTo>
                  <a:pt x="63351" y="12030"/>
                </a:lnTo>
                <a:lnTo>
                  <a:pt x="74152" y="15154"/>
                </a:lnTo>
                <a:lnTo>
                  <a:pt x="74219" y="15173"/>
                </a:lnTo>
                <a:lnTo>
                  <a:pt x="84849" y="18545"/>
                </a:lnTo>
                <a:lnTo>
                  <a:pt x="84915" y="18574"/>
                </a:lnTo>
                <a:lnTo>
                  <a:pt x="95364" y="22184"/>
                </a:lnTo>
                <a:lnTo>
                  <a:pt x="95440" y="22212"/>
                </a:lnTo>
                <a:lnTo>
                  <a:pt x="105708" y="26079"/>
                </a:lnTo>
                <a:lnTo>
                  <a:pt x="105785" y="26108"/>
                </a:lnTo>
                <a:lnTo>
                  <a:pt x="115881" y="30213"/>
                </a:lnTo>
                <a:lnTo>
                  <a:pt x="115948" y="30251"/>
                </a:lnTo>
                <a:lnTo>
                  <a:pt x="125873" y="34604"/>
                </a:lnTo>
                <a:lnTo>
                  <a:pt x="125940" y="34642"/>
                </a:lnTo>
                <a:lnTo>
                  <a:pt x="135684" y="39243"/>
                </a:lnTo>
                <a:lnTo>
                  <a:pt x="135750" y="39281"/>
                </a:lnTo>
                <a:lnTo>
                  <a:pt x="145313" y="44129"/>
                </a:lnTo>
                <a:lnTo>
                  <a:pt x="145390" y="44167"/>
                </a:lnTo>
                <a:lnTo>
                  <a:pt x="154772" y="49263"/>
                </a:lnTo>
                <a:lnTo>
                  <a:pt x="154848" y="49301"/>
                </a:lnTo>
                <a:lnTo>
                  <a:pt x="164059" y="54654"/>
                </a:lnTo>
                <a:lnTo>
                  <a:pt x="164125" y="54693"/>
                </a:lnTo>
                <a:lnTo>
                  <a:pt x="173164" y="60284"/>
                </a:lnTo>
                <a:lnTo>
                  <a:pt x="173231" y="60331"/>
                </a:lnTo>
                <a:lnTo>
                  <a:pt x="182089" y="66170"/>
                </a:lnTo>
                <a:lnTo>
                  <a:pt x="182156" y="66208"/>
                </a:lnTo>
                <a:lnTo>
                  <a:pt x="190833" y="72295"/>
                </a:lnTo>
                <a:lnTo>
                  <a:pt x="190900" y="72342"/>
                </a:lnTo>
                <a:lnTo>
                  <a:pt x="199406" y="78676"/>
                </a:lnTo>
                <a:lnTo>
                  <a:pt x="199463" y="78724"/>
                </a:lnTo>
                <a:lnTo>
                  <a:pt x="207788" y="85306"/>
                </a:lnTo>
                <a:lnTo>
                  <a:pt x="207855" y="85354"/>
                </a:lnTo>
                <a:lnTo>
                  <a:pt x="215998" y="92183"/>
                </a:lnTo>
                <a:lnTo>
                  <a:pt x="216065" y="92240"/>
                </a:lnTo>
                <a:lnTo>
                  <a:pt x="224038" y="99308"/>
                </a:lnTo>
                <a:lnTo>
                  <a:pt x="224095" y="99365"/>
                </a:lnTo>
                <a:lnTo>
                  <a:pt x="231886" y="106680"/>
                </a:lnTo>
                <a:lnTo>
                  <a:pt x="231953" y="106737"/>
                </a:lnTo>
                <a:lnTo>
                  <a:pt x="239563" y="114310"/>
                </a:lnTo>
                <a:lnTo>
                  <a:pt x="239620" y="114357"/>
                </a:lnTo>
                <a:lnTo>
                  <a:pt x="247059" y="122177"/>
                </a:lnTo>
                <a:lnTo>
                  <a:pt x="247117" y="122234"/>
                </a:lnTo>
                <a:lnTo>
                  <a:pt x="254375" y="130292"/>
                </a:lnTo>
                <a:lnTo>
                  <a:pt x="254432" y="130350"/>
                </a:lnTo>
                <a:lnTo>
                  <a:pt x="261518" y="138655"/>
                </a:lnTo>
                <a:lnTo>
                  <a:pt x="261566" y="138713"/>
                </a:lnTo>
                <a:lnTo>
                  <a:pt x="268472" y="147266"/>
                </a:lnTo>
                <a:lnTo>
                  <a:pt x="268519" y="147333"/>
                </a:lnTo>
                <a:lnTo>
                  <a:pt x="275253" y="156124"/>
                </a:lnTo>
                <a:lnTo>
                  <a:pt x="275301" y="156191"/>
                </a:lnTo>
                <a:lnTo>
                  <a:pt x="281854" y="165240"/>
                </a:lnTo>
                <a:lnTo>
                  <a:pt x="281892" y="165297"/>
                </a:lnTo>
                <a:lnTo>
                  <a:pt x="288274" y="174584"/>
                </a:lnTo>
                <a:lnTo>
                  <a:pt x="288312" y="174650"/>
                </a:lnTo>
                <a:lnTo>
                  <a:pt x="294513" y="184185"/>
                </a:lnTo>
                <a:lnTo>
                  <a:pt x="290589" y="183328"/>
                </a:lnTo>
                <a:lnTo>
                  <a:pt x="323012" y="162820"/>
                </a:lnTo>
                <a:lnTo>
                  <a:pt x="323907" y="162449"/>
                </a:lnTo>
                <a:lnTo>
                  <a:pt x="324879" y="162401"/>
                </a:lnTo>
                <a:lnTo>
                  <a:pt x="325812" y="162677"/>
                </a:lnTo>
                <a:lnTo>
                  <a:pt x="326593" y="163258"/>
                </a:lnTo>
                <a:lnTo>
                  <a:pt x="327136" y="164059"/>
                </a:lnTo>
                <a:lnTo>
                  <a:pt x="327384" y="165002"/>
                </a:lnTo>
                <a:lnTo>
                  <a:pt x="328508" y="178499"/>
                </a:lnTo>
                <a:lnTo>
                  <a:pt x="328517" y="178565"/>
                </a:lnTo>
                <a:lnTo>
                  <a:pt x="329336" y="192053"/>
                </a:lnTo>
                <a:lnTo>
                  <a:pt x="329346" y="192119"/>
                </a:lnTo>
                <a:lnTo>
                  <a:pt x="329851" y="205588"/>
                </a:lnTo>
                <a:lnTo>
                  <a:pt x="329860" y="205654"/>
                </a:lnTo>
                <a:lnTo>
                  <a:pt x="330060" y="219113"/>
                </a:lnTo>
                <a:lnTo>
                  <a:pt x="330060" y="219180"/>
                </a:lnTo>
                <a:lnTo>
                  <a:pt x="329965" y="232620"/>
                </a:lnTo>
                <a:lnTo>
                  <a:pt x="329956" y="232686"/>
                </a:lnTo>
                <a:lnTo>
                  <a:pt x="329546" y="246126"/>
                </a:lnTo>
                <a:lnTo>
                  <a:pt x="329546" y="246183"/>
                </a:lnTo>
                <a:lnTo>
                  <a:pt x="328832" y="259604"/>
                </a:lnTo>
                <a:lnTo>
                  <a:pt x="328832" y="259671"/>
                </a:lnTo>
                <a:lnTo>
                  <a:pt x="327803" y="273082"/>
                </a:lnTo>
                <a:lnTo>
                  <a:pt x="327536" y="274082"/>
                </a:lnTo>
                <a:lnTo>
                  <a:pt x="326927" y="274930"/>
                </a:lnTo>
                <a:lnTo>
                  <a:pt x="326060" y="275501"/>
                </a:lnTo>
                <a:lnTo>
                  <a:pt x="325041" y="275720"/>
                </a:lnTo>
                <a:lnTo>
                  <a:pt x="324012" y="275558"/>
                </a:lnTo>
                <a:lnTo>
                  <a:pt x="323117" y="275044"/>
                </a:lnTo>
                <a:lnTo>
                  <a:pt x="312877" y="266424"/>
                </a:lnTo>
                <a:lnTo>
                  <a:pt x="312944" y="266471"/>
                </a:lnTo>
                <a:lnTo>
                  <a:pt x="302676" y="258328"/>
                </a:lnTo>
                <a:lnTo>
                  <a:pt x="302743" y="258385"/>
                </a:lnTo>
                <a:lnTo>
                  <a:pt x="292456" y="250717"/>
                </a:lnTo>
                <a:lnTo>
                  <a:pt x="292522" y="250765"/>
                </a:lnTo>
                <a:lnTo>
                  <a:pt x="282207" y="243583"/>
                </a:lnTo>
                <a:lnTo>
                  <a:pt x="282283" y="243630"/>
                </a:lnTo>
                <a:lnTo>
                  <a:pt x="271939" y="236925"/>
                </a:lnTo>
                <a:lnTo>
                  <a:pt x="272024" y="236972"/>
                </a:lnTo>
                <a:lnTo>
                  <a:pt x="261642" y="230743"/>
                </a:lnTo>
                <a:lnTo>
                  <a:pt x="261737" y="230791"/>
                </a:lnTo>
                <a:lnTo>
                  <a:pt x="251327" y="225047"/>
                </a:lnTo>
                <a:lnTo>
                  <a:pt x="251422" y="225095"/>
                </a:lnTo>
                <a:lnTo>
                  <a:pt x="240992" y="219818"/>
                </a:lnTo>
                <a:lnTo>
                  <a:pt x="240192" y="219218"/>
                </a:lnTo>
                <a:lnTo>
                  <a:pt x="239649" y="218380"/>
                </a:lnTo>
                <a:lnTo>
                  <a:pt x="239430" y="217408"/>
                </a:lnTo>
                <a:lnTo>
                  <a:pt x="239554" y="216418"/>
                </a:lnTo>
                <a:lnTo>
                  <a:pt x="240020" y="215532"/>
                </a:lnTo>
                <a:lnTo>
                  <a:pt x="240754" y="214855"/>
                </a:lnTo>
                <a:lnTo>
                  <a:pt x="273177" y="194348"/>
                </a:lnTo>
                <a:lnTo>
                  <a:pt x="272301" y="198320"/>
                </a:lnTo>
                <a:lnTo>
                  <a:pt x="266424" y="189271"/>
                </a:lnTo>
                <a:lnTo>
                  <a:pt x="266462" y="189328"/>
                </a:lnTo>
                <a:lnTo>
                  <a:pt x="260413" y="180518"/>
                </a:lnTo>
                <a:lnTo>
                  <a:pt x="260452" y="180575"/>
                </a:lnTo>
                <a:lnTo>
                  <a:pt x="254232" y="171993"/>
                </a:lnTo>
                <a:lnTo>
                  <a:pt x="254279" y="172060"/>
                </a:lnTo>
                <a:lnTo>
                  <a:pt x="247888" y="163706"/>
                </a:lnTo>
                <a:lnTo>
                  <a:pt x="247936" y="163773"/>
                </a:lnTo>
                <a:lnTo>
                  <a:pt x="241383" y="155658"/>
                </a:lnTo>
                <a:lnTo>
                  <a:pt x="241430" y="155715"/>
                </a:lnTo>
                <a:lnTo>
                  <a:pt x="234706" y="147838"/>
                </a:lnTo>
                <a:lnTo>
                  <a:pt x="234753" y="147895"/>
                </a:lnTo>
                <a:lnTo>
                  <a:pt x="227857" y="140246"/>
                </a:lnTo>
                <a:lnTo>
                  <a:pt x="227914" y="140303"/>
                </a:lnTo>
                <a:lnTo>
                  <a:pt x="220856" y="132893"/>
                </a:lnTo>
                <a:lnTo>
                  <a:pt x="220904" y="132950"/>
                </a:lnTo>
                <a:lnTo>
                  <a:pt x="213674" y="125778"/>
                </a:lnTo>
                <a:lnTo>
                  <a:pt x="213731" y="125825"/>
                </a:lnTo>
                <a:lnTo>
                  <a:pt x="206331" y="118891"/>
                </a:lnTo>
                <a:lnTo>
                  <a:pt x="206397" y="118939"/>
                </a:lnTo>
                <a:lnTo>
                  <a:pt x="198825" y="112233"/>
                </a:lnTo>
                <a:lnTo>
                  <a:pt x="198882" y="112281"/>
                </a:lnTo>
                <a:lnTo>
                  <a:pt x="191148" y="105813"/>
                </a:lnTo>
                <a:lnTo>
                  <a:pt x="191214" y="105861"/>
                </a:lnTo>
                <a:lnTo>
                  <a:pt x="183309" y="99622"/>
                </a:lnTo>
                <a:lnTo>
                  <a:pt x="183375" y="99670"/>
                </a:lnTo>
                <a:lnTo>
                  <a:pt x="175298" y="93659"/>
                </a:lnTo>
                <a:lnTo>
                  <a:pt x="175365" y="93707"/>
                </a:lnTo>
                <a:lnTo>
                  <a:pt x="167126" y="87935"/>
                </a:lnTo>
                <a:lnTo>
                  <a:pt x="167192" y="87982"/>
                </a:lnTo>
                <a:lnTo>
                  <a:pt x="158772" y="82439"/>
                </a:lnTo>
                <a:lnTo>
                  <a:pt x="158848" y="82486"/>
                </a:lnTo>
                <a:lnTo>
                  <a:pt x="150266" y="77181"/>
                </a:lnTo>
                <a:lnTo>
                  <a:pt x="150333" y="77219"/>
                </a:lnTo>
                <a:lnTo>
                  <a:pt x="141589" y="72152"/>
                </a:lnTo>
                <a:lnTo>
                  <a:pt x="141656" y="72190"/>
                </a:lnTo>
                <a:lnTo>
                  <a:pt x="132740" y="67351"/>
                </a:lnTo>
                <a:lnTo>
                  <a:pt x="132807" y="67389"/>
                </a:lnTo>
                <a:lnTo>
                  <a:pt x="123720" y="62789"/>
                </a:lnTo>
                <a:lnTo>
                  <a:pt x="123796" y="62817"/>
                </a:lnTo>
                <a:lnTo>
                  <a:pt x="114538" y="58455"/>
                </a:lnTo>
                <a:lnTo>
                  <a:pt x="114614" y="58483"/>
                </a:lnTo>
                <a:lnTo>
                  <a:pt x="105185" y="54350"/>
                </a:lnTo>
                <a:lnTo>
                  <a:pt x="105261" y="54378"/>
                </a:lnTo>
                <a:lnTo>
                  <a:pt x="95669" y="50473"/>
                </a:lnTo>
                <a:lnTo>
                  <a:pt x="95736" y="50502"/>
                </a:lnTo>
                <a:lnTo>
                  <a:pt x="85973" y="46834"/>
                </a:lnTo>
                <a:lnTo>
                  <a:pt x="86049" y="46863"/>
                </a:lnTo>
                <a:lnTo>
                  <a:pt x="76114" y="43424"/>
                </a:lnTo>
                <a:lnTo>
                  <a:pt x="76190" y="43453"/>
                </a:lnTo>
                <a:lnTo>
                  <a:pt x="66094" y="40253"/>
                </a:lnTo>
                <a:lnTo>
                  <a:pt x="66161" y="40272"/>
                </a:lnTo>
                <a:lnTo>
                  <a:pt x="55893" y="37309"/>
                </a:lnTo>
                <a:lnTo>
                  <a:pt x="55959" y="37328"/>
                </a:lnTo>
                <a:lnTo>
                  <a:pt x="45529" y="34595"/>
                </a:lnTo>
                <a:lnTo>
                  <a:pt x="45596" y="34614"/>
                </a:lnTo>
                <a:lnTo>
                  <a:pt x="34995" y="32109"/>
                </a:lnTo>
                <a:lnTo>
                  <a:pt x="35062" y="32128"/>
                </a:lnTo>
                <a:lnTo>
                  <a:pt x="24289" y="29861"/>
                </a:lnTo>
                <a:lnTo>
                  <a:pt x="24355" y="29880"/>
                </a:lnTo>
                <a:lnTo>
                  <a:pt x="13411" y="27842"/>
                </a:lnTo>
                <a:lnTo>
                  <a:pt x="13478" y="27861"/>
                </a:lnTo>
                <a:lnTo>
                  <a:pt x="2372" y="26060"/>
                </a:lnTo>
                <a:lnTo>
                  <a:pt x="1333" y="25679"/>
                </a:lnTo>
                <a:lnTo>
                  <a:pt x="514" y="24927"/>
                </a:lnTo>
                <a:lnTo>
                  <a:pt x="48" y="23927"/>
                </a:lnTo>
                <a:lnTo>
                  <a:pt x="0" y="22812"/>
                </a:lnTo>
                <a:lnTo>
                  <a:pt x="3058" y="2438"/>
                </a:lnTo>
                <a:lnTo>
                  <a:pt x="3381" y="1476"/>
                </a:lnTo>
                <a:lnTo>
                  <a:pt x="4010" y="695"/>
                </a:lnTo>
                <a:lnTo>
                  <a:pt x="4886" y="181"/>
                </a:lnTo>
                <a:lnTo>
                  <a:pt x="5877" y="0"/>
                </a:lnTo>
                <a:lnTo>
                  <a:pt x="6334" y="38"/>
                </a:lnTo>
                <a:lnTo>
                  <a:pt x="18021" y="1924"/>
                </a:lnTo>
                <a:close/>
                <a:moveTo>
                  <a:pt x="5420" y="5677"/>
                </a:moveTo>
                <a:lnTo>
                  <a:pt x="5877" y="5715"/>
                </a:lnTo>
                <a:lnTo>
                  <a:pt x="8706" y="3286"/>
                </a:lnTo>
                <a:lnTo>
                  <a:pt x="5648" y="23660"/>
                </a:lnTo>
                <a:lnTo>
                  <a:pt x="3277" y="20422"/>
                </a:lnTo>
                <a:lnTo>
                  <a:pt x="14392" y="22212"/>
                </a:lnTo>
                <a:lnTo>
                  <a:pt x="14459" y="22231"/>
                </a:lnTo>
                <a:lnTo>
                  <a:pt x="25394" y="24260"/>
                </a:lnTo>
                <a:lnTo>
                  <a:pt x="25460" y="24270"/>
                </a:lnTo>
                <a:lnTo>
                  <a:pt x="36233" y="26537"/>
                </a:lnTo>
                <a:lnTo>
                  <a:pt x="36300" y="26546"/>
                </a:lnTo>
                <a:lnTo>
                  <a:pt x="46911" y="29051"/>
                </a:lnTo>
                <a:lnTo>
                  <a:pt x="46977" y="29061"/>
                </a:lnTo>
                <a:lnTo>
                  <a:pt x="57407" y="31794"/>
                </a:lnTo>
                <a:lnTo>
                  <a:pt x="57483" y="31813"/>
                </a:lnTo>
                <a:lnTo>
                  <a:pt x="67751" y="34785"/>
                </a:lnTo>
                <a:lnTo>
                  <a:pt x="67818" y="34804"/>
                </a:lnTo>
                <a:lnTo>
                  <a:pt x="77914" y="38005"/>
                </a:lnTo>
                <a:lnTo>
                  <a:pt x="77981" y="38024"/>
                </a:lnTo>
                <a:lnTo>
                  <a:pt x="87916" y="41462"/>
                </a:lnTo>
                <a:lnTo>
                  <a:pt x="87992" y="41491"/>
                </a:lnTo>
                <a:lnTo>
                  <a:pt x="97746" y="45158"/>
                </a:lnTo>
                <a:lnTo>
                  <a:pt x="97822" y="45187"/>
                </a:lnTo>
                <a:lnTo>
                  <a:pt x="107413" y="49082"/>
                </a:lnTo>
                <a:lnTo>
                  <a:pt x="107480" y="49111"/>
                </a:lnTo>
                <a:lnTo>
                  <a:pt x="116910" y="53254"/>
                </a:lnTo>
                <a:lnTo>
                  <a:pt x="116977" y="53283"/>
                </a:lnTo>
                <a:lnTo>
                  <a:pt x="126235" y="57655"/>
                </a:lnTo>
                <a:lnTo>
                  <a:pt x="126301" y="57683"/>
                </a:lnTo>
                <a:lnTo>
                  <a:pt x="135388" y="62293"/>
                </a:lnTo>
                <a:lnTo>
                  <a:pt x="135465" y="62332"/>
                </a:lnTo>
                <a:lnTo>
                  <a:pt x="144380" y="67170"/>
                </a:lnTo>
                <a:lnTo>
                  <a:pt x="144456" y="67208"/>
                </a:lnTo>
                <a:lnTo>
                  <a:pt x="153200" y="72276"/>
                </a:lnTo>
                <a:lnTo>
                  <a:pt x="153267" y="72323"/>
                </a:lnTo>
                <a:lnTo>
                  <a:pt x="161849" y="77629"/>
                </a:lnTo>
                <a:lnTo>
                  <a:pt x="161915" y="77667"/>
                </a:lnTo>
                <a:lnTo>
                  <a:pt x="170336" y="83210"/>
                </a:lnTo>
                <a:lnTo>
                  <a:pt x="170402" y="83258"/>
                </a:lnTo>
                <a:lnTo>
                  <a:pt x="178641" y="89030"/>
                </a:lnTo>
                <a:lnTo>
                  <a:pt x="178708" y="89078"/>
                </a:lnTo>
                <a:lnTo>
                  <a:pt x="186785" y="95088"/>
                </a:lnTo>
                <a:lnTo>
                  <a:pt x="186852" y="95136"/>
                </a:lnTo>
                <a:lnTo>
                  <a:pt x="194758" y="101375"/>
                </a:lnTo>
                <a:lnTo>
                  <a:pt x="194815" y="101422"/>
                </a:lnTo>
                <a:lnTo>
                  <a:pt x="202559" y="107899"/>
                </a:lnTo>
                <a:lnTo>
                  <a:pt x="202616" y="107956"/>
                </a:lnTo>
                <a:lnTo>
                  <a:pt x="210188" y="114662"/>
                </a:lnTo>
                <a:lnTo>
                  <a:pt x="210245" y="114719"/>
                </a:lnTo>
                <a:lnTo>
                  <a:pt x="217646" y="121663"/>
                </a:lnTo>
                <a:lnTo>
                  <a:pt x="217703" y="121720"/>
                </a:lnTo>
                <a:lnTo>
                  <a:pt x="224933" y="128892"/>
                </a:lnTo>
                <a:lnTo>
                  <a:pt x="224990" y="128949"/>
                </a:lnTo>
                <a:lnTo>
                  <a:pt x="232048" y="136360"/>
                </a:lnTo>
                <a:lnTo>
                  <a:pt x="232105" y="136417"/>
                </a:lnTo>
                <a:lnTo>
                  <a:pt x="239001" y="144066"/>
                </a:lnTo>
                <a:lnTo>
                  <a:pt x="239049" y="144123"/>
                </a:lnTo>
                <a:lnTo>
                  <a:pt x="245774" y="152000"/>
                </a:lnTo>
                <a:lnTo>
                  <a:pt x="245821" y="152067"/>
                </a:lnTo>
                <a:lnTo>
                  <a:pt x="252384" y="160172"/>
                </a:lnTo>
                <a:lnTo>
                  <a:pt x="252432" y="160239"/>
                </a:lnTo>
                <a:lnTo>
                  <a:pt x="258813" y="168583"/>
                </a:lnTo>
                <a:lnTo>
                  <a:pt x="258861" y="168640"/>
                </a:lnTo>
                <a:lnTo>
                  <a:pt x="265081" y="177222"/>
                </a:lnTo>
                <a:lnTo>
                  <a:pt x="265119" y="177279"/>
                </a:lnTo>
                <a:lnTo>
                  <a:pt x="271177" y="186099"/>
                </a:lnTo>
                <a:lnTo>
                  <a:pt x="271215" y="186157"/>
                </a:lnTo>
                <a:lnTo>
                  <a:pt x="277101" y="195205"/>
                </a:lnTo>
                <a:lnTo>
                  <a:pt x="277511" y="196253"/>
                </a:lnTo>
                <a:lnTo>
                  <a:pt x="277492" y="197377"/>
                </a:lnTo>
                <a:lnTo>
                  <a:pt x="277044" y="198406"/>
                </a:lnTo>
                <a:lnTo>
                  <a:pt x="276225" y="199177"/>
                </a:lnTo>
                <a:lnTo>
                  <a:pt x="243811" y="219685"/>
                </a:lnTo>
                <a:lnTo>
                  <a:pt x="243573" y="214722"/>
                </a:lnTo>
                <a:lnTo>
                  <a:pt x="254003" y="219989"/>
                </a:lnTo>
                <a:lnTo>
                  <a:pt x="254098" y="220047"/>
                </a:lnTo>
                <a:lnTo>
                  <a:pt x="264500" y="225790"/>
                </a:lnTo>
                <a:lnTo>
                  <a:pt x="264585" y="225847"/>
                </a:lnTo>
                <a:lnTo>
                  <a:pt x="274958" y="232077"/>
                </a:lnTo>
                <a:lnTo>
                  <a:pt x="275044" y="232124"/>
                </a:lnTo>
                <a:lnTo>
                  <a:pt x="285398" y="238839"/>
                </a:lnTo>
                <a:lnTo>
                  <a:pt x="285474" y="238887"/>
                </a:lnTo>
                <a:lnTo>
                  <a:pt x="295789" y="246078"/>
                </a:lnTo>
                <a:lnTo>
                  <a:pt x="295866" y="246126"/>
                </a:lnTo>
                <a:lnTo>
                  <a:pt x="306162" y="253794"/>
                </a:lnTo>
                <a:lnTo>
                  <a:pt x="306229" y="253851"/>
                </a:lnTo>
                <a:lnTo>
                  <a:pt x="316497" y="261995"/>
                </a:lnTo>
                <a:lnTo>
                  <a:pt x="316554" y="262052"/>
                </a:lnTo>
                <a:lnTo>
                  <a:pt x="326793" y="270672"/>
                </a:lnTo>
                <a:lnTo>
                  <a:pt x="322107" y="272644"/>
                </a:lnTo>
                <a:lnTo>
                  <a:pt x="323126" y="259242"/>
                </a:lnTo>
                <a:lnTo>
                  <a:pt x="323126" y="259299"/>
                </a:lnTo>
                <a:lnTo>
                  <a:pt x="323840" y="245878"/>
                </a:lnTo>
                <a:lnTo>
                  <a:pt x="323840" y="245945"/>
                </a:lnTo>
                <a:lnTo>
                  <a:pt x="324250" y="232515"/>
                </a:lnTo>
                <a:lnTo>
                  <a:pt x="324250" y="232581"/>
                </a:lnTo>
                <a:lnTo>
                  <a:pt x="324345" y="219132"/>
                </a:lnTo>
                <a:lnTo>
                  <a:pt x="324345" y="219199"/>
                </a:lnTo>
                <a:lnTo>
                  <a:pt x="324145" y="205740"/>
                </a:lnTo>
                <a:lnTo>
                  <a:pt x="324145" y="205807"/>
                </a:lnTo>
                <a:lnTo>
                  <a:pt x="323631" y="192329"/>
                </a:lnTo>
                <a:lnTo>
                  <a:pt x="323631" y="192395"/>
                </a:lnTo>
                <a:lnTo>
                  <a:pt x="322812" y="178908"/>
                </a:lnTo>
                <a:lnTo>
                  <a:pt x="322821" y="178975"/>
                </a:lnTo>
                <a:lnTo>
                  <a:pt x="321688" y="165478"/>
                </a:lnTo>
                <a:lnTo>
                  <a:pt x="326060" y="167659"/>
                </a:lnTo>
                <a:lnTo>
                  <a:pt x="293646" y="188157"/>
                </a:lnTo>
                <a:lnTo>
                  <a:pt x="292618" y="188557"/>
                </a:lnTo>
                <a:lnTo>
                  <a:pt x="291513" y="188538"/>
                </a:lnTo>
                <a:lnTo>
                  <a:pt x="290493" y="188100"/>
                </a:lnTo>
                <a:lnTo>
                  <a:pt x="289722" y="187300"/>
                </a:lnTo>
                <a:lnTo>
                  <a:pt x="283521" y="177765"/>
                </a:lnTo>
                <a:lnTo>
                  <a:pt x="283559" y="177822"/>
                </a:lnTo>
                <a:lnTo>
                  <a:pt x="277187" y="168526"/>
                </a:lnTo>
                <a:lnTo>
                  <a:pt x="277225" y="168592"/>
                </a:lnTo>
                <a:lnTo>
                  <a:pt x="270672" y="159544"/>
                </a:lnTo>
                <a:lnTo>
                  <a:pt x="270710" y="159601"/>
                </a:lnTo>
                <a:lnTo>
                  <a:pt x="263985" y="150800"/>
                </a:lnTo>
                <a:lnTo>
                  <a:pt x="264033" y="150857"/>
                </a:lnTo>
                <a:lnTo>
                  <a:pt x="257118" y="142303"/>
                </a:lnTo>
                <a:lnTo>
                  <a:pt x="257165" y="142370"/>
                </a:lnTo>
                <a:lnTo>
                  <a:pt x="250079" y="134055"/>
                </a:lnTo>
                <a:lnTo>
                  <a:pt x="250136" y="134122"/>
                </a:lnTo>
                <a:lnTo>
                  <a:pt x="242868" y="126054"/>
                </a:lnTo>
                <a:lnTo>
                  <a:pt x="242926" y="126111"/>
                </a:lnTo>
                <a:lnTo>
                  <a:pt x="235487" y="118300"/>
                </a:lnTo>
                <a:lnTo>
                  <a:pt x="235534" y="118358"/>
                </a:lnTo>
                <a:lnTo>
                  <a:pt x="227924" y="110795"/>
                </a:lnTo>
                <a:lnTo>
                  <a:pt x="227981" y="110852"/>
                </a:lnTo>
                <a:lnTo>
                  <a:pt x="220180" y="103527"/>
                </a:lnTo>
                <a:lnTo>
                  <a:pt x="220247" y="103584"/>
                </a:lnTo>
                <a:lnTo>
                  <a:pt x="212274" y="96507"/>
                </a:lnTo>
                <a:lnTo>
                  <a:pt x="212331" y="96564"/>
                </a:lnTo>
                <a:lnTo>
                  <a:pt x="204187" y="89735"/>
                </a:lnTo>
                <a:lnTo>
                  <a:pt x="204245" y="89792"/>
                </a:lnTo>
                <a:lnTo>
                  <a:pt x="195920" y="83210"/>
                </a:lnTo>
                <a:lnTo>
                  <a:pt x="195986" y="83258"/>
                </a:lnTo>
                <a:lnTo>
                  <a:pt x="187481" y="76924"/>
                </a:lnTo>
                <a:lnTo>
                  <a:pt x="187547" y="76981"/>
                </a:lnTo>
                <a:lnTo>
                  <a:pt x="178870" y="70895"/>
                </a:lnTo>
                <a:lnTo>
                  <a:pt x="178937" y="70942"/>
                </a:lnTo>
                <a:lnTo>
                  <a:pt x="170088" y="65094"/>
                </a:lnTo>
                <a:lnTo>
                  <a:pt x="170155" y="65141"/>
                </a:lnTo>
                <a:lnTo>
                  <a:pt x="161115" y="59550"/>
                </a:lnTo>
                <a:lnTo>
                  <a:pt x="161192" y="59588"/>
                </a:lnTo>
                <a:lnTo>
                  <a:pt x="151981" y="54245"/>
                </a:lnTo>
                <a:lnTo>
                  <a:pt x="152048" y="54283"/>
                </a:lnTo>
                <a:lnTo>
                  <a:pt x="142665" y="49187"/>
                </a:lnTo>
                <a:lnTo>
                  <a:pt x="142732" y="49225"/>
                </a:lnTo>
                <a:lnTo>
                  <a:pt x="133169" y="44377"/>
                </a:lnTo>
                <a:lnTo>
                  <a:pt x="133236" y="44406"/>
                </a:lnTo>
                <a:lnTo>
                  <a:pt x="123501" y="39805"/>
                </a:lnTo>
                <a:lnTo>
                  <a:pt x="123568" y="39834"/>
                </a:lnTo>
                <a:lnTo>
                  <a:pt x="113652" y="35481"/>
                </a:lnTo>
                <a:lnTo>
                  <a:pt x="113719" y="35509"/>
                </a:lnTo>
                <a:lnTo>
                  <a:pt x="103622" y="31394"/>
                </a:lnTo>
                <a:lnTo>
                  <a:pt x="103699" y="31423"/>
                </a:lnTo>
                <a:lnTo>
                  <a:pt x="93431" y="27565"/>
                </a:lnTo>
                <a:lnTo>
                  <a:pt x="93497" y="27584"/>
                </a:lnTo>
                <a:lnTo>
                  <a:pt x="83048" y="23974"/>
                </a:lnTo>
                <a:lnTo>
                  <a:pt x="83115" y="23993"/>
                </a:lnTo>
                <a:lnTo>
                  <a:pt x="72495" y="20622"/>
                </a:lnTo>
                <a:lnTo>
                  <a:pt x="72561" y="20641"/>
                </a:lnTo>
                <a:lnTo>
                  <a:pt x="61760" y="17516"/>
                </a:lnTo>
                <a:lnTo>
                  <a:pt x="61827" y="17545"/>
                </a:lnTo>
                <a:lnTo>
                  <a:pt x="50844" y="14659"/>
                </a:lnTo>
                <a:lnTo>
                  <a:pt x="50921" y="14678"/>
                </a:lnTo>
                <a:lnTo>
                  <a:pt x="39757" y="12049"/>
                </a:lnTo>
                <a:lnTo>
                  <a:pt x="39824" y="12068"/>
                </a:lnTo>
                <a:lnTo>
                  <a:pt x="28489" y="9677"/>
                </a:lnTo>
                <a:lnTo>
                  <a:pt x="28556" y="9696"/>
                </a:lnTo>
                <a:lnTo>
                  <a:pt x="17050" y="7553"/>
                </a:lnTo>
                <a:lnTo>
                  <a:pt x="17116" y="7572"/>
                </a:lnTo>
                <a:lnTo>
                  <a:pt x="5420" y="5677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Editable frame or arrow 4991">
            <a:extLst xmlns:a="http://schemas.openxmlformats.org/drawingml/2006/main">
              <a:ext uri="{FF2B5EF4-FFF2-40B4-BE49-F238E27FC236}">
                <a16:creationId xmlns:a16="http://schemas.microsoft.com/office/drawing/2014/main" id="{A9FF8D74-2018-4DAE-BF81-32181AED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1098" y="3516563"/>
            <a:ext cx="351492" cy="266148"/>
          </a:xfrm>
          <a:custGeom xmlns:a="http://schemas.openxmlformats.org/drawingml/2006/main">
            <a:pathLst>
              <a:path w="351492" h="266148">
                <a:moveTo>
                  <a:pt x="0" y="257261"/>
                </a:moveTo>
                <a:cubicBezTo>
                  <a:pt x="54750" y="142637"/>
                  <a:pt x="140951" y="69209"/>
                  <a:pt x="258585" y="36995"/>
                </a:cubicBezTo>
                <a:lnTo>
                  <a:pt x="248450" y="0"/>
                </a:lnTo>
                <a:cubicBezTo>
                  <a:pt x="283893" y="7258"/>
                  <a:pt x="318240" y="17612"/>
                  <a:pt x="351492" y="31061"/>
                </a:cubicBezTo>
                <a:cubicBezTo>
                  <a:pt x="320916" y="50225"/>
                  <a:pt x="295142" y="71161"/>
                  <a:pt x="274158" y="93869"/>
                </a:cubicBezTo>
                <a:lnTo>
                  <a:pt x="264033" y="56874"/>
                </a:lnTo>
                <a:cubicBezTo>
                  <a:pt x="152448" y="87430"/>
                  <a:pt x="70637" y="157191"/>
                  <a:pt x="18602" y="266148"/>
                </a:cubicBezTo>
                <a:lnTo>
                  <a:pt x="0" y="257261"/>
                </a:ln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Editable frame or arrow 5360">
            <a:extLst xmlns:a="http://schemas.openxmlformats.org/drawingml/2006/main">
              <a:ext uri="{FF2B5EF4-FFF2-40B4-BE49-F238E27FC236}">
                <a16:creationId xmlns:a16="http://schemas.microsoft.com/office/drawing/2014/main" id="{EE7C7C6F-A0B2-4A7F-8C0D-80DE2B18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50" y="3513725"/>
            <a:ext cx="357188" cy="271834"/>
          </a:xfrm>
          <a:custGeom xmlns:a="http://schemas.openxmlformats.org/drawingml/2006/main">
            <a:pathLst>
              <a:path w="357188" h="271834">
                <a:moveTo>
                  <a:pt x="5515" y="248212"/>
                </a:moveTo>
                <a:lnTo>
                  <a:pt x="5544" y="248155"/>
                </a:lnTo>
                <a:lnTo>
                  <a:pt x="10954" y="237773"/>
                </a:lnTo>
                <a:lnTo>
                  <a:pt x="10982" y="237706"/>
                </a:lnTo>
                <a:lnTo>
                  <a:pt x="16574" y="227562"/>
                </a:lnTo>
                <a:lnTo>
                  <a:pt x="16612" y="227505"/>
                </a:lnTo>
                <a:lnTo>
                  <a:pt x="22384" y="217608"/>
                </a:lnTo>
                <a:lnTo>
                  <a:pt x="22422" y="217541"/>
                </a:lnTo>
                <a:lnTo>
                  <a:pt x="28385" y="207883"/>
                </a:lnTo>
                <a:lnTo>
                  <a:pt x="28423" y="207826"/>
                </a:lnTo>
                <a:lnTo>
                  <a:pt x="34566" y="198406"/>
                </a:lnTo>
                <a:lnTo>
                  <a:pt x="34614" y="198349"/>
                </a:lnTo>
                <a:lnTo>
                  <a:pt x="40938" y="189167"/>
                </a:lnTo>
                <a:lnTo>
                  <a:pt x="40986" y="189109"/>
                </a:lnTo>
                <a:lnTo>
                  <a:pt x="47501" y="180175"/>
                </a:lnTo>
                <a:lnTo>
                  <a:pt x="47549" y="180108"/>
                </a:lnTo>
                <a:lnTo>
                  <a:pt x="54245" y="171412"/>
                </a:lnTo>
                <a:lnTo>
                  <a:pt x="54293" y="171355"/>
                </a:lnTo>
                <a:lnTo>
                  <a:pt x="61179" y="162906"/>
                </a:lnTo>
                <a:lnTo>
                  <a:pt x="61227" y="162839"/>
                </a:lnTo>
                <a:lnTo>
                  <a:pt x="68294" y="154629"/>
                </a:lnTo>
                <a:lnTo>
                  <a:pt x="68342" y="154572"/>
                </a:lnTo>
                <a:lnTo>
                  <a:pt x="75590" y="146599"/>
                </a:lnTo>
                <a:lnTo>
                  <a:pt x="75648" y="146542"/>
                </a:lnTo>
                <a:lnTo>
                  <a:pt x="83087" y="138817"/>
                </a:lnTo>
                <a:lnTo>
                  <a:pt x="83144" y="138760"/>
                </a:lnTo>
                <a:lnTo>
                  <a:pt x="90764" y="131274"/>
                </a:lnTo>
                <a:lnTo>
                  <a:pt x="90821" y="131216"/>
                </a:lnTo>
                <a:lnTo>
                  <a:pt x="98622" y="123968"/>
                </a:lnTo>
                <a:lnTo>
                  <a:pt x="98689" y="123920"/>
                </a:lnTo>
                <a:lnTo>
                  <a:pt x="106670" y="116910"/>
                </a:lnTo>
                <a:lnTo>
                  <a:pt x="106737" y="116862"/>
                </a:lnTo>
                <a:lnTo>
                  <a:pt x="114910" y="110099"/>
                </a:lnTo>
                <a:lnTo>
                  <a:pt x="114976" y="110042"/>
                </a:lnTo>
                <a:lnTo>
                  <a:pt x="123330" y="103527"/>
                </a:lnTo>
                <a:lnTo>
                  <a:pt x="123396" y="103480"/>
                </a:lnTo>
                <a:lnTo>
                  <a:pt x="131940" y="97193"/>
                </a:lnTo>
                <a:lnTo>
                  <a:pt x="132007" y="97145"/>
                </a:lnTo>
                <a:lnTo>
                  <a:pt x="140732" y="91107"/>
                </a:lnTo>
                <a:lnTo>
                  <a:pt x="140799" y="91069"/>
                </a:lnTo>
                <a:lnTo>
                  <a:pt x="149704" y="85268"/>
                </a:lnTo>
                <a:lnTo>
                  <a:pt x="149771" y="85220"/>
                </a:lnTo>
                <a:lnTo>
                  <a:pt x="158867" y="79667"/>
                </a:lnTo>
                <a:lnTo>
                  <a:pt x="158934" y="79629"/>
                </a:lnTo>
                <a:lnTo>
                  <a:pt x="168221" y="74314"/>
                </a:lnTo>
                <a:lnTo>
                  <a:pt x="168288" y="74276"/>
                </a:lnTo>
                <a:lnTo>
                  <a:pt x="177746" y="69199"/>
                </a:lnTo>
                <a:lnTo>
                  <a:pt x="177822" y="69171"/>
                </a:lnTo>
                <a:lnTo>
                  <a:pt x="187471" y="64332"/>
                </a:lnTo>
                <a:lnTo>
                  <a:pt x="187538" y="64303"/>
                </a:lnTo>
                <a:lnTo>
                  <a:pt x="197368" y="59712"/>
                </a:lnTo>
                <a:lnTo>
                  <a:pt x="197444" y="59684"/>
                </a:lnTo>
                <a:lnTo>
                  <a:pt x="207455" y="55331"/>
                </a:lnTo>
                <a:lnTo>
                  <a:pt x="207521" y="55302"/>
                </a:lnTo>
                <a:lnTo>
                  <a:pt x="217722" y="51197"/>
                </a:lnTo>
                <a:lnTo>
                  <a:pt x="217799" y="51168"/>
                </a:lnTo>
                <a:lnTo>
                  <a:pt x="228181" y="47301"/>
                </a:lnTo>
                <a:lnTo>
                  <a:pt x="228248" y="47273"/>
                </a:lnTo>
                <a:lnTo>
                  <a:pt x="238820" y="43653"/>
                </a:lnTo>
                <a:lnTo>
                  <a:pt x="238887" y="43634"/>
                </a:lnTo>
                <a:lnTo>
                  <a:pt x="249641" y="40243"/>
                </a:lnTo>
                <a:lnTo>
                  <a:pt x="249707" y="40224"/>
                </a:lnTo>
                <a:lnTo>
                  <a:pt x="260642" y="37081"/>
                </a:lnTo>
                <a:lnTo>
                  <a:pt x="258680" y="40586"/>
                </a:lnTo>
                <a:lnTo>
                  <a:pt x="248545" y="3591"/>
                </a:lnTo>
                <a:lnTo>
                  <a:pt x="248450" y="2619"/>
                </a:lnTo>
                <a:lnTo>
                  <a:pt x="248688" y="1676"/>
                </a:lnTo>
                <a:lnTo>
                  <a:pt x="249222" y="867"/>
                </a:lnTo>
                <a:lnTo>
                  <a:pt x="250003" y="286"/>
                </a:lnTo>
                <a:lnTo>
                  <a:pt x="250936" y="0"/>
                </a:lnTo>
                <a:lnTo>
                  <a:pt x="251908" y="38"/>
                </a:lnTo>
                <a:lnTo>
                  <a:pt x="265147" y="2905"/>
                </a:lnTo>
                <a:lnTo>
                  <a:pt x="265205" y="2924"/>
                </a:lnTo>
                <a:lnTo>
                  <a:pt x="278340" y="6077"/>
                </a:lnTo>
                <a:lnTo>
                  <a:pt x="278406" y="6096"/>
                </a:lnTo>
                <a:lnTo>
                  <a:pt x="291436" y="9544"/>
                </a:lnTo>
                <a:lnTo>
                  <a:pt x="291503" y="9563"/>
                </a:lnTo>
                <a:lnTo>
                  <a:pt x="304429" y="13297"/>
                </a:lnTo>
                <a:lnTo>
                  <a:pt x="304495" y="13316"/>
                </a:lnTo>
                <a:lnTo>
                  <a:pt x="317325" y="17345"/>
                </a:lnTo>
                <a:lnTo>
                  <a:pt x="317383" y="17364"/>
                </a:lnTo>
                <a:lnTo>
                  <a:pt x="330117" y="21688"/>
                </a:lnTo>
                <a:lnTo>
                  <a:pt x="330175" y="21707"/>
                </a:lnTo>
                <a:lnTo>
                  <a:pt x="342795" y="26318"/>
                </a:lnTo>
                <a:lnTo>
                  <a:pt x="342862" y="26337"/>
                </a:lnTo>
                <a:lnTo>
                  <a:pt x="355378" y="31242"/>
                </a:lnTo>
                <a:lnTo>
                  <a:pt x="356264" y="31785"/>
                </a:lnTo>
                <a:lnTo>
                  <a:pt x="356892" y="32614"/>
                </a:lnTo>
                <a:lnTo>
                  <a:pt x="357188" y="33614"/>
                </a:lnTo>
                <a:lnTo>
                  <a:pt x="357102" y="34652"/>
                </a:lnTo>
                <a:lnTo>
                  <a:pt x="356645" y="35585"/>
                </a:lnTo>
                <a:lnTo>
                  <a:pt x="355892" y="36300"/>
                </a:lnTo>
                <a:lnTo>
                  <a:pt x="344653" y="43567"/>
                </a:lnTo>
                <a:lnTo>
                  <a:pt x="344719" y="43520"/>
                </a:lnTo>
                <a:lnTo>
                  <a:pt x="333927" y="50959"/>
                </a:lnTo>
                <a:lnTo>
                  <a:pt x="334004" y="50911"/>
                </a:lnTo>
                <a:lnTo>
                  <a:pt x="323660" y="58512"/>
                </a:lnTo>
                <a:lnTo>
                  <a:pt x="323726" y="58455"/>
                </a:lnTo>
                <a:lnTo>
                  <a:pt x="313839" y="66218"/>
                </a:lnTo>
                <a:lnTo>
                  <a:pt x="313915" y="66161"/>
                </a:lnTo>
                <a:lnTo>
                  <a:pt x="304476" y="74095"/>
                </a:lnTo>
                <a:lnTo>
                  <a:pt x="304543" y="74028"/>
                </a:lnTo>
                <a:lnTo>
                  <a:pt x="295551" y="82134"/>
                </a:lnTo>
                <a:lnTo>
                  <a:pt x="295627" y="82058"/>
                </a:lnTo>
                <a:lnTo>
                  <a:pt x="287084" y="90326"/>
                </a:lnTo>
                <a:lnTo>
                  <a:pt x="287160" y="90249"/>
                </a:lnTo>
                <a:lnTo>
                  <a:pt x="279073" y="98689"/>
                </a:lnTo>
                <a:lnTo>
                  <a:pt x="278263" y="99270"/>
                </a:lnTo>
                <a:lnTo>
                  <a:pt x="277301" y="99546"/>
                </a:lnTo>
                <a:lnTo>
                  <a:pt x="276301" y="99479"/>
                </a:lnTo>
                <a:lnTo>
                  <a:pt x="275396" y="99060"/>
                </a:lnTo>
                <a:lnTo>
                  <a:pt x="274682" y="98365"/>
                </a:lnTo>
                <a:lnTo>
                  <a:pt x="274253" y="97460"/>
                </a:lnTo>
                <a:lnTo>
                  <a:pt x="264119" y="60465"/>
                </a:lnTo>
                <a:lnTo>
                  <a:pt x="267662" y="62455"/>
                </a:lnTo>
                <a:lnTo>
                  <a:pt x="257289" y="65437"/>
                </a:lnTo>
                <a:lnTo>
                  <a:pt x="257365" y="65418"/>
                </a:lnTo>
                <a:lnTo>
                  <a:pt x="247164" y="68628"/>
                </a:lnTo>
                <a:lnTo>
                  <a:pt x="247231" y="68599"/>
                </a:lnTo>
                <a:lnTo>
                  <a:pt x="237211" y="72038"/>
                </a:lnTo>
                <a:lnTo>
                  <a:pt x="237277" y="72019"/>
                </a:lnTo>
                <a:lnTo>
                  <a:pt x="227428" y="75686"/>
                </a:lnTo>
                <a:lnTo>
                  <a:pt x="227495" y="75657"/>
                </a:lnTo>
                <a:lnTo>
                  <a:pt x="217818" y="79553"/>
                </a:lnTo>
                <a:lnTo>
                  <a:pt x="217894" y="79524"/>
                </a:lnTo>
                <a:lnTo>
                  <a:pt x="208388" y="83658"/>
                </a:lnTo>
                <a:lnTo>
                  <a:pt x="208464" y="83620"/>
                </a:lnTo>
                <a:lnTo>
                  <a:pt x="199139" y="87982"/>
                </a:lnTo>
                <a:lnTo>
                  <a:pt x="199206" y="87944"/>
                </a:lnTo>
                <a:lnTo>
                  <a:pt x="190052" y="92535"/>
                </a:lnTo>
                <a:lnTo>
                  <a:pt x="190129" y="92497"/>
                </a:lnTo>
                <a:lnTo>
                  <a:pt x="181146" y="97317"/>
                </a:lnTo>
                <a:lnTo>
                  <a:pt x="181213" y="97279"/>
                </a:lnTo>
                <a:lnTo>
                  <a:pt x="172412" y="102318"/>
                </a:lnTo>
                <a:lnTo>
                  <a:pt x="172488" y="102279"/>
                </a:lnTo>
                <a:lnTo>
                  <a:pt x="163859" y="107556"/>
                </a:lnTo>
                <a:lnTo>
                  <a:pt x="163925" y="107518"/>
                </a:lnTo>
                <a:lnTo>
                  <a:pt x="155467" y="113024"/>
                </a:lnTo>
                <a:lnTo>
                  <a:pt x="155534" y="112976"/>
                </a:lnTo>
                <a:lnTo>
                  <a:pt x="147257" y="118710"/>
                </a:lnTo>
                <a:lnTo>
                  <a:pt x="147323" y="118662"/>
                </a:lnTo>
                <a:lnTo>
                  <a:pt x="139217" y="124625"/>
                </a:lnTo>
                <a:lnTo>
                  <a:pt x="139284" y="124577"/>
                </a:lnTo>
                <a:lnTo>
                  <a:pt x="131350" y="130778"/>
                </a:lnTo>
                <a:lnTo>
                  <a:pt x="131416" y="130721"/>
                </a:lnTo>
                <a:lnTo>
                  <a:pt x="123654" y="137150"/>
                </a:lnTo>
                <a:lnTo>
                  <a:pt x="123720" y="137093"/>
                </a:lnTo>
                <a:lnTo>
                  <a:pt x="116138" y="143751"/>
                </a:lnTo>
                <a:lnTo>
                  <a:pt x="116195" y="143694"/>
                </a:lnTo>
                <a:lnTo>
                  <a:pt x="108795" y="150581"/>
                </a:lnTo>
                <a:lnTo>
                  <a:pt x="108852" y="150524"/>
                </a:lnTo>
                <a:lnTo>
                  <a:pt x="101613" y="157639"/>
                </a:lnTo>
                <a:lnTo>
                  <a:pt x="101670" y="157582"/>
                </a:lnTo>
                <a:lnTo>
                  <a:pt x="94612" y="164925"/>
                </a:lnTo>
                <a:lnTo>
                  <a:pt x="94669" y="164868"/>
                </a:lnTo>
                <a:lnTo>
                  <a:pt x="87782" y="172441"/>
                </a:lnTo>
                <a:lnTo>
                  <a:pt x="87840" y="172383"/>
                </a:lnTo>
                <a:lnTo>
                  <a:pt x="81124" y="180184"/>
                </a:lnTo>
                <a:lnTo>
                  <a:pt x="81172" y="180127"/>
                </a:lnTo>
                <a:lnTo>
                  <a:pt x="74638" y="188157"/>
                </a:lnTo>
                <a:lnTo>
                  <a:pt x="74686" y="188100"/>
                </a:lnTo>
                <a:lnTo>
                  <a:pt x="68323" y="196358"/>
                </a:lnTo>
                <a:lnTo>
                  <a:pt x="68370" y="196301"/>
                </a:lnTo>
                <a:lnTo>
                  <a:pt x="62179" y="204788"/>
                </a:lnTo>
                <a:lnTo>
                  <a:pt x="62227" y="204730"/>
                </a:lnTo>
                <a:lnTo>
                  <a:pt x="56217" y="213455"/>
                </a:lnTo>
                <a:lnTo>
                  <a:pt x="56255" y="213389"/>
                </a:lnTo>
                <a:lnTo>
                  <a:pt x="50416" y="222342"/>
                </a:lnTo>
                <a:lnTo>
                  <a:pt x="50454" y="222285"/>
                </a:lnTo>
                <a:lnTo>
                  <a:pt x="44787" y="231458"/>
                </a:lnTo>
                <a:lnTo>
                  <a:pt x="44825" y="231400"/>
                </a:lnTo>
                <a:lnTo>
                  <a:pt x="39338" y="240811"/>
                </a:lnTo>
                <a:lnTo>
                  <a:pt x="39367" y="240754"/>
                </a:lnTo>
                <a:lnTo>
                  <a:pt x="34061" y="250393"/>
                </a:lnTo>
                <a:lnTo>
                  <a:pt x="34090" y="250336"/>
                </a:lnTo>
                <a:lnTo>
                  <a:pt x="28946" y="260204"/>
                </a:lnTo>
                <a:lnTo>
                  <a:pt x="28975" y="260147"/>
                </a:lnTo>
                <a:lnTo>
                  <a:pt x="24013" y="270243"/>
                </a:lnTo>
                <a:lnTo>
                  <a:pt x="23336" y="271120"/>
                </a:lnTo>
                <a:lnTo>
                  <a:pt x="22384" y="271682"/>
                </a:lnTo>
                <a:lnTo>
                  <a:pt x="21288" y="271834"/>
                </a:lnTo>
                <a:lnTo>
                  <a:pt x="20212" y="271558"/>
                </a:lnTo>
                <a:lnTo>
                  <a:pt x="1619" y="262680"/>
                </a:lnTo>
                <a:lnTo>
                  <a:pt x="800" y="262090"/>
                </a:lnTo>
                <a:lnTo>
                  <a:pt x="238" y="261252"/>
                </a:lnTo>
                <a:lnTo>
                  <a:pt x="0" y="260271"/>
                </a:lnTo>
                <a:lnTo>
                  <a:pt x="114" y="259261"/>
                </a:lnTo>
                <a:lnTo>
                  <a:pt x="286" y="258842"/>
                </a:lnTo>
                <a:lnTo>
                  <a:pt x="5515" y="248212"/>
                </a:lnTo>
                <a:close/>
                <a:moveTo>
                  <a:pt x="5410" y="261356"/>
                </a:moveTo>
                <a:lnTo>
                  <a:pt x="5582" y="260937"/>
                </a:lnTo>
                <a:lnTo>
                  <a:pt x="4086" y="257518"/>
                </a:lnTo>
                <a:lnTo>
                  <a:pt x="22679" y="266405"/>
                </a:lnTo>
                <a:lnTo>
                  <a:pt x="18879" y="267719"/>
                </a:lnTo>
                <a:lnTo>
                  <a:pt x="23851" y="257623"/>
                </a:lnTo>
                <a:lnTo>
                  <a:pt x="23879" y="257566"/>
                </a:lnTo>
                <a:lnTo>
                  <a:pt x="29023" y="247688"/>
                </a:lnTo>
                <a:lnTo>
                  <a:pt x="29051" y="247631"/>
                </a:lnTo>
                <a:lnTo>
                  <a:pt x="34366" y="237992"/>
                </a:lnTo>
                <a:lnTo>
                  <a:pt x="34404" y="237935"/>
                </a:lnTo>
                <a:lnTo>
                  <a:pt x="39891" y="228524"/>
                </a:lnTo>
                <a:lnTo>
                  <a:pt x="39929" y="228457"/>
                </a:lnTo>
                <a:lnTo>
                  <a:pt x="45587" y="219275"/>
                </a:lnTo>
                <a:lnTo>
                  <a:pt x="45625" y="219218"/>
                </a:lnTo>
                <a:lnTo>
                  <a:pt x="51464" y="210264"/>
                </a:lnTo>
                <a:lnTo>
                  <a:pt x="51511" y="210207"/>
                </a:lnTo>
                <a:lnTo>
                  <a:pt x="57521" y="201482"/>
                </a:lnTo>
                <a:lnTo>
                  <a:pt x="57560" y="201425"/>
                </a:lnTo>
                <a:lnTo>
                  <a:pt x="63751" y="192929"/>
                </a:lnTo>
                <a:lnTo>
                  <a:pt x="63798" y="192872"/>
                </a:lnTo>
                <a:lnTo>
                  <a:pt x="70161" y="184614"/>
                </a:lnTo>
                <a:lnTo>
                  <a:pt x="70209" y="184547"/>
                </a:lnTo>
                <a:lnTo>
                  <a:pt x="76743" y="176517"/>
                </a:lnTo>
                <a:lnTo>
                  <a:pt x="76791" y="176460"/>
                </a:lnTo>
                <a:lnTo>
                  <a:pt x="83506" y="168650"/>
                </a:lnTo>
                <a:lnTo>
                  <a:pt x="83553" y="168593"/>
                </a:lnTo>
                <a:lnTo>
                  <a:pt x="90440" y="161020"/>
                </a:lnTo>
                <a:lnTo>
                  <a:pt x="90497" y="160963"/>
                </a:lnTo>
                <a:lnTo>
                  <a:pt x="97555" y="153619"/>
                </a:lnTo>
                <a:lnTo>
                  <a:pt x="97612" y="153562"/>
                </a:lnTo>
                <a:lnTo>
                  <a:pt x="104842" y="146447"/>
                </a:lnTo>
                <a:lnTo>
                  <a:pt x="104899" y="146390"/>
                </a:lnTo>
                <a:lnTo>
                  <a:pt x="112309" y="139513"/>
                </a:lnTo>
                <a:lnTo>
                  <a:pt x="112366" y="139456"/>
                </a:lnTo>
                <a:lnTo>
                  <a:pt x="119948" y="132798"/>
                </a:lnTo>
                <a:lnTo>
                  <a:pt x="120015" y="132750"/>
                </a:lnTo>
                <a:lnTo>
                  <a:pt x="127768" y="126321"/>
                </a:lnTo>
                <a:lnTo>
                  <a:pt x="127835" y="126273"/>
                </a:lnTo>
                <a:lnTo>
                  <a:pt x="135760" y="120072"/>
                </a:lnTo>
                <a:lnTo>
                  <a:pt x="135826" y="120025"/>
                </a:lnTo>
                <a:lnTo>
                  <a:pt x="143932" y="114062"/>
                </a:lnTo>
                <a:lnTo>
                  <a:pt x="143999" y="114014"/>
                </a:lnTo>
                <a:lnTo>
                  <a:pt x="152286" y="108280"/>
                </a:lnTo>
                <a:lnTo>
                  <a:pt x="152352" y="108233"/>
                </a:lnTo>
                <a:lnTo>
                  <a:pt x="160801" y="102727"/>
                </a:lnTo>
                <a:lnTo>
                  <a:pt x="160877" y="102679"/>
                </a:lnTo>
                <a:lnTo>
                  <a:pt x="169507" y="97403"/>
                </a:lnTo>
                <a:lnTo>
                  <a:pt x="169574" y="97365"/>
                </a:lnTo>
                <a:lnTo>
                  <a:pt x="178375" y="92316"/>
                </a:lnTo>
                <a:lnTo>
                  <a:pt x="178441" y="92278"/>
                </a:lnTo>
                <a:lnTo>
                  <a:pt x="187423" y="87459"/>
                </a:lnTo>
                <a:lnTo>
                  <a:pt x="187490" y="87420"/>
                </a:lnTo>
                <a:lnTo>
                  <a:pt x="196644" y="82839"/>
                </a:lnTo>
                <a:lnTo>
                  <a:pt x="196720" y="82801"/>
                </a:lnTo>
                <a:lnTo>
                  <a:pt x="206045" y="78448"/>
                </a:lnTo>
                <a:lnTo>
                  <a:pt x="206111" y="78410"/>
                </a:lnTo>
                <a:lnTo>
                  <a:pt x="215617" y="74285"/>
                </a:lnTo>
                <a:lnTo>
                  <a:pt x="215684" y="74257"/>
                </a:lnTo>
                <a:lnTo>
                  <a:pt x="225362" y="70352"/>
                </a:lnTo>
                <a:lnTo>
                  <a:pt x="225438" y="70333"/>
                </a:lnTo>
                <a:lnTo>
                  <a:pt x="235287" y="66656"/>
                </a:lnTo>
                <a:lnTo>
                  <a:pt x="235353" y="66637"/>
                </a:lnTo>
                <a:lnTo>
                  <a:pt x="245374" y="63198"/>
                </a:lnTo>
                <a:lnTo>
                  <a:pt x="245450" y="63170"/>
                </a:lnTo>
                <a:lnTo>
                  <a:pt x="255641" y="59960"/>
                </a:lnTo>
                <a:lnTo>
                  <a:pt x="255718" y="59941"/>
                </a:lnTo>
                <a:lnTo>
                  <a:pt x="266090" y="56960"/>
                </a:lnTo>
                <a:lnTo>
                  <a:pt x="267205" y="56874"/>
                </a:lnTo>
                <a:lnTo>
                  <a:pt x="268272" y="57217"/>
                </a:lnTo>
                <a:lnTo>
                  <a:pt x="269129" y="57950"/>
                </a:lnTo>
                <a:lnTo>
                  <a:pt x="269634" y="58960"/>
                </a:lnTo>
                <a:lnTo>
                  <a:pt x="279768" y="95955"/>
                </a:lnTo>
                <a:lnTo>
                  <a:pt x="274949" y="94726"/>
                </a:lnTo>
                <a:lnTo>
                  <a:pt x="283035" y="86297"/>
                </a:lnTo>
                <a:lnTo>
                  <a:pt x="283112" y="86220"/>
                </a:lnTo>
                <a:lnTo>
                  <a:pt x="291656" y="77953"/>
                </a:lnTo>
                <a:lnTo>
                  <a:pt x="291732" y="77886"/>
                </a:lnTo>
                <a:lnTo>
                  <a:pt x="300723" y="69780"/>
                </a:lnTo>
                <a:lnTo>
                  <a:pt x="300800" y="69723"/>
                </a:lnTo>
                <a:lnTo>
                  <a:pt x="310239" y="61789"/>
                </a:lnTo>
                <a:lnTo>
                  <a:pt x="310305" y="61722"/>
                </a:lnTo>
                <a:lnTo>
                  <a:pt x="320202" y="53959"/>
                </a:lnTo>
                <a:lnTo>
                  <a:pt x="320269" y="53902"/>
                </a:lnTo>
                <a:lnTo>
                  <a:pt x="330613" y="46301"/>
                </a:lnTo>
                <a:lnTo>
                  <a:pt x="330689" y="46253"/>
                </a:lnTo>
                <a:lnTo>
                  <a:pt x="341481" y="38814"/>
                </a:lnTo>
                <a:lnTo>
                  <a:pt x="341547" y="38767"/>
                </a:lnTo>
                <a:lnTo>
                  <a:pt x="352787" y="31499"/>
                </a:lnTo>
                <a:lnTo>
                  <a:pt x="353301" y="36557"/>
                </a:lnTo>
                <a:lnTo>
                  <a:pt x="340776" y="31661"/>
                </a:lnTo>
                <a:lnTo>
                  <a:pt x="340843" y="31680"/>
                </a:lnTo>
                <a:lnTo>
                  <a:pt x="328212" y="27080"/>
                </a:lnTo>
                <a:lnTo>
                  <a:pt x="328279" y="27099"/>
                </a:lnTo>
                <a:lnTo>
                  <a:pt x="315554" y="22774"/>
                </a:lnTo>
                <a:lnTo>
                  <a:pt x="315611" y="22803"/>
                </a:lnTo>
                <a:lnTo>
                  <a:pt x="302781" y="18774"/>
                </a:lnTo>
                <a:lnTo>
                  <a:pt x="302847" y="18793"/>
                </a:lnTo>
                <a:lnTo>
                  <a:pt x="289912" y="15050"/>
                </a:lnTo>
                <a:lnTo>
                  <a:pt x="289979" y="15069"/>
                </a:lnTo>
                <a:lnTo>
                  <a:pt x="276949" y="11621"/>
                </a:lnTo>
                <a:lnTo>
                  <a:pt x="277006" y="11640"/>
                </a:lnTo>
                <a:lnTo>
                  <a:pt x="263871" y="8477"/>
                </a:lnTo>
                <a:lnTo>
                  <a:pt x="263938" y="8496"/>
                </a:lnTo>
                <a:lnTo>
                  <a:pt x="250698" y="5629"/>
                </a:lnTo>
                <a:lnTo>
                  <a:pt x="254060" y="2076"/>
                </a:lnTo>
                <a:lnTo>
                  <a:pt x="264185" y="39072"/>
                </a:lnTo>
                <a:lnTo>
                  <a:pt x="264271" y="40176"/>
                </a:lnTo>
                <a:lnTo>
                  <a:pt x="263928" y="41234"/>
                </a:lnTo>
                <a:lnTo>
                  <a:pt x="263204" y="42072"/>
                </a:lnTo>
                <a:lnTo>
                  <a:pt x="262223" y="42577"/>
                </a:lnTo>
                <a:lnTo>
                  <a:pt x="251289" y="45720"/>
                </a:lnTo>
                <a:lnTo>
                  <a:pt x="251355" y="45701"/>
                </a:lnTo>
                <a:lnTo>
                  <a:pt x="240601" y="49082"/>
                </a:lnTo>
                <a:lnTo>
                  <a:pt x="240668" y="49054"/>
                </a:lnTo>
                <a:lnTo>
                  <a:pt x="230105" y="52683"/>
                </a:lnTo>
                <a:lnTo>
                  <a:pt x="230172" y="52654"/>
                </a:lnTo>
                <a:lnTo>
                  <a:pt x="219789" y="56521"/>
                </a:lnTo>
                <a:lnTo>
                  <a:pt x="219856" y="56493"/>
                </a:lnTo>
                <a:lnTo>
                  <a:pt x="209664" y="60598"/>
                </a:lnTo>
                <a:lnTo>
                  <a:pt x="209731" y="60569"/>
                </a:lnTo>
                <a:lnTo>
                  <a:pt x="199711" y="64922"/>
                </a:lnTo>
                <a:lnTo>
                  <a:pt x="199787" y="64894"/>
                </a:lnTo>
                <a:lnTo>
                  <a:pt x="189957" y="69475"/>
                </a:lnTo>
                <a:lnTo>
                  <a:pt x="190024" y="69447"/>
                </a:lnTo>
                <a:lnTo>
                  <a:pt x="180375" y="74276"/>
                </a:lnTo>
                <a:lnTo>
                  <a:pt x="180451" y="74238"/>
                </a:lnTo>
                <a:lnTo>
                  <a:pt x="170983" y="79315"/>
                </a:lnTo>
                <a:lnTo>
                  <a:pt x="171059" y="79277"/>
                </a:lnTo>
                <a:lnTo>
                  <a:pt x="161782" y="84592"/>
                </a:lnTo>
                <a:lnTo>
                  <a:pt x="161849" y="84544"/>
                </a:lnTo>
                <a:lnTo>
                  <a:pt x="152752" y="90097"/>
                </a:lnTo>
                <a:lnTo>
                  <a:pt x="152819" y="90059"/>
                </a:lnTo>
                <a:lnTo>
                  <a:pt x="143913" y="95860"/>
                </a:lnTo>
                <a:lnTo>
                  <a:pt x="143980" y="95812"/>
                </a:lnTo>
                <a:lnTo>
                  <a:pt x="135255" y="101851"/>
                </a:lnTo>
                <a:lnTo>
                  <a:pt x="135322" y="101803"/>
                </a:lnTo>
                <a:lnTo>
                  <a:pt x="126778" y="108080"/>
                </a:lnTo>
                <a:lnTo>
                  <a:pt x="126844" y="108033"/>
                </a:lnTo>
                <a:lnTo>
                  <a:pt x="118491" y="114557"/>
                </a:lnTo>
                <a:lnTo>
                  <a:pt x="118548" y="114500"/>
                </a:lnTo>
                <a:lnTo>
                  <a:pt x="110376" y="121263"/>
                </a:lnTo>
                <a:lnTo>
                  <a:pt x="110442" y="121215"/>
                </a:lnTo>
                <a:lnTo>
                  <a:pt x="102451" y="128216"/>
                </a:lnTo>
                <a:lnTo>
                  <a:pt x="102518" y="128159"/>
                </a:lnTo>
                <a:lnTo>
                  <a:pt x="94707" y="135407"/>
                </a:lnTo>
                <a:lnTo>
                  <a:pt x="94764" y="135350"/>
                </a:lnTo>
                <a:lnTo>
                  <a:pt x="87144" y="142837"/>
                </a:lnTo>
                <a:lnTo>
                  <a:pt x="87201" y="142780"/>
                </a:lnTo>
                <a:lnTo>
                  <a:pt x="79772" y="150505"/>
                </a:lnTo>
                <a:lnTo>
                  <a:pt x="79820" y="150447"/>
                </a:lnTo>
                <a:lnTo>
                  <a:pt x="72571" y="158420"/>
                </a:lnTo>
                <a:lnTo>
                  <a:pt x="72619" y="158363"/>
                </a:lnTo>
                <a:lnTo>
                  <a:pt x="65561" y="166573"/>
                </a:lnTo>
                <a:lnTo>
                  <a:pt x="65608" y="166516"/>
                </a:lnTo>
                <a:lnTo>
                  <a:pt x="58722" y="174965"/>
                </a:lnTo>
                <a:lnTo>
                  <a:pt x="58769" y="174908"/>
                </a:lnTo>
                <a:lnTo>
                  <a:pt x="52073" y="183594"/>
                </a:lnTo>
                <a:lnTo>
                  <a:pt x="52121" y="183537"/>
                </a:lnTo>
                <a:lnTo>
                  <a:pt x="45606" y="192472"/>
                </a:lnTo>
                <a:lnTo>
                  <a:pt x="45644" y="192415"/>
                </a:lnTo>
                <a:lnTo>
                  <a:pt x="39319" y="201587"/>
                </a:lnTo>
                <a:lnTo>
                  <a:pt x="39357" y="201530"/>
                </a:lnTo>
                <a:lnTo>
                  <a:pt x="33214" y="210950"/>
                </a:lnTo>
                <a:lnTo>
                  <a:pt x="33252" y="210883"/>
                </a:lnTo>
                <a:lnTo>
                  <a:pt x="27289" y="220542"/>
                </a:lnTo>
                <a:lnTo>
                  <a:pt x="27327" y="220485"/>
                </a:lnTo>
                <a:lnTo>
                  <a:pt x="21546" y="230391"/>
                </a:lnTo>
                <a:lnTo>
                  <a:pt x="21584" y="230324"/>
                </a:lnTo>
                <a:lnTo>
                  <a:pt x="15983" y="240468"/>
                </a:lnTo>
                <a:lnTo>
                  <a:pt x="16021" y="240411"/>
                </a:lnTo>
                <a:lnTo>
                  <a:pt x="10611" y="250793"/>
                </a:lnTo>
                <a:lnTo>
                  <a:pt x="10639" y="250736"/>
                </a:lnTo>
                <a:lnTo>
                  <a:pt x="5410" y="261356"/>
                </a:ln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Editable text: High task success does not necessarily mean a  ">
            <a:extLst xmlns:a="http://schemas.openxmlformats.org/drawingml/2006/main">
              <a:ext uri="{FF2B5EF4-FFF2-40B4-BE49-F238E27FC236}">
                <a16:creationId xmlns:a16="http://schemas.microsoft.com/office/drawing/2014/main" id="{9EC114CA-9F7F-465D-A601-DE153475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830" y="4610619"/>
            <a:ext cx="6187365" cy="33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defPPr>
            <a:lvl1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1pPr>
            <a:lvl2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2pPr>
            <a:lvl3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3pPr>
            <a:lvl4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4pPr>
            <a:lvl5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5pPr>
            <a:lvl6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6pPr>
            <a:lvl7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7pPr>
            <a:lvl8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8pPr>
            <a:lvl9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pPr>
            <a:r>
              <a:rPr sz="2096" b="1" i="0">
                <a:solidFill>
                  <a:srgbClr val="52778D"/>
                </a:solidFill>
                <a:latin typeface="Arial"/>
                <a:ea typeface="Arial"/>
                <a:cs typeface="Arial"/>
              </a:rPr>
              <a:t>High task success does not necessarily mean a  </a:t>
            </a:r>
          </a:p>
        </p:txBody>
      </p:sp>
      <p:sp>
        <p:nvSpPr>
          <p:cNvPr id="93" name="Editable text: “smart”">
            <a:extLst xmlns:a="http://schemas.openxmlformats.org/drawingml/2006/main">
              <a:ext uri="{FF2B5EF4-FFF2-40B4-BE49-F238E27FC236}">
                <a16:creationId xmlns:a16="http://schemas.microsoft.com/office/drawing/2014/main" id="{2E575E83-33D7-4982-B3B8-0261145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221" y="4610619"/>
            <a:ext cx="1001792" cy="33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defPPr>
            <a:lvl1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1pPr>
            <a:lvl2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2pPr>
            <a:lvl3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3pPr>
            <a:lvl4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4pPr>
            <a:lvl5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5pPr>
            <a:lvl6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6pPr>
            <a:lvl7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7pPr>
            <a:lvl8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8pPr>
            <a:lvl9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96" b="1" i="0">
                <a:solidFill>
                  <a:srgbClr val="B7645C"/>
                </a:solidFill>
                <a:latin typeface="Arial"/>
                <a:ea typeface="Arial"/>
                <a:cs typeface="Arial"/>
              </a:defRPr>
            </a:pPr>
            <a:r>
              <a:rPr sz="2096" b="1" i="0">
                <a:solidFill>
                  <a:srgbClr val="B7645C"/>
                </a:solidFill>
                <a:latin typeface="Arial"/>
                <a:ea typeface="Arial"/>
                <a:cs typeface="Arial"/>
              </a:rPr>
              <a:t>“smart”</a:t>
            </a:r>
          </a:p>
        </p:txBody>
      </p:sp>
      <p:sp>
        <p:nvSpPr>
          <p:cNvPr id="94" name="Editable text:   policy">
            <a:extLst xmlns:a="http://schemas.openxmlformats.org/drawingml/2006/main">
              <a:ext uri="{FF2B5EF4-FFF2-40B4-BE49-F238E27FC236}">
                <a16:creationId xmlns:a16="http://schemas.microsoft.com/office/drawing/2014/main" id="{7ACA7039-4936-4A54-847A-C7054109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726" y="4610619"/>
            <a:ext cx="928596" cy="33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defPPr>
            <a:lvl1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1pPr>
            <a:lvl2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2pPr>
            <a:lvl3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3pPr>
            <a:lvl4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4pPr>
            <a:lvl5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5pPr>
            <a:lvl6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6pPr>
            <a:lvl7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7pPr>
            <a:lvl8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8pPr>
            <a:lvl9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96" b="1" i="0">
                <a:solidFill>
                  <a:srgbClr val="52778D"/>
                </a:solidFill>
                <a:latin typeface="Arial"/>
                <a:ea typeface="Arial"/>
                <a:cs typeface="Arial"/>
              </a:defRPr>
            </a:pPr>
            <a:r>
              <a:rPr sz="2096" b="1" i="0">
                <a:solidFill>
                  <a:srgbClr val="52778D"/>
                </a:solidFill>
                <a:latin typeface="Arial"/>
                <a:ea typeface="Arial"/>
                <a:cs typeface="Arial"/>
              </a:rPr>
              <a:t>  policy</a:t>
            </a:r>
          </a:p>
        </p:txBody>
      </p:sp>
      <p:sp>
        <p:nvSpPr>
          <p:cNvPr id="95" name="Editable bar or color block 5542">
            <a:extLst xmlns:a="http://schemas.openxmlformats.org/drawingml/2006/main">
              <a:ext uri="{FF2B5EF4-FFF2-40B4-BE49-F238E27FC236}">
                <a16:creationId xmlns:a16="http://schemas.microsoft.com/office/drawing/2014/main" id="{97A46D60-53D3-49B5-BD68-357E7E5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96" y="4662392"/>
            <a:ext cx="374885" cy="24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4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Editable text: π">
            <a:extLst xmlns:a="http://schemas.openxmlformats.org/drawingml/2006/main">
              <a:ext uri="{FF2B5EF4-FFF2-40B4-BE49-F238E27FC236}">
                <a16:creationId xmlns:a16="http://schemas.microsoft.com/office/drawing/2014/main" id="{0F840E3F-8E91-4A58-BD6F-0C4D711C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83" y="4614153"/>
            <a:ext cx="1411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defPPr>
            <a:lvl1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1pPr>
            <a:lvl2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2pPr>
            <a:lvl3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3pPr>
            <a:lvl4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4pPr>
            <a:lvl5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5pPr>
            <a:lvl6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6pPr>
            <a:lvl7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7pPr>
            <a:lvl8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8pPr>
            <a:lvl9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l">
              <a:def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pPr>
            <a:r>
              <a:rPr sz="1504" b="0" i="1">
                <a:solidFill>
                  <a:srgbClr val="000000"/>
                </a:solidFill>
                <a:latin typeface="Thonburi"/>
                <a:ea typeface="Thonburi"/>
                <a:cs typeface="Thonburi"/>
              </a:rPr>
              <a:t>π</a:t>
            </a:r>
          </a:p>
        </p:txBody>
      </p:sp>
      <p:sp>
        <p:nvSpPr>
          <p:cNvPr id="97" name="Editable text: 0.5">
            <a:extLst xmlns:a="http://schemas.openxmlformats.org/drawingml/2006/main">
              <a:ext uri="{FF2B5EF4-FFF2-40B4-BE49-F238E27FC236}">
                <a16:creationId xmlns:a16="http://schemas.microsoft.com/office/drawing/2014/main" id="{AF5F61A6-2FE4-44AE-A2B6-991C9C80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12" y="4697401"/>
            <a:ext cx="258344" cy="18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defPPr>
            <a:lvl1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1pPr>
            <a:lvl2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2pPr>
            <a:lvl3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3pPr>
            <a:lvl4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4pPr>
            <a:lvl5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5pPr>
            <a:lvl6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6pPr>
            <a:lvl7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7pPr>
            <a:lvl8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8pPr>
            <a:lvl9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l">
              <a:def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defRPr>
            </a:pPr>
            <a:r>
              <a:rPr sz="1196" b="0" i="0">
                <a:solidFill>
                  <a:srgbClr val="000000"/>
                </a:solidFill>
                <a:latin typeface="Thonburi"/>
                <a:ea typeface="Thonburi"/>
                <a:cs typeface="Thonburi"/>
              </a:rPr>
              <a:t>0.5</a:t>
            </a:r>
          </a:p>
        </p:txBody>
      </p:sp>
      <p:sp>
        <p:nvSpPr>
          <p:cNvPr id="98" name="Editable text: GR00T">
            <a:extLst xmlns:a="http://schemas.openxmlformats.org/drawingml/2006/main">
              <a:ext uri="{FF2B5EF4-FFF2-40B4-BE49-F238E27FC236}">
                <a16:creationId xmlns:a16="http://schemas.microsoft.com/office/drawing/2014/main" id="{7F1F0E73-38D9-4E72-87C4-A0E1AFEA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29" y="4670950"/>
            <a:ext cx="623226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GR00T</a:t>
            </a:r>
          </a:p>
        </p:txBody>
      </p:sp>
      <p:sp>
        <p:nvSpPr>
          <p:cNvPr id="99" name="Editable bar or color block 5591">
            <a:extLst xmlns:a="http://schemas.openxmlformats.org/drawingml/2006/main">
              <a:ext uri="{FF2B5EF4-FFF2-40B4-BE49-F238E27FC236}">
                <a16:creationId xmlns:a16="http://schemas.microsoft.com/office/drawing/2014/main" id="{691A025B-0D5B-43E5-B3F4-278A01D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760" y="4679394"/>
            <a:ext cx="374875" cy="24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Editable bar or color block 5601">
            <a:extLst xmlns:a="http://schemas.openxmlformats.org/drawingml/2006/main">
              <a:ext uri="{FF2B5EF4-FFF2-40B4-BE49-F238E27FC236}">
                <a16:creationId xmlns:a16="http://schemas.microsoft.com/office/drawing/2014/main" id="{C62A0EF1-8087-47CA-A4D5-9A0B7DA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027" y="4679394"/>
            <a:ext cx="374875" cy="24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Editable text: StarVLA">
            <a:extLst xmlns:a="http://schemas.openxmlformats.org/drawingml/2006/main">
              <a:ext uri="{FF2B5EF4-FFF2-40B4-BE49-F238E27FC236}">
                <a16:creationId xmlns:a16="http://schemas.microsoft.com/office/drawing/2014/main" id="{2D1B41C5-F5EF-4EC9-93D5-CF567582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042" y="4670950"/>
            <a:ext cx="718693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StarVLA</a:t>
            </a:r>
          </a:p>
        </p:txBody>
      </p:sp>
      <p:sp>
        <p:nvSpPr>
          <p:cNvPr id="102" name="Editable text: 98">
            <a:extLst xmlns:a="http://schemas.openxmlformats.org/drawingml/2006/main">
              <a:ext uri="{FF2B5EF4-FFF2-40B4-BE49-F238E27FC236}">
                <a16:creationId xmlns:a16="http://schemas.microsoft.com/office/drawing/2014/main" id="{7BBA9AA0-DB5C-45BF-9771-CB9E523E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28" y="3218207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03" name="Editable text: 2">
            <a:extLst xmlns:a="http://schemas.openxmlformats.org/drawingml/2006/main">
              <a:ext uri="{FF2B5EF4-FFF2-40B4-BE49-F238E27FC236}">
                <a16:creationId xmlns:a16="http://schemas.microsoft.com/office/drawing/2014/main" id="{B35F0D66-4B62-4297-B404-3C12BA3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8" y="3824826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4" name="Editable text: 1">
            <a:extLst xmlns:a="http://schemas.openxmlformats.org/drawingml/2006/main">
              <a:ext uri="{FF2B5EF4-FFF2-40B4-BE49-F238E27FC236}">
                <a16:creationId xmlns:a16="http://schemas.microsoft.com/office/drawing/2014/main" id="{8FC4F01D-DA30-4344-8863-2561093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744" y="3787269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5" name="Editable text: 96">
            <a:extLst xmlns:a="http://schemas.openxmlformats.org/drawingml/2006/main">
              <a:ext uri="{FF2B5EF4-FFF2-40B4-BE49-F238E27FC236}">
                <a16:creationId xmlns:a16="http://schemas.microsoft.com/office/drawing/2014/main" id="{920AC428-E016-4AAC-96E2-7DDCDE74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26" y="3235219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106" name="Editable text: 2">
            <a:extLst xmlns:a="http://schemas.openxmlformats.org/drawingml/2006/main">
              <a:ext uri="{FF2B5EF4-FFF2-40B4-BE49-F238E27FC236}">
                <a16:creationId xmlns:a16="http://schemas.microsoft.com/office/drawing/2014/main" id="{B818567E-2F87-4F85-A190-E9271B2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919" y="3786564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7" name="Editable text: 99">
            <a:extLst xmlns:a="http://schemas.openxmlformats.org/drawingml/2006/main">
              <a:ext uri="{FF2B5EF4-FFF2-40B4-BE49-F238E27FC236}">
                <a16:creationId xmlns:a16="http://schemas.microsoft.com/office/drawing/2014/main" id="{B2D5719D-0878-44E5-B99A-B31B2CB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382" y="3224589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108" name="Editable bar or color block 5722">
            <a:extLst xmlns:a="http://schemas.openxmlformats.org/drawingml/2006/main">
              <a:ext uri="{FF2B5EF4-FFF2-40B4-BE49-F238E27FC236}">
                <a16:creationId xmlns:a16="http://schemas.microsoft.com/office/drawing/2014/main" id="{193E560E-7AA6-42C1-9412-E367C98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222" y="3578123"/>
            <a:ext cx="374171" cy="619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Editable bar or color block 5732">
            <a:extLst xmlns:a="http://schemas.openxmlformats.org/drawingml/2006/main">
              <a:ext uri="{FF2B5EF4-FFF2-40B4-BE49-F238E27FC236}">
                <a16:creationId xmlns:a16="http://schemas.microsoft.com/office/drawing/2014/main" id="{EE258AB9-6841-4FA6-A4D7-D0CF9981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228" y="3551196"/>
            <a:ext cx="374171" cy="641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Editable text: 96">
            <a:extLst xmlns:a="http://schemas.openxmlformats.org/drawingml/2006/main">
              <a:ext uri="{FF2B5EF4-FFF2-40B4-BE49-F238E27FC236}">
                <a16:creationId xmlns:a16="http://schemas.microsoft.com/office/drawing/2014/main" id="{18267571-5F1B-4582-AE96-EB3C936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308" y="3268518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111" name="Editable text: 98">
            <a:extLst xmlns:a="http://schemas.openxmlformats.org/drawingml/2006/main">
              <a:ext uri="{FF2B5EF4-FFF2-40B4-BE49-F238E27FC236}">
                <a16:creationId xmlns:a16="http://schemas.microsoft.com/office/drawing/2014/main" id="{D1D0033D-6FA8-415D-AF04-6AF2A41C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0623" y="3267813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12" name="Editable text: 98">
            <a:extLst xmlns:a="http://schemas.openxmlformats.org/drawingml/2006/main">
              <a:ext uri="{FF2B5EF4-FFF2-40B4-BE49-F238E27FC236}">
                <a16:creationId xmlns:a16="http://schemas.microsoft.com/office/drawing/2014/main" id="{7360EDD0-AEEE-484F-AEC6-0E5F90AA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548" y="3257888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13" name="Editable text: 4">
            <a:extLst xmlns:a="http://schemas.openxmlformats.org/drawingml/2006/main">
              <a:ext uri="{FF2B5EF4-FFF2-40B4-BE49-F238E27FC236}">
                <a16:creationId xmlns:a16="http://schemas.microsoft.com/office/drawing/2014/main" id="{60895DA2-79D9-4DFB-8A94-7EA5CC5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060" y="3785849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4" name="Editable text: 11">
            <a:extLst xmlns:a="http://schemas.openxmlformats.org/drawingml/2006/main">
              <a:ext uri="{FF2B5EF4-FFF2-40B4-BE49-F238E27FC236}">
                <a16:creationId xmlns:a16="http://schemas.microsoft.com/office/drawing/2014/main" id="{A0DE5A2F-6A57-4144-878A-0ED2F51F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9904" y="3706478"/>
            <a:ext cx="221435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5" name="Editable text: 6">
            <a:extLst xmlns:a="http://schemas.openxmlformats.org/drawingml/2006/main">
              <a:ext uri="{FF2B5EF4-FFF2-40B4-BE49-F238E27FC236}">
                <a16:creationId xmlns:a16="http://schemas.microsoft.com/office/drawing/2014/main" id="{88F577E0-1F35-49C4-9812-3D1FF96B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3523" y="3742625"/>
            <a:ext cx="115708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EBD1EC6-81C2-4F8A-9B98-DC431B953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dfa0e4129485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841117" y="414909"/>
            <a:ext cx="2587752" cy="2185416"/>
          </a:xfrm>
          <a:prstGeom xmlns:a="http://schemas.openxmlformats.org/drawingml/2006/main" prst="rect">
            <a:avLst/>
          </a:prstGeom>
        </p:spPr>
      </p:pic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2A83957-37B8-4744-8E19-54AA62ACDE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50271b1714d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66964" y="480060"/>
            <a:ext cx="2587752" cy="2236851"/>
          </a:xfrm>
          <a:prstGeom xmlns:a="http://schemas.openxmlformats.org/drawingml/2006/main" prst="rect">
            <a:avLst/>
          </a:prstGeom>
        </p:spPr>
      </p:pic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F5D0D3F-FA5E-4A47-9BCF-A2871A327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527fc2eb84b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148816" y="477774"/>
            <a:ext cx="2712339" cy="2236851"/>
          </a:xfrm>
          <a:prstGeom xmlns:a="http://schemas.openxmlformats.org/drawingml/2006/main" prst="rect">
            <a:avLst/>
          </a:prstGeom>
        </p:spPr>
      </p:pic>
      <p:sp>
        <p:nvSpPr>
          <p:cNvPr id="119" name="Editable bar or color block 5843">
            <a:extLst xmlns:a="http://schemas.openxmlformats.org/drawingml/2006/main">
              <a:ext uri="{FF2B5EF4-FFF2-40B4-BE49-F238E27FC236}">
                <a16:creationId xmlns:a16="http://schemas.microsoft.com/office/drawing/2014/main" id="{08E0AA9A-3BF2-4D0B-8883-6E25AA78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089" y="3812329"/>
            <a:ext cx="374875" cy="36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Editable text: 33">
            <a:extLst xmlns:a="http://schemas.openxmlformats.org/drawingml/2006/main">
              <a:ext uri="{FF2B5EF4-FFF2-40B4-BE49-F238E27FC236}">
                <a16:creationId xmlns:a16="http://schemas.microsoft.com/office/drawing/2014/main" id="{E32CC0F8-3878-4772-9AF5-0D443507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315" y="3559426"/>
            <a:ext cx="22189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21" name="Editable bar or color block 5858">
            <a:extLst xmlns:a="http://schemas.openxmlformats.org/drawingml/2006/main">
              <a:ext uri="{FF2B5EF4-FFF2-40B4-BE49-F238E27FC236}">
                <a16:creationId xmlns:a16="http://schemas.microsoft.com/office/drawing/2014/main" id="{1B8049A3-6324-4810-AE5C-898CFBB6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720" y="3834642"/>
            <a:ext cx="374171" cy="345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Editable text: 31">
            <a:extLst xmlns:a="http://schemas.openxmlformats.org/drawingml/2006/main">
              <a:ext uri="{FF2B5EF4-FFF2-40B4-BE49-F238E27FC236}">
                <a16:creationId xmlns:a16="http://schemas.microsoft.com/office/drawing/2014/main" id="{4D47DA72-954E-416A-BE18-AEC21664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594" y="3581739"/>
            <a:ext cx="22189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23" name="Editable bar or color block 5873">
            <a:extLst xmlns:a="http://schemas.openxmlformats.org/drawingml/2006/main">
              <a:ext uri="{FF2B5EF4-FFF2-40B4-BE49-F238E27FC236}">
                <a16:creationId xmlns:a16="http://schemas.microsoft.com/office/drawing/2014/main" id="{17F151C2-85E4-4261-A2E9-CF04E6DE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92" y="4026481"/>
            <a:ext cx="374884" cy="171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Editable text: 14">
            <a:extLst xmlns:a="http://schemas.openxmlformats.org/drawingml/2006/main">
              <a:ext uri="{FF2B5EF4-FFF2-40B4-BE49-F238E27FC236}">
                <a16:creationId xmlns:a16="http://schemas.microsoft.com/office/drawing/2014/main" id="{42A94F9D-B881-4B69-901E-84E7E401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622" y="3773578"/>
            <a:ext cx="22189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5" name="Editable bar or color block 5888">
            <a:extLst xmlns:a="http://schemas.openxmlformats.org/drawingml/2006/main">
              <a:ext uri="{FF2B5EF4-FFF2-40B4-BE49-F238E27FC236}">
                <a16:creationId xmlns:a16="http://schemas.microsoft.com/office/drawing/2014/main" id="{910C3F04-B4C4-48B3-A7E9-0C3016A1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033" y="3989833"/>
            <a:ext cx="374170" cy="207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Editable text: 17">
            <a:extLst xmlns:a="http://schemas.openxmlformats.org/drawingml/2006/main">
              <a:ext uri="{FF2B5EF4-FFF2-40B4-BE49-F238E27FC236}">
                <a16:creationId xmlns:a16="http://schemas.microsoft.com/office/drawing/2014/main" id="{0A461963-432C-4AEE-9903-8444A43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06" y="3736930"/>
            <a:ext cx="22189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27" name="Editable bar or color block 5903">
            <a:extLst xmlns:a="http://schemas.openxmlformats.org/drawingml/2006/main">
              <a:ext uri="{FF2B5EF4-FFF2-40B4-BE49-F238E27FC236}">
                <a16:creationId xmlns:a16="http://schemas.microsoft.com/office/drawing/2014/main" id="{39423EA5-E12E-4D98-A73B-073B08C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398" y="3920633"/>
            <a:ext cx="374885" cy="281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Editable text: 26">
            <a:extLst xmlns:a="http://schemas.openxmlformats.org/drawingml/2006/main">
              <a:ext uri="{FF2B5EF4-FFF2-40B4-BE49-F238E27FC236}">
                <a16:creationId xmlns:a16="http://schemas.microsoft.com/office/drawing/2014/main" id="{D387CAF2-17B4-4AFC-A9F6-3268732E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629" y="3667730"/>
            <a:ext cx="22189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29" name="Editable bar or color block 5918">
            <a:extLst xmlns:a="http://schemas.openxmlformats.org/drawingml/2006/main">
              <a:ext uri="{FF2B5EF4-FFF2-40B4-BE49-F238E27FC236}">
                <a16:creationId xmlns:a16="http://schemas.microsoft.com/office/drawing/2014/main" id="{FAE38CEA-F9D8-45DB-AFA5-8639FA0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038" y="3996509"/>
            <a:ext cx="374170" cy="205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Editable text: 19">
            <a:extLst xmlns:a="http://schemas.openxmlformats.org/drawingml/2006/main">
              <a:ext uri="{FF2B5EF4-FFF2-40B4-BE49-F238E27FC236}">
                <a16:creationId xmlns:a16="http://schemas.microsoft.com/office/drawing/2014/main" id="{BA479503-92DC-48A1-B408-F7343933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911" y="3743606"/>
            <a:ext cx="221891" cy="2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4" b="1" i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504" b="1" i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29515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2026-10-19T14:29:28.0560000Z</dcterms:created>
  <dcterms:modified xsi:type="dcterms:W3CDTF">2026-10-19T14:29:28.0560000Z</dcterms:modified>
</coreProperties>
</file>