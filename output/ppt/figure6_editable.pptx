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69191202424a59" /><Relationship Type="http://schemas.openxmlformats.org/officeDocument/2006/relationships/extended-properties" Target="/docProps/app.xml" Id="R5e638e3cafe24c46" /><Relationship Type="http://schemas.openxmlformats.org/officeDocument/2006/relationships/officeDocument" Target="/ppt/presentation.xml" Id="Rde181e57b85e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bcbbd08c644fb"/>
  </p:sldMasterIdLst>
  <p:notesMasterIdLst>
    <p:notesMasterId xmlns:r="http://schemas.openxmlformats.org/officeDocument/2006/relationships" r:id="Rcc076aca09674432"/>
  </p:notesMasterIdLst>
  <p:sldIdLst>
    <p:sldId xmlns:r="http://schemas.openxmlformats.org/officeDocument/2006/relationships" id="256" r:id="Rf4ef31e71d564083"/>
  </p:sldIdLst>
  <p:sldSz cx="15087600" cy="1223319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93731532124f3e" /><Relationship Type="http://schemas.openxmlformats.org/officeDocument/2006/relationships/slideMaster" Target="/ppt/slideMasters/slideMaster1.xml" Id="R882bcbbd08c644fb" /><Relationship Type="http://schemas.openxmlformats.org/officeDocument/2006/relationships/notesMaster" Target="/ppt/notesMasters/notesMaster1.xml" Id="Rcc076aca09674432" /><Relationship Type="http://schemas.openxmlformats.org/officeDocument/2006/relationships/presProps" Target="/ppt/presProps.xml" Id="R5357310a2afb4eca" /><Relationship Type="http://schemas.openxmlformats.org/officeDocument/2006/relationships/tableStyles" Target="/ppt/tableStyles.xml" Id="Rac086ef22798479a" /><Relationship Type="http://schemas.openxmlformats.org/officeDocument/2006/relationships/slide" Target="/ppt/slides/slide1.xml" Id="Rf4ef31e71d56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7f040ff2146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86dab97bbc4062" /><Relationship Type="http://schemas.openxmlformats.org/officeDocument/2006/relationships/notesMaster" Target="/ppt/notesMasters/notesMaster1.xml" Id="Rae1215cb6a6f44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Reconstructed from the author-provided Figure 6: figures/appendix_action_aligned_pipeline_v12.pdf. All text, frames, arrows, target annotations, masks, and color blocks are native editable PowerPoint objects. The 27 original demonstration photographs remain separate embedded images with editable cropping. Source: local manuscript Figure 6, Action-aligned data construction, RH20T knife-and-lotus-root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f546dc3e547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0e815910a4e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5f53ac2e244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f1aa162874c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dc77367644b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2ddbbf20b45c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188DD4-6966-44B1-9F35-FF97BC284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8760" y="4621427"/>
            <a:ext cx="12070080" cy="17670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A1A8B5-28BD-4687-AAC7-C3E4C46D82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3140" y="6728254"/>
            <a:ext cx="10561320" cy="1359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B5393F9-2E71-4247-8934-C641728FC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08760" y="5097163"/>
            <a:ext cx="12070080" cy="2038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4E7AB8-2B34-44EB-B6A5-DFEA839B89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951470"/>
            <a:ext cx="13390245" cy="1495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C44A6B-332B-4BF9-A28D-5646F35CA0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3398108"/>
            <a:ext cx="13390245" cy="7611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89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008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727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446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165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884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603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322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041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4910B66-8200-40B2-B99C-1BC83B1ED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951470"/>
            <a:ext cx="13390245" cy="1495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AA2D40-313E-4DD8-A7A0-E5DA0A7AC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3398108"/>
            <a:ext cx="6223635" cy="7611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89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008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727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446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165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884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603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322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041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D5EF64-FCF6-4D0A-98DC-ABA5FB664C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15288" y="3398108"/>
            <a:ext cx="6223635" cy="7611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89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008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727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446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165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884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603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322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041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59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BC0ACD-B802-49E2-A3C3-149CD6C30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8678" y="951470"/>
            <a:ext cx="13390245" cy="1495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39FBBC-D640-455B-BE29-D21ED699C9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8678" y="3398108"/>
            <a:ext cx="6223635" cy="7611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289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008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3727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1446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79165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6884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4603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2322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00413" indent="-282892" algn="l">
              <a:lnSpc>
                <a:spcPct val="110000"/>
              </a:lnSpc>
              <a:spcBef>
                <a:spcPts val="0"/>
              </a:spcBef>
              <a:spcAft>
                <a:spcPts val="1485"/>
              </a:spcAft>
              <a:buChar char="•"/>
              <a:defRPr sz="278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e00c9cffd04f53" /><Relationship Type="http://schemas.openxmlformats.org/officeDocument/2006/relationships/slideLayout" Target="/ppt/slideLayouts/slideLayout1.xml" Id="R4f23c237b2ad48d8" /><Relationship Type="http://schemas.openxmlformats.org/officeDocument/2006/relationships/slideLayout" Target="/ppt/slideLayouts/slideLayout2.xml" Id="Rec00057025c04f70" /><Relationship Type="http://schemas.openxmlformats.org/officeDocument/2006/relationships/slideLayout" Target="/ppt/slideLayouts/slideLayout3.xml" Id="R0e786875fad44534" /><Relationship Type="http://schemas.openxmlformats.org/officeDocument/2006/relationships/slideLayout" Target="/ppt/slideLayouts/slideLayout4.xml" Id="R90042bd667554c94" /><Relationship Type="http://schemas.openxmlformats.org/officeDocument/2006/relationships/slideLayout" Target="/ppt/slideLayouts/slideLayout5.xml" Id="R73df149716674edf" /><Relationship Type="http://schemas.openxmlformats.org/officeDocument/2006/relationships/slideLayout" Target="/ppt/slideLayouts/slideLayout6.xml" Id="R8dee62ef3fbb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23c237b2ad48d8"/>
    <p:sldLayoutId xmlns:r="http://schemas.openxmlformats.org/officeDocument/2006/relationships" id="2147483650" r:id="Rec00057025c04f70"/>
    <p:sldLayoutId xmlns:r="http://schemas.openxmlformats.org/officeDocument/2006/relationships" id="2147483651" r:id="R0e786875fad44534"/>
    <p:sldLayoutId xmlns:r="http://schemas.openxmlformats.org/officeDocument/2006/relationships" id="2147483652" r:id="R90042bd667554c94"/>
    <p:sldLayoutId xmlns:r="http://schemas.openxmlformats.org/officeDocument/2006/relationships" id="2147483653" r:id="R73df149716674edf"/>
    <p:sldLayoutId xmlns:r="http://schemas.openxmlformats.org/officeDocument/2006/relationships" id="2147483654" r:id="R8dee62ef3fbb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45847cae24390" /><Relationship Type="http://schemas.openxmlformats.org/officeDocument/2006/relationships/image" Target="/ppt/media/image.png" Id="Re26d8f00b8944057" /><Relationship Type="http://schemas.openxmlformats.org/officeDocument/2006/relationships/image" Target="/ppt/media/image2.png" Id="Re732fa599c8e4c42" /><Relationship Type="http://schemas.openxmlformats.org/officeDocument/2006/relationships/image" Target="/ppt/media/image3.png" Id="R1294ac549f7b4fc9" /><Relationship Type="http://schemas.openxmlformats.org/officeDocument/2006/relationships/image" Target="/ppt/media/image4.png" Id="R47d24a8544f043a1" /><Relationship Type="http://schemas.openxmlformats.org/officeDocument/2006/relationships/image" Target="/ppt/media/image5.png" Id="Rac9bc236178c443c" /><Relationship Type="http://schemas.openxmlformats.org/officeDocument/2006/relationships/image" Target="/ppt/media/image6.png" Id="R6af90939f5ef4a59" /><Relationship Type="http://schemas.openxmlformats.org/officeDocument/2006/relationships/image" Target="/ppt/media/image7.png" Id="R8da89a38947348e7" /><Relationship Type="http://schemas.openxmlformats.org/officeDocument/2006/relationships/image" Target="/ppt/media/image8.png" Id="Rc36472d1a7b84a0e" /><Relationship Type="http://schemas.openxmlformats.org/officeDocument/2006/relationships/image" Target="/ppt/media/image9.png" Id="R753fc6cf38c845a9" /><Relationship Type="http://schemas.openxmlformats.org/officeDocument/2006/relationships/image" Target="/ppt/media/image10.png" Id="R38690e734faf4c1b" /><Relationship Type="http://schemas.openxmlformats.org/officeDocument/2006/relationships/image" Target="/ppt/media/image11.png" Id="Rc703492c8cbc4fd2" /><Relationship Type="http://schemas.openxmlformats.org/officeDocument/2006/relationships/image" Target="/ppt/media/image12.png" Id="Ra7b8a4a0783641c9" /><Relationship Type="http://schemas.openxmlformats.org/officeDocument/2006/relationships/image" Target="/ppt/media/image13.png" Id="Rf248c3cc72ff4b8c" /><Relationship Type="http://schemas.openxmlformats.org/officeDocument/2006/relationships/image" Target="/ppt/media/image14.png" Id="Ra8814f3b098647aa" /><Relationship Type="http://schemas.openxmlformats.org/officeDocument/2006/relationships/image" Target="/ppt/media/image15.png" Id="R498f6f24b0d941b1" /><Relationship Type="http://schemas.openxmlformats.org/officeDocument/2006/relationships/image" Target="/ppt/media/image16.png" Id="R9edeeddcdfe34f38" /><Relationship Type="http://schemas.openxmlformats.org/officeDocument/2006/relationships/image" Target="/ppt/media/image17.png" Id="Rc9c20758188344c9" /><Relationship Type="http://schemas.openxmlformats.org/officeDocument/2006/relationships/image" Target="/ppt/media/image18.png" Id="R72aeef3050ca45e5" /><Relationship Type="http://schemas.openxmlformats.org/officeDocument/2006/relationships/image" Target="/ppt/media/image19.png" Id="Rc41432513da648c7" /><Relationship Type="http://schemas.openxmlformats.org/officeDocument/2006/relationships/image" Target="/ppt/media/image20.png" Id="Rf1ae53b6bc274814" /><Relationship Type="http://schemas.openxmlformats.org/officeDocument/2006/relationships/image" Target="/ppt/media/image21.png" Id="R93b749433f5045c3" /><Relationship Type="http://schemas.openxmlformats.org/officeDocument/2006/relationships/image" Target="/ppt/media/image22.png" Id="R3aafe76938b746f0" /><Relationship Type="http://schemas.openxmlformats.org/officeDocument/2006/relationships/image" Target="/ppt/media/image23.png" Id="R260cb8d631ec4ef0" /><Relationship Type="http://schemas.openxmlformats.org/officeDocument/2006/relationships/image" Target="/ppt/media/image24.png" Id="R8f18800f2f624c8e" /><Relationship Type="http://schemas.openxmlformats.org/officeDocument/2006/relationships/image" Target="/ppt/media/image25.png" Id="Ref06a1a085044293" /><Relationship Type="http://schemas.openxmlformats.org/officeDocument/2006/relationships/image" Target="/ppt/media/image26.png" Id="R11cd0642dc194b44" /><Relationship Type="http://schemas.openxmlformats.org/officeDocument/2006/relationships/image" Target="/ppt/media/image27.png" Id="Ra34f02bb92434f4a" /><Relationship Type="http://schemas.openxmlformats.org/officeDocument/2006/relationships/notesSlide" Target="/ppt/notesSlides/notesSlide1.xml" Id="R5a2b7369e84c4b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4" name="Editable text: Action-aligned data construction">
            <a:extLst xmlns:a="http://schemas.openxmlformats.org/drawingml/2006/main">
              <a:ext uri="{FF2B5EF4-FFF2-40B4-BE49-F238E27FC236}">
                <a16:creationId xmlns:a16="http://schemas.microsoft.com/office/drawing/2014/main" id="{BD7E92E3-3E5F-44C9-A4C7-5AF13290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9" y="98866"/>
            <a:ext cx="4812665" cy="382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8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2408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Action-aligned data construction</a:t>
            </a:r>
          </a:p>
        </p:txBody>
      </p:sp>
      <p:sp>
        <p:nvSpPr>
          <p:cNvPr id="2" name="Editable text: Task: Slice the lotus root with a knife.">
            <a:extLst xmlns:a="http://schemas.openxmlformats.org/drawingml/2006/main">
              <a:ext uri="{FF2B5EF4-FFF2-40B4-BE49-F238E27FC236}">
                <a16:creationId xmlns:a16="http://schemas.microsoft.com/office/drawing/2014/main" id="{2AB9E6DB-AFB2-485C-9154-93F9CD98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050" y="143415"/>
            <a:ext cx="3908569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Task: Slice the lotus root with a knife.</a:t>
            </a:r>
          </a:p>
        </p:txBody>
      </p:sp>
      <p:sp>
        <p:nvSpPr>
          <p:cNvPr id="3" name="Editable rounded frame 41">
            <a:extLst xmlns:a="http://schemas.openxmlformats.org/drawingml/2006/main">
              <a:ext uri="{FF2B5EF4-FFF2-40B4-BE49-F238E27FC236}">
                <a16:creationId xmlns:a16="http://schemas.microsoft.com/office/drawing/2014/main" id="{0757673B-AC0E-4C70-AD4B-AA453F9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9" y="591253"/>
            <a:ext cx="3506853" cy="2446642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4" name="Editable rounded frame 57">
            <a:extLst xmlns:a="http://schemas.openxmlformats.org/drawingml/2006/main">
              <a:ext uri="{FF2B5EF4-FFF2-40B4-BE49-F238E27FC236}">
                <a16:creationId xmlns:a16="http://schemas.microsoft.com/office/drawing/2014/main" id="{462A245B-3CC6-4D24-83D8-89C412E0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693196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ditable text: 1">
            <a:extLst xmlns:a="http://schemas.openxmlformats.org/drawingml/2006/main">
              <a:ext uri="{FF2B5EF4-FFF2-40B4-BE49-F238E27FC236}">
                <a16:creationId xmlns:a16="http://schemas.microsoft.com/office/drawing/2014/main" id="{9354E759-20C6-42F7-BCD8-19C88B5F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43" y="692075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Editable text: Input">
            <a:extLst xmlns:a="http://schemas.openxmlformats.org/drawingml/2006/main">
              <a:ext uri="{FF2B5EF4-FFF2-40B4-BE49-F238E27FC236}">
                <a16:creationId xmlns:a16="http://schemas.microsoft.com/office/drawing/2014/main" id="{5D3B6067-2D79-466C-95C8-2DC9D1D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49" y="674439"/>
            <a:ext cx="635902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Editable rounded frame 93">
            <a:extLst xmlns:a="http://schemas.openxmlformats.org/drawingml/2006/main">
              <a:ext uri="{FF2B5EF4-FFF2-40B4-BE49-F238E27FC236}">
                <a16:creationId xmlns:a16="http://schemas.microsoft.com/office/drawing/2014/main" id="{17865835-C86A-42F7-A6F7-3569BB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657" y="703390"/>
            <a:ext cx="1804946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ditable text: RGB · state · actions">
            <a:extLst xmlns:a="http://schemas.openxmlformats.org/drawingml/2006/main">
              <a:ext uri="{FF2B5EF4-FFF2-40B4-BE49-F238E27FC236}">
                <a16:creationId xmlns:a16="http://schemas.microsoft.com/office/drawing/2014/main" id="{73C6F075-6353-4563-8FCB-90E87B9A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28" y="719905"/>
            <a:ext cx="1741102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RGB · state · actions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73D4B-B1AA-46BB-9E81-45B2B9B1DA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d8f00b8944057"/>
          <a:srcRect xmlns:a="http://schemas.openxmlformats.org/drawingml/2006/main" l="0" t="0" r="0" b="21094"/>
          <a:stretch xmlns:a="http://schemas.openxmlformats.org/drawingml/2006/main"/>
        </p:blipFill>
        <p:spPr>
          <a:xfrm xmlns:a="http://schemas.openxmlformats.org/drawingml/2006/main">
            <a:off x="285442" y="1080581"/>
            <a:ext cx="3262189" cy="1834981"/>
          </a:xfrm>
          <a:prstGeom xmlns:a="http://schemas.openxmlformats.org/drawingml/2006/main" prst="rect">
            <a:avLst/>
          </a:prstGeom>
        </p:spPr>
      </p:pic>
      <p:sp>
        <p:nvSpPr>
          <p:cNvPr id="10" name="Editable rounded frame 129">
            <a:extLst xmlns:a="http://schemas.openxmlformats.org/drawingml/2006/main">
              <a:ext uri="{FF2B5EF4-FFF2-40B4-BE49-F238E27FC236}">
                <a16:creationId xmlns:a16="http://schemas.microsoft.com/office/drawing/2014/main" id="{0B7145DC-09F3-4408-A509-6BDFF957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1080581"/>
            <a:ext cx="3262189" cy="183498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11" name="Editable vector path 138">
            <a:extLst xmlns:a="http://schemas.openxmlformats.org/drawingml/2006/main">
              <a:ext uri="{FF2B5EF4-FFF2-40B4-BE49-F238E27FC236}">
                <a16:creationId xmlns:a16="http://schemas.microsoft.com/office/drawing/2014/main" id="{E9C9756E-6CA3-4188-9681-33005F3B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934" y="2059238"/>
            <a:ext cx="142721" cy="95"/>
          </a:xfrm>
          <a:custGeom xmlns:a="http://schemas.openxmlformats.org/drawingml/2006/main">
            <a:pathLst>
              <a:path w="142721" h="95">
                <a:moveTo>
                  <a:pt x="0" y="0"/>
                </a:moveTo>
                <a:lnTo>
                  <a:pt x="142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12" name="Editable vector path 148">
            <a:extLst xmlns:a="http://schemas.openxmlformats.org/drawingml/2006/main">
              <a:ext uri="{FF2B5EF4-FFF2-40B4-BE49-F238E27FC236}">
                <a16:creationId xmlns:a16="http://schemas.microsoft.com/office/drawing/2014/main" id="{87DF0A6E-D370-4B2B-B310-9B5A38C7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7392" y="2027431"/>
            <a:ext cx="66263" cy="63613"/>
          </a:xfrm>
          <a:custGeom xmlns:a="http://schemas.openxmlformats.org/drawingml/2006/main">
            <a:pathLst>
              <a:path w="66263" h="63613">
                <a:moveTo>
                  <a:pt x="66263" y="31806"/>
                </a:moveTo>
                <a:lnTo>
                  <a:pt x="0" y="0"/>
                </a:lnTo>
                <a:lnTo>
                  <a:pt x="0" y="63613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 rounded frame 165">
            <a:extLst xmlns:a="http://schemas.openxmlformats.org/drawingml/2006/main">
              <a:ext uri="{FF2B5EF4-FFF2-40B4-BE49-F238E27FC236}">
                <a16:creationId xmlns:a16="http://schemas.microsoft.com/office/drawing/2014/main" id="{F70516B2-E4D6-4334-978B-E162EA82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627" y="591253"/>
            <a:ext cx="3506853" cy="2446642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14" name="Editable rounded frame 181">
            <a:extLst xmlns:a="http://schemas.openxmlformats.org/drawingml/2006/main">
              <a:ext uri="{FF2B5EF4-FFF2-40B4-BE49-F238E27FC236}">
                <a16:creationId xmlns:a16="http://schemas.microsoft.com/office/drawing/2014/main" id="{694BD12D-5622-40E4-A417-564BBC49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959" y="693196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ditable text: 2">
            <a:extLst xmlns:a="http://schemas.openxmlformats.org/drawingml/2006/main">
              <a:ext uri="{FF2B5EF4-FFF2-40B4-BE49-F238E27FC236}">
                <a16:creationId xmlns:a16="http://schemas.microsoft.com/office/drawing/2014/main" id="{BCCF483F-3E7A-443C-867A-03BA9A6D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760" y="692075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Editable text: Detect">
            <a:extLst xmlns:a="http://schemas.openxmlformats.org/drawingml/2006/main">
              <a:ext uri="{FF2B5EF4-FFF2-40B4-BE49-F238E27FC236}">
                <a16:creationId xmlns:a16="http://schemas.microsoft.com/office/drawing/2014/main" id="{34FED3FE-A4A6-423A-A6D5-2743C6A0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567" y="674439"/>
            <a:ext cx="785950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Editable rounded frame 217">
            <a:extLst xmlns:a="http://schemas.openxmlformats.org/drawingml/2006/main">
              <a:ext uri="{FF2B5EF4-FFF2-40B4-BE49-F238E27FC236}">
                <a16:creationId xmlns:a16="http://schemas.microsoft.com/office/drawing/2014/main" id="{F12B370B-846D-4887-AD05-78BA5E34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670" y="703390"/>
            <a:ext cx="2158450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ditable text: GroundingDINO-B · Swin-B">
            <a:extLst xmlns:a="http://schemas.openxmlformats.org/drawingml/2006/main">
              <a:ext uri="{FF2B5EF4-FFF2-40B4-BE49-F238E27FC236}">
                <a16:creationId xmlns:a16="http://schemas.microsoft.com/office/drawing/2014/main" id="{D4430411-87D5-4B78-B231-2B02C384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642" y="733821"/>
            <a:ext cx="2094607" cy="210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24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324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GroundingDINO-B · Swin-B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394459-303B-4CFD-84CD-DA9D7880A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2fa599c8e4c42"/>
          <a:srcRect xmlns:a="http://schemas.openxmlformats.org/drawingml/2006/main" l="0" t="0" r="0" b="21094"/>
          <a:stretch xmlns:a="http://schemas.openxmlformats.org/drawingml/2006/main"/>
        </p:blipFill>
        <p:spPr>
          <a:xfrm xmlns:a="http://schemas.openxmlformats.org/drawingml/2006/main">
            <a:off x="4036959" y="1080581"/>
            <a:ext cx="3262189" cy="1834981"/>
          </a:xfrm>
          <a:prstGeom xmlns:a="http://schemas.openxmlformats.org/drawingml/2006/main" prst="rect">
            <a:avLst/>
          </a:prstGeom>
        </p:spPr>
      </p:pic>
      <p:sp>
        <p:nvSpPr>
          <p:cNvPr id="20" name="Editable rounded frame 253">
            <a:extLst xmlns:a="http://schemas.openxmlformats.org/drawingml/2006/main">
              <a:ext uri="{FF2B5EF4-FFF2-40B4-BE49-F238E27FC236}">
                <a16:creationId xmlns:a16="http://schemas.microsoft.com/office/drawing/2014/main" id="{C58CD389-EBE2-4C90-9999-C1DCDB44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959" y="1080581"/>
            <a:ext cx="3262189" cy="183498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21" name="Editable rounded frame 269">
            <a:extLst xmlns:a="http://schemas.openxmlformats.org/drawingml/2006/main">
              <a:ext uri="{FF2B5EF4-FFF2-40B4-BE49-F238E27FC236}">
                <a16:creationId xmlns:a16="http://schemas.microsoft.com/office/drawing/2014/main" id="{C0FABAAF-0414-4AE2-84E7-EEE65DCD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184" y="1904192"/>
            <a:ext cx="904358" cy="484507"/>
          </a:xfrm>
          <a:prstGeom xmlns:a="http://schemas.openxmlformats.org/drawingml/2006/main" prst="roundRect">
            <a:avLst>
              <a:gd name="adj" fmla="val 4208"/>
            </a:avLst>
          </a:prstGeom>
          <a:noFill xmlns:a="http://schemas.openxmlformats.org/drawingml/2006/main"/>
          <a:ln xmlns:a="http://schemas.openxmlformats.org/drawingml/2006/main" w="42816">
            <a:solidFill>
              <a:srgbClr val="FFFFFF"/>
            </a:solidFill>
            <a:prstDash val="solid"/>
          </a:ln>
        </p:spPr>
      </p:sp>
      <p:sp>
        <p:nvSpPr>
          <p:cNvPr id="22" name="Editable rounded frame 285">
            <a:extLst xmlns:a="http://schemas.openxmlformats.org/drawingml/2006/main">
              <a:ext uri="{FF2B5EF4-FFF2-40B4-BE49-F238E27FC236}">
                <a16:creationId xmlns:a16="http://schemas.microsoft.com/office/drawing/2014/main" id="{E1EC20DF-7DA5-492A-8070-BC862CF2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184" y="1904192"/>
            <a:ext cx="904358" cy="484507"/>
          </a:xfrm>
          <a:prstGeom xmlns:a="http://schemas.openxmlformats.org/drawingml/2006/main" prst="roundRect">
            <a:avLst>
              <a:gd name="adj" fmla="val 4208"/>
            </a:avLst>
          </a:prstGeom>
          <a:noFill xmlns:a="http://schemas.openxmlformats.org/drawingml/2006/main"/>
          <a:ln xmlns:a="http://schemas.openxmlformats.org/drawingml/2006/main" w="22428">
            <a:solidFill>
              <a:srgbClr val="3F719D"/>
            </a:solidFill>
            <a:prstDash val="solid"/>
          </a:ln>
        </p:spPr>
      </p:sp>
      <p:sp>
        <p:nvSpPr>
          <p:cNvPr id="23" name="Editable rounded frame 301">
            <a:extLst xmlns:a="http://schemas.openxmlformats.org/drawingml/2006/main">
              <a:ext uri="{FF2B5EF4-FFF2-40B4-BE49-F238E27FC236}">
                <a16:creationId xmlns:a16="http://schemas.microsoft.com/office/drawing/2014/main" id="{B7960E0E-F3FD-487F-A92D-CD3FAD3B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184" y="1608556"/>
            <a:ext cx="683021" cy="275247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36F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ditable text: knife">
            <a:extLst xmlns:a="http://schemas.openxmlformats.org/drawingml/2006/main">
              <a:ext uri="{FF2B5EF4-FFF2-40B4-BE49-F238E27FC236}">
                <a16:creationId xmlns:a16="http://schemas.microsoft.com/office/drawing/2014/main" id="{4716B6C6-AC50-4DBC-803D-B88A9DD2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2070" y="1609270"/>
            <a:ext cx="585349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knife</a:t>
            </a:r>
          </a:p>
        </p:txBody>
      </p:sp>
      <p:sp>
        <p:nvSpPr>
          <p:cNvPr id="25" name="Editable rounded frame 327">
            <a:extLst xmlns:a="http://schemas.openxmlformats.org/drawingml/2006/main">
              <a:ext uri="{FF2B5EF4-FFF2-40B4-BE49-F238E27FC236}">
                <a16:creationId xmlns:a16="http://schemas.microsoft.com/office/drawing/2014/main" id="{E57BD949-AF2A-4FC6-9C25-8B7666E5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665" y="2235287"/>
            <a:ext cx="298757" cy="298757"/>
          </a:xfrm>
          <a:prstGeom xmlns:a="http://schemas.openxmlformats.org/drawingml/2006/main" prst="roundRect">
            <a:avLst>
              <a:gd name="adj" fmla="val 6824"/>
            </a:avLst>
          </a:prstGeom>
          <a:noFill xmlns:a="http://schemas.openxmlformats.org/drawingml/2006/main"/>
          <a:ln xmlns:a="http://schemas.openxmlformats.org/drawingml/2006/main" w="42816">
            <a:solidFill>
              <a:srgbClr val="FFFFFF"/>
            </a:solidFill>
            <a:prstDash val="solid"/>
          </a:ln>
        </p:spPr>
      </p:sp>
      <p:sp>
        <p:nvSpPr>
          <p:cNvPr id="26" name="Editable rounded frame 343">
            <a:extLst xmlns:a="http://schemas.openxmlformats.org/drawingml/2006/main">
              <a:ext uri="{FF2B5EF4-FFF2-40B4-BE49-F238E27FC236}">
                <a16:creationId xmlns:a16="http://schemas.microsoft.com/office/drawing/2014/main" id="{D6E7FD82-CD8D-4C08-83FD-824C48CE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665" y="2235287"/>
            <a:ext cx="298757" cy="298757"/>
          </a:xfrm>
          <a:prstGeom xmlns:a="http://schemas.openxmlformats.org/drawingml/2006/main" prst="roundRect">
            <a:avLst>
              <a:gd name="adj" fmla="val 6824"/>
            </a:avLst>
          </a:prstGeom>
          <a:noFill xmlns:a="http://schemas.openxmlformats.org/drawingml/2006/main"/>
          <a:ln xmlns:a="http://schemas.openxmlformats.org/drawingml/2006/main" w="22428">
            <a:solidFill>
              <a:srgbClr val="A4773E"/>
            </a:solidFill>
            <a:prstDash val="solid"/>
          </a:ln>
        </p:spPr>
      </p:sp>
      <p:sp>
        <p:nvSpPr>
          <p:cNvPr id="27" name="Editable rounded frame 359">
            <a:extLst xmlns:a="http://schemas.openxmlformats.org/drawingml/2006/main">
              <a:ext uri="{FF2B5EF4-FFF2-40B4-BE49-F238E27FC236}">
                <a16:creationId xmlns:a16="http://schemas.microsoft.com/office/drawing/2014/main" id="{CE8228C0-10A3-491F-A7BA-BF757529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588" y="2241945"/>
            <a:ext cx="1213127" cy="275247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87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ditable text: lotus root">
            <a:extLst xmlns:a="http://schemas.openxmlformats.org/drawingml/2006/main">
              <a:ext uri="{FF2B5EF4-FFF2-40B4-BE49-F238E27FC236}">
                <a16:creationId xmlns:a16="http://schemas.microsoft.com/office/drawing/2014/main" id="{E3063D70-782C-452B-B482-50E7D3E9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7658" y="2242658"/>
            <a:ext cx="1119088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lotus root</a:t>
            </a:r>
          </a:p>
        </p:txBody>
      </p:sp>
      <p:sp>
        <p:nvSpPr>
          <p:cNvPr id="29" name="Editable vector path 378">
            <a:extLst xmlns:a="http://schemas.openxmlformats.org/drawingml/2006/main">
              <a:ext uri="{FF2B5EF4-FFF2-40B4-BE49-F238E27FC236}">
                <a16:creationId xmlns:a16="http://schemas.microsoft.com/office/drawing/2014/main" id="{9BA1107C-968E-47D5-AEFA-EA70D946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2452" y="2059238"/>
            <a:ext cx="142721" cy="95"/>
          </a:xfrm>
          <a:custGeom xmlns:a="http://schemas.openxmlformats.org/drawingml/2006/main">
            <a:pathLst>
              <a:path w="142721" h="95">
                <a:moveTo>
                  <a:pt x="0" y="0"/>
                </a:moveTo>
                <a:lnTo>
                  <a:pt x="142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30" name="Editable vector path 388">
            <a:extLst xmlns:a="http://schemas.openxmlformats.org/drawingml/2006/main">
              <a:ext uri="{FF2B5EF4-FFF2-40B4-BE49-F238E27FC236}">
                <a16:creationId xmlns:a16="http://schemas.microsoft.com/office/drawing/2014/main" id="{34826FE4-4867-4F11-B2F1-96E99FE9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8909" y="2027431"/>
            <a:ext cx="66263" cy="63613"/>
          </a:xfrm>
          <a:custGeom xmlns:a="http://schemas.openxmlformats.org/drawingml/2006/main">
            <a:pathLst>
              <a:path w="66263" h="63613">
                <a:moveTo>
                  <a:pt x="66263" y="31806"/>
                </a:moveTo>
                <a:lnTo>
                  <a:pt x="0" y="0"/>
                </a:lnTo>
                <a:lnTo>
                  <a:pt x="0" y="63613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ditable rounded frame 405">
            <a:extLst xmlns:a="http://schemas.openxmlformats.org/drawingml/2006/main">
              <a:ext uri="{FF2B5EF4-FFF2-40B4-BE49-F238E27FC236}">
                <a16:creationId xmlns:a16="http://schemas.microsoft.com/office/drawing/2014/main" id="{19C9613E-790F-4784-B2EB-4794E4E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144" y="591253"/>
            <a:ext cx="3506853" cy="2446642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32" name="Editable rounded frame 421">
            <a:extLst xmlns:a="http://schemas.openxmlformats.org/drawingml/2006/main">
              <a:ext uri="{FF2B5EF4-FFF2-40B4-BE49-F238E27FC236}">
                <a16:creationId xmlns:a16="http://schemas.microsoft.com/office/drawing/2014/main" id="{9E48A242-3B0A-4C41-B5C2-4E9AD652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476" y="693196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ditable text: 3">
            <a:extLst xmlns:a="http://schemas.openxmlformats.org/drawingml/2006/main">
              <a:ext uri="{FF2B5EF4-FFF2-40B4-BE49-F238E27FC236}">
                <a16:creationId xmlns:a16="http://schemas.microsoft.com/office/drawing/2014/main" id="{FA292B36-916B-4579-982A-7345264B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278" y="692075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Editable text: Object masks">
            <a:extLst xmlns:a="http://schemas.openxmlformats.org/drawingml/2006/main">
              <a:ext uri="{FF2B5EF4-FFF2-40B4-BE49-F238E27FC236}">
                <a16:creationId xmlns:a16="http://schemas.microsoft.com/office/drawing/2014/main" id="{1D57BB74-05BE-478A-A9DE-8E01BA6A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84" y="674439"/>
            <a:ext cx="1629253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Object masks</a:t>
            </a:r>
          </a:p>
        </p:txBody>
      </p:sp>
      <p:sp>
        <p:nvSpPr>
          <p:cNvPr id="35" name="Editable rounded frame 457">
            <a:extLst xmlns:a="http://schemas.openxmlformats.org/drawingml/2006/main">
              <a:ext uri="{FF2B5EF4-FFF2-40B4-BE49-F238E27FC236}">
                <a16:creationId xmlns:a16="http://schemas.microsoft.com/office/drawing/2014/main" id="{F4A543E1-6579-4C67-A9AD-9726C1F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989" y="703390"/>
            <a:ext cx="805649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Editable text: SAM 3.1">
            <a:extLst xmlns:a="http://schemas.openxmlformats.org/drawingml/2006/main">
              <a:ext uri="{FF2B5EF4-FFF2-40B4-BE49-F238E27FC236}">
                <a16:creationId xmlns:a16="http://schemas.microsoft.com/office/drawing/2014/main" id="{F4DD4F24-A29E-4197-B81B-25F89569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6960" y="719905"/>
            <a:ext cx="741808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SAM 3.1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D957A9-FD49-4BAF-B4C0-538C4E777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4ac549f7b4fc9"/>
          <a:srcRect xmlns:a="http://schemas.openxmlformats.org/drawingml/2006/main" l="0" t="0" r="0" b="21094"/>
          <a:stretch xmlns:a="http://schemas.openxmlformats.org/drawingml/2006/main"/>
        </p:blipFill>
        <p:spPr>
          <a:xfrm xmlns:a="http://schemas.openxmlformats.org/drawingml/2006/main">
            <a:off x="7788476" y="1080581"/>
            <a:ext cx="3262189" cy="1834981"/>
          </a:xfrm>
          <a:prstGeom xmlns:a="http://schemas.openxmlformats.org/drawingml/2006/main" prst="rect">
            <a:avLst/>
          </a:prstGeom>
        </p:spPr>
      </p:pic>
      <p:sp>
        <p:nvSpPr>
          <p:cNvPr id="38" name="Editable rounded frame 493">
            <a:extLst xmlns:a="http://schemas.openxmlformats.org/drawingml/2006/main">
              <a:ext uri="{FF2B5EF4-FFF2-40B4-BE49-F238E27FC236}">
                <a16:creationId xmlns:a16="http://schemas.microsoft.com/office/drawing/2014/main" id="{DFB0DBCE-DB7A-48B7-9876-25A30D74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8476" y="1080581"/>
            <a:ext cx="3262189" cy="1834981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39" name="Editable vector path 509">
            <a:extLst xmlns:a="http://schemas.openxmlformats.org/drawingml/2006/main">
              <a:ext uri="{FF2B5EF4-FFF2-40B4-BE49-F238E27FC236}">
                <a16:creationId xmlns:a16="http://schemas.microsoft.com/office/drawing/2014/main" id="{8B553CDC-C422-47B3-8FEF-1236C34C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4" y="2114152"/>
            <a:ext cx="500647" cy="242232"/>
          </a:xfrm>
          <a:custGeom xmlns:a="http://schemas.openxmlformats.org/drawingml/2006/main">
            <a:pathLst>
              <a:path w="500647" h="242232">
                <a:moveTo>
                  <a:pt x="0" y="169554"/>
                </a:moveTo>
                <a:lnTo>
                  <a:pt x="411827" y="0"/>
                </a:lnTo>
                <a:lnTo>
                  <a:pt x="484504" y="8066"/>
                </a:lnTo>
                <a:lnTo>
                  <a:pt x="500647" y="80744"/>
                </a:lnTo>
                <a:lnTo>
                  <a:pt x="72677" y="242232"/>
                </a:lnTo>
                <a:lnTo>
                  <a:pt x="0" y="234156"/>
                </a:lnTo>
                <a:lnTo>
                  <a:pt x="0" y="169554"/>
                </a:lnTo>
                <a:close/>
              </a:path>
            </a:pathLst>
          </a:custGeom>
          <a:solidFill xmlns:a="http://schemas.openxmlformats.org/drawingml/2006/main">
            <a:srgbClr val="3F719D">
              <a:alpha val="35000"/>
            </a:srgbClr>
          </a:solidFill>
          <a:ln xmlns:a="http://schemas.openxmlformats.org/drawingml/2006/main" w="13762">
            <a:solidFill>
              <a:srgbClr val="E6F6FF"/>
            </a:solidFill>
            <a:prstDash val="solid"/>
          </a:ln>
        </p:spPr>
      </p:sp>
      <p:sp>
        <p:nvSpPr>
          <p:cNvPr id="40" name="Editable vector path 525">
            <a:extLst xmlns:a="http://schemas.openxmlformats.org/drawingml/2006/main">
              <a:ext uri="{FF2B5EF4-FFF2-40B4-BE49-F238E27FC236}">
                <a16:creationId xmlns:a16="http://schemas.microsoft.com/office/drawing/2014/main" id="{E5F478BD-2070-41EF-BFAF-D666F862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233" y="1936518"/>
            <a:ext cx="379511" cy="314902"/>
          </a:xfrm>
          <a:custGeom xmlns:a="http://schemas.openxmlformats.org/drawingml/2006/main">
            <a:pathLst>
              <a:path w="379511" h="314902">
                <a:moveTo>
                  <a:pt x="0" y="129164"/>
                </a:moveTo>
                <a:lnTo>
                  <a:pt x="331083" y="0"/>
                </a:lnTo>
                <a:lnTo>
                  <a:pt x="379511" y="16148"/>
                </a:lnTo>
                <a:lnTo>
                  <a:pt x="379511" y="193776"/>
                </a:lnTo>
                <a:lnTo>
                  <a:pt x="72677" y="314902"/>
                </a:lnTo>
                <a:lnTo>
                  <a:pt x="24249" y="258378"/>
                </a:lnTo>
                <a:lnTo>
                  <a:pt x="0" y="129164"/>
                </a:lnTo>
                <a:close/>
              </a:path>
            </a:pathLst>
          </a:custGeom>
          <a:solidFill xmlns:a="http://schemas.openxmlformats.org/drawingml/2006/main">
            <a:srgbClr val="3F719D">
              <a:alpha val="35000"/>
            </a:srgbClr>
          </a:solidFill>
          <a:ln xmlns:a="http://schemas.openxmlformats.org/drawingml/2006/main" w="13762">
            <a:solidFill>
              <a:srgbClr val="E6F6FF"/>
            </a:solidFill>
            <a:prstDash val="solid"/>
          </a:ln>
        </p:spPr>
      </p:sp>
      <p:sp>
        <p:nvSpPr>
          <p:cNvPr id="41" name="Editable vector path 544">
            <a:extLst xmlns:a="http://schemas.openxmlformats.org/drawingml/2006/main">
              <a:ext uri="{FF2B5EF4-FFF2-40B4-BE49-F238E27FC236}">
                <a16:creationId xmlns:a16="http://schemas.microsoft.com/office/drawing/2014/main" id="{76464F10-6BBF-49BD-8B5C-FA9B30A0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392" y="2251420"/>
            <a:ext cx="242233" cy="266452"/>
          </a:xfrm>
          <a:custGeom xmlns:a="http://schemas.openxmlformats.org/drawingml/2006/main">
            <a:pathLst>
              <a:path w="242233" h="266452">
                <a:moveTo>
                  <a:pt x="0" y="0"/>
                </a:moveTo>
                <a:lnTo>
                  <a:pt x="80744" y="24219"/>
                </a:lnTo>
                <a:lnTo>
                  <a:pt x="161489" y="80744"/>
                </a:lnTo>
                <a:lnTo>
                  <a:pt x="218013" y="169565"/>
                </a:lnTo>
                <a:lnTo>
                  <a:pt x="242233" y="234166"/>
                </a:lnTo>
                <a:lnTo>
                  <a:pt x="209946" y="266452"/>
                </a:lnTo>
                <a:lnTo>
                  <a:pt x="145346" y="201880"/>
                </a:lnTo>
                <a:lnTo>
                  <a:pt x="56535" y="137279"/>
                </a:lnTo>
                <a:lnTo>
                  <a:pt x="16143" y="726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4773E">
              <a:alpha val="35000"/>
            </a:srgbClr>
          </a:solidFill>
          <a:ln xmlns:a="http://schemas.openxmlformats.org/drawingml/2006/main" w="13762">
            <a:solidFill>
              <a:srgbClr val="E6F6FF"/>
            </a:solidFill>
            <a:prstDash val="solid"/>
          </a:ln>
        </p:spPr>
      </p:sp>
      <p:sp>
        <p:nvSpPr>
          <p:cNvPr id="42" name="Editable vector path 553">
            <a:extLst xmlns:a="http://schemas.openxmlformats.org/drawingml/2006/main">
              <a:ext uri="{FF2B5EF4-FFF2-40B4-BE49-F238E27FC236}">
                <a16:creationId xmlns:a16="http://schemas.microsoft.com/office/drawing/2014/main" id="{D91481F4-6208-43BC-B03E-6C86EC92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969" y="2059238"/>
            <a:ext cx="142721" cy="95"/>
          </a:xfrm>
          <a:custGeom xmlns:a="http://schemas.openxmlformats.org/drawingml/2006/main">
            <a:pathLst>
              <a:path w="142721" h="95">
                <a:moveTo>
                  <a:pt x="0" y="0"/>
                </a:moveTo>
                <a:lnTo>
                  <a:pt x="142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43" name="Editable vector path 563">
            <a:extLst xmlns:a="http://schemas.openxmlformats.org/drawingml/2006/main">
              <a:ext uri="{FF2B5EF4-FFF2-40B4-BE49-F238E27FC236}">
                <a16:creationId xmlns:a16="http://schemas.microsoft.com/office/drawing/2014/main" id="{5E46F48E-98B1-464A-A732-07607370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0427" y="2027431"/>
            <a:ext cx="66263" cy="63613"/>
          </a:xfrm>
          <a:custGeom xmlns:a="http://schemas.openxmlformats.org/drawingml/2006/main">
            <a:pathLst>
              <a:path w="66263" h="63613">
                <a:moveTo>
                  <a:pt x="66263" y="31806"/>
                </a:moveTo>
                <a:lnTo>
                  <a:pt x="0" y="0"/>
                </a:lnTo>
                <a:lnTo>
                  <a:pt x="0" y="63613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Editable rounded frame 580">
            <a:extLst xmlns:a="http://schemas.openxmlformats.org/drawingml/2006/main">
              <a:ext uri="{FF2B5EF4-FFF2-40B4-BE49-F238E27FC236}">
                <a16:creationId xmlns:a16="http://schemas.microsoft.com/office/drawing/2014/main" id="{91184355-D90A-407B-8EF1-34E45EF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7662" y="591253"/>
            <a:ext cx="3506853" cy="2446642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45" name="Editable rounded frame 596">
            <a:extLst xmlns:a="http://schemas.openxmlformats.org/drawingml/2006/main">
              <a:ext uri="{FF2B5EF4-FFF2-40B4-BE49-F238E27FC236}">
                <a16:creationId xmlns:a16="http://schemas.microsoft.com/office/drawing/2014/main" id="{6A93084A-6CF8-482D-95DE-2848F1F2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994" y="693196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Editable text: 4">
            <a:extLst xmlns:a="http://schemas.openxmlformats.org/drawingml/2006/main">
              <a:ext uri="{FF2B5EF4-FFF2-40B4-BE49-F238E27FC236}">
                <a16:creationId xmlns:a16="http://schemas.microsoft.com/office/drawing/2014/main" id="{20337592-EF89-4475-BA5E-40B5D573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2791" y="692075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7" name="Editable text: Segment">
            <a:extLst xmlns:a="http://schemas.openxmlformats.org/drawingml/2006/main">
              <a:ext uri="{FF2B5EF4-FFF2-40B4-BE49-F238E27FC236}">
                <a16:creationId xmlns:a16="http://schemas.microsoft.com/office/drawing/2014/main" id="{4742A9E7-3180-48FD-B3EC-E01F445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6601" y="674439"/>
            <a:ext cx="1071352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Segment</a:t>
            </a:r>
          </a:p>
        </p:txBody>
      </p:sp>
      <p:sp>
        <p:nvSpPr>
          <p:cNvPr id="48" name="Editable rounded frame 632">
            <a:extLst xmlns:a="http://schemas.openxmlformats.org/drawingml/2006/main">
              <a:ext uri="{FF2B5EF4-FFF2-40B4-BE49-F238E27FC236}">
                <a16:creationId xmlns:a16="http://schemas.microsoft.com/office/drawing/2014/main" id="{DBC46CE6-6E25-49C8-A632-678F147C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189" y="703390"/>
            <a:ext cx="1498966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Editable text: DINOv3 ViT-L/16">
            <a:extLst xmlns:a="http://schemas.openxmlformats.org/drawingml/2006/main">
              <a:ext uri="{FF2B5EF4-FFF2-40B4-BE49-F238E27FC236}">
                <a16:creationId xmlns:a16="http://schemas.microsoft.com/office/drawing/2014/main" id="{6745034A-56E1-41B3-9C98-5FF1C82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5161" y="719905"/>
            <a:ext cx="1435123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DINOv3 ViT-L/16</a:t>
            </a: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D221F2-EF18-4D0D-B4FB-087CDF0CD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24a8544f043a1"/>
          <a:srcRect xmlns:a="http://schemas.openxmlformats.org/drawingml/2006/main" l="0" t="0" r="0" b="21768"/>
          <a:stretch xmlns:a="http://schemas.openxmlformats.org/drawingml/2006/main"/>
        </p:blipFill>
        <p:spPr>
          <a:xfrm xmlns:a="http://schemas.openxmlformats.org/drawingml/2006/main">
            <a:off x="11539994" y="1080581"/>
            <a:ext cx="1590317" cy="886908"/>
          </a:xfrm>
          <a:prstGeom xmlns:a="http://schemas.openxmlformats.org/drawingml/2006/main" prst="rect">
            <a:avLst/>
          </a:prstGeom>
        </p:spPr>
      </p:pic>
      <p:sp>
        <p:nvSpPr>
          <p:cNvPr id="51" name="Editable rounded frame 668">
            <a:extLst xmlns:a="http://schemas.openxmlformats.org/drawingml/2006/main">
              <a:ext uri="{FF2B5EF4-FFF2-40B4-BE49-F238E27FC236}">
                <a16:creationId xmlns:a16="http://schemas.microsoft.com/office/drawing/2014/main" id="{C3C38AEA-3410-4E51-8D97-9ACEDD19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994" y="1080581"/>
            <a:ext cx="1590317" cy="886908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52" name="Editable rounded frame 684">
            <a:extLst xmlns:a="http://schemas.openxmlformats.org/drawingml/2006/main">
              <a:ext uri="{FF2B5EF4-FFF2-40B4-BE49-F238E27FC236}">
                <a16:creationId xmlns:a16="http://schemas.microsoft.com/office/drawing/2014/main" id="{9C239F38-75F5-46FC-A347-751E16B9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577" y="1111164"/>
            <a:ext cx="1119043" cy="2140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Editable text: S1 Approach">
            <a:extLst xmlns:a="http://schemas.openxmlformats.org/drawingml/2006/main">
              <a:ext uri="{FF2B5EF4-FFF2-40B4-BE49-F238E27FC236}">
                <a16:creationId xmlns:a16="http://schemas.microsoft.com/office/drawing/2014/main" id="{3292D752-3A10-40C5-97AF-A3CB36BD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354" y="1121206"/>
            <a:ext cx="1075593" cy="210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32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S1 Approach</a:t>
            </a:r>
          </a:p>
        </p:txBody>
      </p:sp>
      <p:pic>
        <p:nvPic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FF2022-C859-47F4-AB0C-46509D10CB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bc236178c443c"/>
          <a:srcRect xmlns:a="http://schemas.openxmlformats.org/drawingml/2006/main" l="0" t="0" r="0" b="21768"/>
          <a:stretch xmlns:a="http://schemas.openxmlformats.org/drawingml/2006/main"/>
        </p:blipFill>
        <p:spPr>
          <a:xfrm xmlns:a="http://schemas.openxmlformats.org/drawingml/2006/main">
            <a:off x="13211866" y="1080581"/>
            <a:ext cx="1590317" cy="886908"/>
          </a:xfrm>
          <a:prstGeom xmlns:a="http://schemas.openxmlformats.org/drawingml/2006/main" prst="rect">
            <a:avLst/>
          </a:prstGeom>
        </p:spPr>
      </p:pic>
      <p:sp>
        <p:nvSpPr>
          <p:cNvPr id="55" name="Editable rounded frame 720">
            <a:extLst xmlns:a="http://schemas.openxmlformats.org/drawingml/2006/main">
              <a:ext uri="{FF2B5EF4-FFF2-40B4-BE49-F238E27FC236}">
                <a16:creationId xmlns:a16="http://schemas.microsoft.com/office/drawing/2014/main" id="{B4EE86DC-37FC-411C-AC4F-39F4C98F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866" y="1080581"/>
            <a:ext cx="1590317" cy="886908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56" name="Editable rounded frame 736">
            <a:extLst xmlns:a="http://schemas.openxmlformats.org/drawingml/2006/main">
              <a:ext uri="{FF2B5EF4-FFF2-40B4-BE49-F238E27FC236}">
                <a16:creationId xmlns:a16="http://schemas.microsoft.com/office/drawing/2014/main" id="{178B7CB1-6781-406F-A249-CA7404C1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449" y="1111164"/>
            <a:ext cx="820165" cy="2140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 text: S2 Grasp">
            <a:extLst xmlns:a="http://schemas.openxmlformats.org/drawingml/2006/main">
              <a:ext uri="{FF2B5EF4-FFF2-40B4-BE49-F238E27FC236}">
                <a16:creationId xmlns:a16="http://schemas.microsoft.com/office/drawing/2014/main" id="{CA53651E-EFBB-451F-B153-609383AD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226" y="1121206"/>
            <a:ext cx="776714" cy="210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32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S2 Grasp</a:t>
            </a:r>
          </a:p>
        </p:txBody>
      </p:sp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436B6D-63DE-476F-96FC-BBD7595639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90939f5ef4a59"/>
          <a:srcRect xmlns:a="http://schemas.openxmlformats.org/drawingml/2006/main" l="0" t="0" r="0" b="21768"/>
          <a:stretch xmlns:a="http://schemas.openxmlformats.org/drawingml/2006/main"/>
        </p:blipFill>
        <p:spPr>
          <a:xfrm xmlns:a="http://schemas.openxmlformats.org/drawingml/2006/main">
            <a:off x="11539994" y="2028655"/>
            <a:ext cx="1590317" cy="886908"/>
          </a:xfrm>
          <a:prstGeom xmlns:a="http://schemas.openxmlformats.org/drawingml/2006/main" prst="rect">
            <a:avLst/>
          </a:prstGeom>
        </p:spPr>
      </p:pic>
      <p:sp>
        <p:nvSpPr>
          <p:cNvPr id="59" name="Editable rounded frame 772">
            <a:extLst xmlns:a="http://schemas.openxmlformats.org/drawingml/2006/main">
              <a:ext uri="{FF2B5EF4-FFF2-40B4-BE49-F238E27FC236}">
                <a16:creationId xmlns:a16="http://schemas.microsoft.com/office/drawing/2014/main" id="{0858A579-9FFC-4627-8A33-ECE8EAA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9994" y="2028655"/>
            <a:ext cx="1590317" cy="886908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60" name="Editable rounded frame 788">
            <a:extLst xmlns:a="http://schemas.openxmlformats.org/drawingml/2006/main">
              <a:ext uri="{FF2B5EF4-FFF2-40B4-BE49-F238E27FC236}">
                <a16:creationId xmlns:a16="http://schemas.microsoft.com/office/drawing/2014/main" id="{296FDBD5-8EAE-4796-8571-183CB402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0577" y="2059238"/>
            <a:ext cx="1007099" cy="2140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Editable text: S3 Transfer">
            <a:extLst xmlns:a="http://schemas.openxmlformats.org/drawingml/2006/main">
              <a:ext uri="{FF2B5EF4-FFF2-40B4-BE49-F238E27FC236}">
                <a16:creationId xmlns:a16="http://schemas.microsoft.com/office/drawing/2014/main" id="{83D3A6B5-4AB3-475B-8BD8-E7F7A2E8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354" y="2069279"/>
            <a:ext cx="963647" cy="210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32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S3 Transfer</a:t>
            </a:r>
          </a:p>
        </p:txBody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AEE061D-6585-4D5B-A2DE-D683C6F49D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89a38947348e7"/>
          <a:srcRect xmlns:a="http://schemas.openxmlformats.org/drawingml/2006/main" l="0" t="0" r="0" b="21768"/>
          <a:stretch xmlns:a="http://schemas.openxmlformats.org/drawingml/2006/main"/>
        </p:blipFill>
        <p:spPr>
          <a:xfrm xmlns:a="http://schemas.openxmlformats.org/drawingml/2006/main">
            <a:off x="13211866" y="2028655"/>
            <a:ext cx="1590317" cy="886908"/>
          </a:xfrm>
          <a:prstGeom xmlns:a="http://schemas.openxmlformats.org/drawingml/2006/main" prst="rect">
            <a:avLst/>
          </a:prstGeom>
        </p:spPr>
      </p:pic>
      <p:sp>
        <p:nvSpPr>
          <p:cNvPr id="63" name="Editable rounded frame 824">
            <a:extLst xmlns:a="http://schemas.openxmlformats.org/drawingml/2006/main">
              <a:ext uri="{FF2B5EF4-FFF2-40B4-BE49-F238E27FC236}">
                <a16:creationId xmlns:a16="http://schemas.microsoft.com/office/drawing/2014/main" id="{4645A00C-C3F9-406F-B10B-DFC98F0B7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11866" y="2028655"/>
            <a:ext cx="1590317" cy="886908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64" name="Editable rounded frame 840">
            <a:extLst xmlns:a="http://schemas.openxmlformats.org/drawingml/2006/main">
              <a:ext uri="{FF2B5EF4-FFF2-40B4-BE49-F238E27FC236}">
                <a16:creationId xmlns:a16="http://schemas.microsoft.com/office/drawing/2014/main" id="{A06041BC-6449-4534-BC38-F3006851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2449" y="2059238"/>
            <a:ext cx="726785" cy="214081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Editable text: S4 Slice">
            <a:extLst xmlns:a="http://schemas.openxmlformats.org/drawingml/2006/main">
              <a:ext uri="{FF2B5EF4-FFF2-40B4-BE49-F238E27FC236}">
                <a16:creationId xmlns:a16="http://schemas.microsoft.com/office/drawing/2014/main" id="{59CEB576-D4F9-4AD6-B6E9-BB53CE31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3226" y="2069279"/>
            <a:ext cx="683330" cy="210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2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32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S4 Slice</a:t>
            </a:r>
          </a:p>
        </p:txBody>
      </p:sp>
      <p:sp>
        <p:nvSpPr>
          <p:cNvPr id="66" name="Editable vector path 861">
            <a:extLst xmlns:a="http://schemas.openxmlformats.org/drawingml/2006/main">
              <a:ext uri="{FF2B5EF4-FFF2-40B4-BE49-F238E27FC236}">
                <a16:creationId xmlns:a16="http://schemas.microsoft.com/office/drawing/2014/main" id="{F3ADE9A7-5084-4636-988F-5BA4F2E3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091" y="3099061"/>
            <a:ext cx="11172998" cy="366996"/>
          </a:xfrm>
          <a:custGeom xmlns:a="http://schemas.openxmlformats.org/drawingml/2006/main">
            <a:pathLst>
              <a:path w="11172998" h="366996">
                <a:moveTo>
                  <a:pt x="11172998" y="0"/>
                </a:moveTo>
                <a:lnTo>
                  <a:pt x="11172998" y="183498"/>
                </a:lnTo>
                <a:lnTo>
                  <a:pt x="0" y="183498"/>
                </a:lnTo>
                <a:lnTo>
                  <a:pt x="0" y="366996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67" name="Editable vector path 871">
            <a:extLst xmlns:a="http://schemas.openxmlformats.org/drawingml/2006/main">
              <a:ext uri="{FF2B5EF4-FFF2-40B4-BE49-F238E27FC236}">
                <a16:creationId xmlns:a16="http://schemas.microsoft.com/office/drawing/2014/main" id="{FC53E203-743A-4B8B-BA8B-362D6983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391" y="3389599"/>
            <a:ext cx="73399" cy="76458"/>
          </a:xfrm>
          <a:custGeom xmlns:a="http://schemas.openxmlformats.org/drawingml/2006/main">
            <a:pathLst>
              <a:path w="73399" h="76458">
                <a:moveTo>
                  <a:pt x="36700" y="76458"/>
                </a:moveTo>
                <a:lnTo>
                  <a:pt x="7339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Editable rounded frame 887">
            <a:extLst xmlns:a="http://schemas.openxmlformats.org/drawingml/2006/main">
              <a:ext uri="{FF2B5EF4-FFF2-40B4-BE49-F238E27FC236}">
                <a16:creationId xmlns:a16="http://schemas.microsoft.com/office/drawing/2014/main" id="{51E8670D-040F-4FEC-A2F4-5BFC456F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44" y="3139838"/>
            <a:ext cx="5158336" cy="295636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Editable text: Phase · object / target · interaction grade">
            <a:extLst xmlns:a="http://schemas.openxmlformats.org/drawingml/2006/main">
              <a:ext uri="{FF2B5EF4-FFF2-40B4-BE49-F238E27FC236}">
                <a16:creationId xmlns:a16="http://schemas.microsoft.com/office/drawing/2014/main" id="{6BDF62DF-FE04-4DC1-B64F-EB9F38F7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754" y="3160023"/>
            <a:ext cx="4102217" cy="280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766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Phase · object / target · interaction grade</a:t>
            </a:r>
          </a:p>
        </p:txBody>
      </p:sp>
      <p:sp>
        <p:nvSpPr>
          <p:cNvPr id="70" name="Editable rounded frame 914">
            <a:extLst xmlns:a="http://schemas.openxmlformats.org/drawingml/2006/main">
              <a:ext uri="{FF2B5EF4-FFF2-40B4-BE49-F238E27FC236}">
                <a16:creationId xmlns:a16="http://schemas.microsoft.com/office/drawing/2014/main" id="{9D119E9A-B618-4E4F-84C1-E62506A6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9" y="3527223"/>
            <a:ext cx="3669963" cy="1814593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71" name="Editable rounded frame 931">
            <a:extLst xmlns:a="http://schemas.openxmlformats.org/drawingml/2006/main">
              <a:ext uri="{FF2B5EF4-FFF2-40B4-BE49-F238E27FC236}">
                <a16:creationId xmlns:a16="http://schemas.microsoft.com/office/drawing/2014/main" id="{B340DF8D-A565-49C8-80D0-FED302EA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36" y="3527223"/>
            <a:ext cx="6361269" cy="1814593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FAF8FC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72" name="Editable rounded frame 948">
            <a:extLst xmlns:a="http://schemas.openxmlformats.org/drawingml/2006/main">
              <a:ext uri="{FF2B5EF4-FFF2-40B4-BE49-F238E27FC236}">
                <a16:creationId xmlns:a16="http://schemas.microsoft.com/office/drawing/2014/main" id="{93865DEB-6001-48A7-A379-399A9169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3669" y="3527223"/>
            <a:ext cx="4240846" cy="1814593"/>
          </a:xfrm>
          <a:prstGeom xmlns:a="http://schemas.openxmlformats.org/drawingml/2006/main" prst="roundRect">
            <a:avLst>
              <a:gd name="adj" fmla="val 3933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73" name="Editable rounded frame 964">
            <a:extLst xmlns:a="http://schemas.openxmlformats.org/drawingml/2006/main">
              <a:ext uri="{FF2B5EF4-FFF2-40B4-BE49-F238E27FC236}">
                <a16:creationId xmlns:a16="http://schemas.microsoft.com/office/drawing/2014/main" id="{8F1D19DA-5EB2-4D9D-B382-C134B91C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3649555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Editable text: 5">
            <a:extLst xmlns:a="http://schemas.openxmlformats.org/drawingml/2006/main">
              <a:ext uri="{FF2B5EF4-FFF2-40B4-BE49-F238E27FC236}">
                <a16:creationId xmlns:a16="http://schemas.microsoft.com/office/drawing/2014/main" id="{FA39B0EE-57C8-4F36-BAE2-95B47A83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243" y="3648434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A8793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5" name="Editable text: Segment record">
            <a:extLst xmlns:a="http://schemas.openxmlformats.org/drawingml/2006/main">
              <a:ext uri="{FF2B5EF4-FFF2-40B4-BE49-F238E27FC236}">
                <a16:creationId xmlns:a16="http://schemas.microsoft.com/office/drawing/2014/main" id="{6ADAA8D7-6474-4F0C-A6D3-B6E0A97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049" y="3630797"/>
            <a:ext cx="1900797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A8793E"/>
                </a:solidFill>
                <a:latin typeface="Arial"/>
                <a:ea typeface="Arial"/>
                <a:cs typeface="Arial"/>
              </a:rPr>
              <a:t>Segment record</a:t>
            </a:r>
          </a:p>
        </p:txBody>
      </p:sp>
      <p:sp>
        <p:nvSpPr>
          <p:cNvPr id="76" name="Editable rounded frame 1000">
            <a:extLst xmlns:a="http://schemas.openxmlformats.org/drawingml/2006/main">
              <a:ext uri="{FF2B5EF4-FFF2-40B4-BE49-F238E27FC236}">
                <a16:creationId xmlns:a16="http://schemas.microsoft.com/office/drawing/2014/main" id="{32A91D96-284A-4754-959B-E09E1FC3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955" y="3659749"/>
            <a:ext cx="458785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 text: Mid">
            <a:extLst xmlns:a="http://schemas.openxmlformats.org/drawingml/2006/main">
              <a:ext uri="{FF2B5EF4-FFF2-40B4-BE49-F238E27FC236}">
                <a16:creationId xmlns:a16="http://schemas.microsoft.com/office/drawing/2014/main" id="{EF529AD6-3400-4E4D-8E34-8A1BB27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510" y="3676264"/>
            <a:ext cx="333776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Mid</a:t>
            </a:r>
          </a:p>
        </p:txBody>
      </p:sp>
      <p:sp>
        <p:nvSpPr>
          <p:cNvPr id="78" name="Editable text: Approach the knife">
            <a:extLst xmlns:a="http://schemas.openxmlformats.org/drawingml/2006/main">
              <a:ext uri="{FF2B5EF4-FFF2-40B4-BE49-F238E27FC236}">
                <a16:creationId xmlns:a16="http://schemas.microsoft.com/office/drawing/2014/main" id="{D66A8D47-2D28-4104-95E3-E8711B3F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3978322"/>
            <a:ext cx="2346262" cy="318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0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2007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Approach the knife</a:t>
            </a:r>
          </a:p>
        </p:txBody>
      </p:sp>
      <p:sp>
        <p:nvSpPr>
          <p:cNvPr id="79" name="Editable text: Target: knife · Object box">
            <a:extLst xmlns:a="http://schemas.openxmlformats.org/drawingml/2006/main">
              <a:ext uri="{FF2B5EF4-FFF2-40B4-BE49-F238E27FC236}">
                <a16:creationId xmlns:a16="http://schemas.microsoft.com/office/drawing/2014/main" id="{57BDCD3B-23CF-4212-A7FA-339DAF0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4378705"/>
            <a:ext cx="2613278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Target: knife · Object box</a:t>
            </a:r>
          </a:p>
        </p:txBody>
      </p:sp>
      <p:sp>
        <p:nvSpPr>
          <p:cNvPr id="80" name="Editable text: Action window + state">
            <a:extLst xmlns:a="http://schemas.openxmlformats.org/drawingml/2006/main">
              <a:ext uri="{FF2B5EF4-FFF2-40B4-BE49-F238E27FC236}">
                <a16:creationId xmlns:a16="http://schemas.microsoft.com/office/drawing/2014/main" id="{CE4BB37C-E670-43B2-A5A5-DC9B1026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4786479"/>
            <a:ext cx="2262948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Action window + state</a:t>
            </a:r>
          </a:p>
        </p:txBody>
      </p:sp>
      <p:sp>
        <p:nvSpPr>
          <p:cNvPr id="81" name="Editable rounded frame 1056">
            <a:extLst xmlns:a="http://schemas.openxmlformats.org/drawingml/2006/main">
              <a:ext uri="{FF2B5EF4-FFF2-40B4-BE49-F238E27FC236}">
                <a16:creationId xmlns:a16="http://schemas.microsoft.com/office/drawing/2014/main" id="{E33F213D-B2C5-478C-86E2-B8EB55B6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804" y="4811710"/>
            <a:ext cx="214081" cy="214081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6427EDD5-2760-46A8-B0BA-BB25157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323" y="4824405"/>
            <a:ext cx="157144" cy="20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98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298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3" name="Editable rounded frame 1082">
            <a:extLst xmlns:a="http://schemas.openxmlformats.org/drawingml/2006/main">
              <a:ext uri="{FF2B5EF4-FFF2-40B4-BE49-F238E27FC236}">
                <a16:creationId xmlns:a16="http://schemas.microsoft.com/office/drawing/2014/main" id="{C5884693-D425-4B32-8BD2-4EF8A152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051" y="4811710"/>
            <a:ext cx="214081" cy="214081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AD222860-52A0-4A48-AE29-A9F0C5B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746" y="4824405"/>
            <a:ext cx="138792" cy="20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98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298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5" name="Editable rounded frame 1108">
            <a:extLst xmlns:a="http://schemas.openxmlformats.org/drawingml/2006/main">
              <a:ext uri="{FF2B5EF4-FFF2-40B4-BE49-F238E27FC236}">
                <a16:creationId xmlns:a16="http://schemas.microsoft.com/office/drawing/2014/main" id="{AB08FB5F-A9AD-4841-BD76-18BFAB0F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299" y="4811710"/>
            <a:ext cx="214081" cy="214081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DE0F6860-85B6-4D89-B6C8-35261F4C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365" y="4824405"/>
            <a:ext cx="148049" cy="20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98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298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87" name="Editable rounded frame 1134">
            <a:extLst xmlns:a="http://schemas.openxmlformats.org/drawingml/2006/main">
              <a:ext uri="{FF2B5EF4-FFF2-40B4-BE49-F238E27FC236}">
                <a16:creationId xmlns:a16="http://schemas.microsoft.com/office/drawing/2014/main" id="{5DCA75C0-4490-4105-97E7-E7D7480A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68" y="3649555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Editable text: 6">
            <a:extLst xmlns:a="http://schemas.openxmlformats.org/drawingml/2006/main">
              <a:ext uri="{FF2B5EF4-FFF2-40B4-BE49-F238E27FC236}">
                <a16:creationId xmlns:a16="http://schemas.microsoft.com/office/drawing/2014/main" id="{8952BCAB-16B7-4688-A8B0-E036EC4A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870" y="3648434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9" name="Editable text: Grade-conditioned rewrites">
            <a:extLst xmlns:a="http://schemas.openxmlformats.org/drawingml/2006/main">
              <a:ext uri="{FF2B5EF4-FFF2-40B4-BE49-F238E27FC236}">
                <a16:creationId xmlns:a16="http://schemas.microsoft.com/office/drawing/2014/main" id="{2916BEE2-2A17-415A-AADB-609B9134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76" y="3630797"/>
            <a:ext cx="3219331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Grade-conditioned rewrites</a:t>
            </a:r>
          </a:p>
        </p:txBody>
      </p:sp>
      <p:sp>
        <p:nvSpPr>
          <p:cNvPr id="90" name="Editable rounded frame 1170">
            <a:extLst xmlns:a="http://schemas.openxmlformats.org/drawingml/2006/main">
              <a:ext uri="{FF2B5EF4-FFF2-40B4-BE49-F238E27FC236}">
                <a16:creationId xmlns:a16="http://schemas.microsoft.com/office/drawing/2014/main" id="{57CEAE91-40A9-403C-8A25-8864E2A2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908" y="3659749"/>
            <a:ext cx="1264765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Editable text: Qwen3.8-27B">
            <a:extLst xmlns:a="http://schemas.openxmlformats.org/drawingml/2006/main">
              <a:ext uri="{FF2B5EF4-FFF2-40B4-BE49-F238E27FC236}">
                <a16:creationId xmlns:a16="http://schemas.microsoft.com/office/drawing/2014/main" id="{4E43BC49-82C4-4235-8CEF-D3B37B3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3268" y="3676264"/>
            <a:ext cx="1160144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Qwen3.8-27B</a:t>
            </a:r>
          </a:p>
        </p:txBody>
      </p:sp>
      <p:sp>
        <p:nvSpPr>
          <p:cNvPr id="92" name="Editable rounded frame 1196">
            <a:extLst xmlns:a="http://schemas.openxmlformats.org/drawingml/2006/main">
              <a:ext uri="{FF2B5EF4-FFF2-40B4-BE49-F238E27FC236}">
                <a16:creationId xmlns:a16="http://schemas.microsoft.com/office/drawing/2014/main" id="{26E57B5C-A9F6-411D-8735-98E45BBF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457" y="4006357"/>
            <a:ext cx="6075827" cy="34660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Editable rounded frame 1212">
            <a:extLst xmlns:a="http://schemas.openxmlformats.org/drawingml/2006/main">
              <a:ext uri="{FF2B5EF4-FFF2-40B4-BE49-F238E27FC236}">
                <a16:creationId xmlns:a16="http://schemas.microsoft.com/office/drawing/2014/main" id="{4DDAB055-EA25-4408-AC83-70B8FC7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817" y="4057329"/>
            <a:ext cx="234470" cy="2344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3D2C526B-9430-491D-9BF4-3A822724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862" y="4071233"/>
            <a:ext cx="168481" cy="225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422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5" name="Editable text: Move downward.">
            <a:extLst xmlns:a="http://schemas.openxmlformats.org/drawingml/2006/main">
              <a:ext uri="{FF2B5EF4-FFF2-40B4-BE49-F238E27FC236}">
                <a16:creationId xmlns:a16="http://schemas.microsoft.com/office/drawing/2014/main" id="{8A81B7D2-B346-470E-8515-FE1EACB0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08" y="4047848"/>
            <a:ext cx="1810477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Move downward.</a:t>
            </a:r>
          </a:p>
        </p:txBody>
      </p:sp>
      <p:sp>
        <p:nvSpPr>
          <p:cNvPr id="96" name="Editable rounded frame 1248">
            <a:extLst xmlns:a="http://schemas.openxmlformats.org/drawingml/2006/main">
              <a:ext uri="{FF2B5EF4-FFF2-40B4-BE49-F238E27FC236}">
                <a16:creationId xmlns:a16="http://schemas.microsoft.com/office/drawing/2014/main" id="{6043CC47-1DBC-49A9-8630-B8D82FD1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457" y="4403936"/>
            <a:ext cx="6075827" cy="34660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Editable rounded frame 1264">
            <a:extLst xmlns:a="http://schemas.openxmlformats.org/drawingml/2006/main">
              <a:ext uri="{FF2B5EF4-FFF2-40B4-BE49-F238E27FC236}">
                <a16:creationId xmlns:a16="http://schemas.microsoft.com/office/drawing/2014/main" id="{7AE660A5-C852-4939-B77A-010D708A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817" y="4454908"/>
            <a:ext cx="234470" cy="2344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4DEBA746-80BF-451A-937C-CB215870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911" y="4468812"/>
            <a:ext cx="148382" cy="225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22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99" name="Editable text: Approach the knife.">
            <a:extLst xmlns:a="http://schemas.openxmlformats.org/drawingml/2006/main">
              <a:ext uri="{FF2B5EF4-FFF2-40B4-BE49-F238E27FC236}">
                <a16:creationId xmlns:a16="http://schemas.microsoft.com/office/drawing/2014/main" id="{F6689B9C-4D05-4B00-873E-D3EE85B6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08" y="4445427"/>
            <a:ext cx="2058456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Approach the knife.</a:t>
            </a:r>
          </a:p>
        </p:txBody>
      </p:sp>
      <p:sp>
        <p:nvSpPr>
          <p:cNvPr id="100" name="Editable rounded frame 1300">
            <a:extLst xmlns:a="http://schemas.openxmlformats.org/drawingml/2006/main">
              <a:ext uri="{FF2B5EF4-FFF2-40B4-BE49-F238E27FC236}">
                <a16:creationId xmlns:a16="http://schemas.microsoft.com/office/drawing/2014/main" id="{D18ECF32-30E4-4485-81E4-25541CF3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457" y="4801515"/>
            <a:ext cx="6075827" cy="346608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Editable rounded frame 1316">
            <a:extLst xmlns:a="http://schemas.openxmlformats.org/drawingml/2006/main">
              <a:ext uri="{FF2B5EF4-FFF2-40B4-BE49-F238E27FC236}">
                <a16:creationId xmlns:a16="http://schemas.microsoft.com/office/drawing/2014/main" id="{6AF3AA94-5DAE-4EA9-BCB8-BABBC023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817" y="4852487"/>
            <a:ext cx="234470" cy="2344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84327086-E2C7-4F01-8ADF-8169155A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843" y="4866391"/>
            <a:ext cx="158520" cy="225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422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03" name="Editable text: Approach the object in the red box.">
            <a:extLst xmlns:a="http://schemas.openxmlformats.org/drawingml/2006/main">
              <a:ext uri="{FF2B5EF4-FFF2-40B4-BE49-F238E27FC236}">
                <a16:creationId xmlns:a16="http://schemas.microsoft.com/office/drawing/2014/main" id="{F537E823-454E-4FB7-B6C3-2EB95809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08" y="4843006"/>
            <a:ext cx="3674786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Approach the object in the red box.</a:t>
            </a:r>
          </a:p>
        </p:txBody>
      </p:sp>
      <p:sp>
        <p:nvSpPr>
          <p:cNvPr id="104" name="Editable rounded frame 1352">
            <a:extLst xmlns:a="http://schemas.openxmlformats.org/drawingml/2006/main">
              <a:ext uri="{FF2B5EF4-FFF2-40B4-BE49-F238E27FC236}">
                <a16:creationId xmlns:a16="http://schemas.microsoft.com/office/drawing/2014/main" id="{56924638-7D17-4782-9A74-01472F12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001" y="3649555"/>
            <a:ext cx="244664" cy="25485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Editable text: 7">
            <a:extLst xmlns:a="http://schemas.openxmlformats.org/drawingml/2006/main">
              <a:ext uri="{FF2B5EF4-FFF2-40B4-BE49-F238E27FC236}">
                <a16:creationId xmlns:a16="http://schemas.microsoft.com/office/drawing/2014/main" id="{0D0E7A25-A00F-4CDF-9FBD-98D5CAE4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798" y="3648434"/>
            <a:ext cx="157162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68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6" name="Editable text: Review">
            <a:extLst xmlns:a="http://schemas.openxmlformats.org/drawingml/2006/main">
              <a:ext uri="{FF2B5EF4-FFF2-40B4-BE49-F238E27FC236}">
                <a16:creationId xmlns:a16="http://schemas.microsoft.com/office/drawing/2014/main" id="{49BA135E-1608-40DA-8633-881206C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609" y="3630797"/>
            <a:ext cx="881283" cy="305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2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92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7" name="Editable rounded frame 1388">
            <a:extLst xmlns:a="http://schemas.openxmlformats.org/drawingml/2006/main">
              <a:ext uri="{FF2B5EF4-FFF2-40B4-BE49-F238E27FC236}">
                <a16:creationId xmlns:a16="http://schemas.microsoft.com/office/drawing/2014/main" id="{33A7E455-87C8-4605-B192-B9C190BA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8025" y="3659749"/>
            <a:ext cx="1244158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Editable text: GPT-5.6-luna">
            <a:extLst xmlns:a="http://schemas.openxmlformats.org/drawingml/2006/main">
              <a:ext uri="{FF2B5EF4-FFF2-40B4-BE49-F238E27FC236}">
                <a16:creationId xmlns:a16="http://schemas.microsoft.com/office/drawing/2014/main" id="{BC8DD3CE-1A92-4E42-AE53-704D6B7A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385" y="3676264"/>
            <a:ext cx="1139537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GPT-5.6-luna</a:t>
            </a:r>
          </a:p>
        </p:txBody>
      </p:sp>
      <p:sp>
        <p:nvSpPr>
          <p:cNvPr id="109" name="Editable vector path 1408">
            <a:extLst xmlns:a="http://schemas.openxmlformats.org/drawingml/2006/main">
              <a:ext uri="{FF2B5EF4-FFF2-40B4-BE49-F238E27FC236}">
                <a16:creationId xmlns:a16="http://schemas.microsoft.com/office/drawing/2014/main" id="{33219B2E-B625-4DCD-AD16-1A9D5D7D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6" y="4077717"/>
            <a:ext cx="173304" cy="132526"/>
          </a:xfrm>
          <a:custGeom xmlns:a="http://schemas.openxmlformats.org/drawingml/2006/main">
            <a:pathLst>
              <a:path w="173304" h="132526">
                <a:moveTo>
                  <a:pt x="0" y="71360"/>
                </a:moveTo>
                <a:lnTo>
                  <a:pt x="61166" y="132526"/>
                </a:lnTo>
                <a:lnTo>
                  <a:pt x="173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447">
            <a:solidFill>
              <a:srgbClr val="367C6B"/>
            </a:solidFill>
            <a:prstDash val="solid"/>
          </a:ln>
        </p:spPr>
      </p:sp>
      <p:sp>
        <p:nvSpPr>
          <p:cNvPr id="110" name="Editable text: Semantic consistency">
            <a:extLst xmlns:a="http://schemas.openxmlformats.org/drawingml/2006/main">
              <a:ext uri="{FF2B5EF4-FFF2-40B4-BE49-F238E27FC236}">
                <a16:creationId xmlns:a16="http://schemas.microsoft.com/office/drawing/2014/main" id="{4E77C2F2-DF48-45CE-87E2-6179B916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86" y="4007070"/>
            <a:ext cx="2305634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Semantic consistency</a:t>
            </a:r>
          </a:p>
        </p:txBody>
      </p:sp>
      <p:sp>
        <p:nvSpPr>
          <p:cNvPr id="111" name="Editable vector path 1428">
            <a:extLst xmlns:a="http://schemas.openxmlformats.org/drawingml/2006/main">
              <a:ext uri="{FF2B5EF4-FFF2-40B4-BE49-F238E27FC236}">
                <a16:creationId xmlns:a16="http://schemas.microsoft.com/office/drawing/2014/main" id="{3F9481BB-3250-4B82-8DC4-5EE516E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6" y="4475297"/>
            <a:ext cx="173304" cy="132526"/>
          </a:xfrm>
          <a:custGeom xmlns:a="http://schemas.openxmlformats.org/drawingml/2006/main">
            <a:pathLst>
              <a:path w="173304" h="132526">
                <a:moveTo>
                  <a:pt x="0" y="71360"/>
                </a:moveTo>
                <a:lnTo>
                  <a:pt x="61166" y="132526"/>
                </a:lnTo>
                <a:lnTo>
                  <a:pt x="173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447">
            <a:solidFill>
              <a:srgbClr val="367C6B"/>
            </a:solidFill>
            <a:prstDash val="solid"/>
          </a:ln>
        </p:spPr>
      </p:sp>
      <p:sp>
        <p:nvSpPr>
          <p:cNvPr id="112" name="Editable text: Visual consistency">
            <a:extLst xmlns:a="http://schemas.openxmlformats.org/drawingml/2006/main">
              <a:ext uri="{FF2B5EF4-FFF2-40B4-BE49-F238E27FC236}">
                <a16:creationId xmlns:a16="http://schemas.microsoft.com/office/drawing/2014/main" id="{DAE6F80B-74D6-454C-A1D8-1E5662EC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86" y="4404650"/>
            <a:ext cx="1966866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Visual consistency</a:t>
            </a:r>
          </a:p>
        </p:txBody>
      </p:sp>
      <p:sp>
        <p:nvSpPr>
          <p:cNvPr id="113" name="Editable vector path 1448">
            <a:extLst xmlns:a="http://schemas.openxmlformats.org/drawingml/2006/main">
              <a:ext uri="{FF2B5EF4-FFF2-40B4-BE49-F238E27FC236}">
                <a16:creationId xmlns:a16="http://schemas.microsoft.com/office/drawing/2014/main" id="{F7CFBDC1-4349-43C2-9E98-B011C15A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556" y="4872876"/>
            <a:ext cx="173304" cy="132526"/>
          </a:xfrm>
          <a:custGeom xmlns:a="http://schemas.openxmlformats.org/drawingml/2006/main">
            <a:pathLst>
              <a:path w="173304" h="132526">
                <a:moveTo>
                  <a:pt x="0" y="71360"/>
                </a:moveTo>
                <a:lnTo>
                  <a:pt x="61166" y="132526"/>
                </a:lnTo>
                <a:lnTo>
                  <a:pt x="173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447">
            <a:solidFill>
              <a:srgbClr val="367C6B"/>
            </a:solidFill>
            <a:prstDash val="solid"/>
          </a:ln>
        </p:spPr>
      </p:sp>
      <p:sp>
        <p:nvSpPr>
          <p:cNvPr id="114" name="Editable text: Action alignment">
            <a:extLst xmlns:a="http://schemas.openxmlformats.org/drawingml/2006/main">
              <a:ext uri="{FF2B5EF4-FFF2-40B4-BE49-F238E27FC236}">
                <a16:creationId xmlns:a16="http://schemas.microsoft.com/office/drawing/2014/main" id="{EAD403AA-C951-446C-B134-E0A1002B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3386" y="4802229"/>
            <a:ext cx="1771551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243D49"/>
                </a:solidFill>
                <a:latin typeface="Arial"/>
                <a:ea typeface="Arial"/>
                <a:cs typeface="Arial"/>
              </a:rPr>
              <a:t>Action alignment</a:t>
            </a:r>
          </a:p>
        </p:txBody>
      </p:sp>
      <p:sp>
        <p:nvSpPr>
          <p:cNvPr id="115" name="Editable vector path 1467">
            <a:extLst xmlns:a="http://schemas.openxmlformats.org/drawingml/2006/main">
              <a:ext uri="{FF2B5EF4-FFF2-40B4-BE49-F238E27FC236}">
                <a16:creationId xmlns:a16="http://schemas.microsoft.com/office/drawing/2014/main" id="{952B82C2-1E69-4E09-A2DA-9DF7ACD1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044" y="4444714"/>
            <a:ext cx="142721" cy="95"/>
          </a:xfrm>
          <a:custGeom xmlns:a="http://schemas.openxmlformats.org/drawingml/2006/main">
            <a:pathLst>
              <a:path w="142721" h="95">
                <a:moveTo>
                  <a:pt x="0" y="0"/>
                </a:moveTo>
                <a:lnTo>
                  <a:pt x="142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116" name="Editable vector path 1477">
            <a:extLst xmlns:a="http://schemas.openxmlformats.org/drawingml/2006/main">
              <a:ext uri="{FF2B5EF4-FFF2-40B4-BE49-F238E27FC236}">
                <a16:creationId xmlns:a16="http://schemas.microsoft.com/office/drawing/2014/main" id="{60A415D6-CCD2-451A-AA92-73FB7270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501" y="4412907"/>
            <a:ext cx="66263" cy="63613"/>
          </a:xfrm>
          <a:custGeom xmlns:a="http://schemas.openxmlformats.org/drawingml/2006/main">
            <a:pathLst>
              <a:path w="66263" h="63613">
                <a:moveTo>
                  <a:pt x="66263" y="31806"/>
                </a:moveTo>
                <a:lnTo>
                  <a:pt x="0" y="0"/>
                </a:lnTo>
                <a:lnTo>
                  <a:pt x="0" y="63613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Editable vector path 1486">
            <a:extLst xmlns:a="http://schemas.openxmlformats.org/drawingml/2006/main">
              <a:ext uri="{FF2B5EF4-FFF2-40B4-BE49-F238E27FC236}">
                <a16:creationId xmlns:a16="http://schemas.microsoft.com/office/drawing/2014/main" id="{18C1F646-3EF0-4522-AD8A-4AC2F4D5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977" y="4444714"/>
            <a:ext cx="142721" cy="95"/>
          </a:xfrm>
          <a:custGeom xmlns:a="http://schemas.openxmlformats.org/drawingml/2006/main">
            <a:pathLst>
              <a:path w="142721" h="95">
                <a:moveTo>
                  <a:pt x="0" y="0"/>
                </a:moveTo>
                <a:lnTo>
                  <a:pt x="1427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118" name="Editable vector path 1496">
            <a:extLst xmlns:a="http://schemas.openxmlformats.org/drawingml/2006/main">
              <a:ext uri="{FF2B5EF4-FFF2-40B4-BE49-F238E27FC236}">
                <a16:creationId xmlns:a16="http://schemas.microsoft.com/office/drawing/2014/main" id="{FF15E4BA-BA04-4853-B059-99A87FC9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6434" y="4412907"/>
            <a:ext cx="66263" cy="63613"/>
          </a:xfrm>
          <a:custGeom xmlns:a="http://schemas.openxmlformats.org/drawingml/2006/main">
            <a:pathLst>
              <a:path w="66263" h="63613">
                <a:moveTo>
                  <a:pt x="66263" y="31806"/>
                </a:moveTo>
                <a:lnTo>
                  <a:pt x="0" y="0"/>
                </a:lnTo>
                <a:lnTo>
                  <a:pt x="0" y="63613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Editable vector path 1505">
            <a:extLst xmlns:a="http://schemas.openxmlformats.org/drawingml/2006/main">
              <a:ext uri="{FF2B5EF4-FFF2-40B4-BE49-F238E27FC236}">
                <a16:creationId xmlns:a16="http://schemas.microsoft.com/office/drawing/2014/main" id="{4956E33C-67BF-4378-96DA-78C8FC1B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4092" y="5402982"/>
            <a:ext cx="95" cy="183498"/>
          </a:xfrm>
          <a:custGeom xmlns:a="http://schemas.openxmlformats.org/drawingml/2006/main">
            <a:pathLst>
              <a:path w="95" h="183498">
                <a:moveTo>
                  <a:pt x="0" y="0"/>
                </a:moveTo>
                <a:lnTo>
                  <a:pt x="0" y="183498"/>
                </a:lnTo>
              </a:path>
            </a:pathLst>
          </a:custGeom>
          <a:noFill xmlns:a="http://schemas.openxmlformats.org/drawingml/2006/main"/>
          <a:ln xmlns:a="http://schemas.openxmlformats.org/drawingml/2006/main" w="20389">
            <a:solidFill>
              <a:srgbClr val="8B9DA8"/>
            </a:solidFill>
            <a:prstDash val="solid"/>
          </a:ln>
        </p:spPr>
      </p:sp>
      <p:sp>
        <p:nvSpPr>
          <p:cNvPr id="120" name="Editable vector path 1515">
            <a:extLst xmlns:a="http://schemas.openxmlformats.org/drawingml/2006/main">
              <a:ext uri="{FF2B5EF4-FFF2-40B4-BE49-F238E27FC236}">
                <a16:creationId xmlns:a16="http://schemas.microsoft.com/office/drawing/2014/main" id="{90F948BA-0735-45ED-99D5-378D8533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839" y="5515119"/>
            <a:ext cx="68506" cy="71360"/>
          </a:xfrm>
          <a:custGeom xmlns:a="http://schemas.openxmlformats.org/drawingml/2006/main">
            <a:pathLst>
              <a:path w="68506" h="71360">
                <a:moveTo>
                  <a:pt x="34253" y="71360"/>
                </a:moveTo>
                <a:lnTo>
                  <a:pt x="6850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B9D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Editable rounded frame 1531">
            <a:extLst xmlns:a="http://schemas.openxmlformats.org/drawingml/2006/main">
              <a:ext uri="{FF2B5EF4-FFF2-40B4-BE49-F238E27FC236}">
                <a16:creationId xmlns:a16="http://schemas.microsoft.com/office/drawing/2014/main" id="{CC693641-B4C1-4597-A467-FA085F07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9" y="5627257"/>
            <a:ext cx="14761405" cy="366996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Editable text: Instruction examples">
            <a:extLst xmlns:a="http://schemas.openxmlformats.org/drawingml/2006/main">
              <a:ext uri="{FF2B5EF4-FFF2-40B4-BE49-F238E27FC236}">
                <a16:creationId xmlns:a16="http://schemas.microsoft.com/office/drawing/2014/main" id="{799D58F4-0D1B-4A9F-8C05-F2B6575D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5641835"/>
            <a:ext cx="2791378" cy="344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defPPr>
            <a:lvl1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1pPr>
            <a:lvl2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2pPr>
            <a:lvl3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3pPr>
            <a:lvl4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4pPr>
            <a:lvl5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5pPr>
            <a:lvl6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6pPr>
            <a:lvl7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7pPr>
            <a:lvl8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8pPr>
            <a:lvl9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67" b="1">
                <a:solidFill>
                  <a:srgbClr val="243D49"/>
                </a:solidFill>
                <a:latin typeface="Arial"/>
                <a:ea typeface="Arial"/>
                <a:cs typeface="Arial"/>
              </a:defRPr>
            </a:pPr>
            <a:r>
              <a:rPr sz="2167" b="1">
                <a:solidFill>
                  <a:srgbClr val="243D49"/>
                </a:solidFill>
                <a:latin typeface="Arial"/>
                <a:ea typeface="Arial"/>
                <a:cs typeface="Arial"/>
              </a:rPr>
              <a:t>Instruction examples</a:t>
            </a:r>
          </a:p>
        </p:txBody>
      </p:sp>
      <p:sp>
        <p:nvSpPr>
          <p:cNvPr id="123" name="Editable rounded frame 1557">
            <a:extLst xmlns:a="http://schemas.openxmlformats.org/drawingml/2006/main">
              <a:ext uri="{FF2B5EF4-FFF2-40B4-BE49-F238E27FC236}">
                <a16:creationId xmlns:a16="http://schemas.microsoft.com/office/drawing/2014/main" id="{B2E04865-660F-4936-838D-79B95DC5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158" y="5698617"/>
            <a:ext cx="234470" cy="2344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B72FC191-78DD-48B9-A1C1-89F4129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5202" y="5712522"/>
            <a:ext cx="168481" cy="225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2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422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5" name="Editable text: Atomic motion">
            <a:extLst xmlns:a="http://schemas.openxmlformats.org/drawingml/2006/main">
              <a:ext uri="{FF2B5EF4-FFF2-40B4-BE49-F238E27FC236}">
                <a16:creationId xmlns:a16="http://schemas.microsoft.com/office/drawing/2014/main" id="{712FC7B9-FCC8-4B7D-A27D-0B5D1616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182" y="5697496"/>
            <a:ext cx="1394400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686" b="0">
                <a:solidFill>
                  <a:srgbClr val="436F98"/>
                </a:solidFill>
                <a:latin typeface="Arial"/>
                <a:ea typeface="Arial"/>
                <a:cs typeface="Arial"/>
              </a:rPr>
              <a:t>Atomic motion</a:t>
            </a:r>
          </a:p>
        </p:txBody>
      </p:sp>
      <p:sp>
        <p:nvSpPr>
          <p:cNvPr id="126" name="Editable rounded frame 1593">
            <a:extLst xmlns:a="http://schemas.openxmlformats.org/drawingml/2006/main">
              <a:ext uri="{FF2B5EF4-FFF2-40B4-BE49-F238E27FC236}">
                <a16:creationId xmlns:a16="http://schemas.microsoft.com/office/drawing/2014/main" id="{3A41F322-3842-49CC-8235-0063399B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499" y="5698617"/>
            <a:ext cx="234470" cy="2344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F89EBE94-D844-4C53-972C-1DE9F7C8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593" y="5712522"/>
            <a:ext cx="148382" cy="225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2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22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28" name="Editable text: Task rewrite">
            <a:extLst xmlns:a="http://schemas.openxmlformats.org/drawingml/2006/main">
              <a:ext uri="{FF2B5EF4-FFF2-40B4-BE49-F238E27FC236}">
                <a16:creationId xmlns:a16="http://schemas.microsoft.com/office/drawing/2014/main" id="{85A4617B-D98B-4645-9863-C799A923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5524" y="5697496"/>
            <a:ext cx="1203839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68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Task rewrite</a:t>
            </a:r>
          </a:p>
        </p:txBody>
      </p:sp>
      <p:sp>
        <p:nvSpPr>
          <p:cNvPr id="129" name="Editable rounded frame 1629">
            <a:extLst xmlns:a="http://schemas.openxmlformats.org/drawingml/2006/main">
              <a:ext uri="{FF2B5EF4-FFF2-40B4-BE49-F238E27FC236}">
                <a16:creationId xmlns:a16="http://schemas.microsoft.com/office/drawing/2014/main" id="{BAC147A5-5FFA-4245-A1B1-8ACFDEED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4869" y="5698617"/>
            <a:ext cx="234470" cy="23447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D8854483-00F4-49EA-8F71-E73BB3E2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897" y="5712522"/>
            <a:ext cx="158520" cy="225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2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422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31" name="Editable text: Visual prompt">
            <a:extLst xmlns:a="http://schemas.openxmlformats.org/drawingml/2006/main">
              <a:ext uri="{FF2B5EF4-FFF2-40B4-BE49-F238E27FC236}">
                <a16:creationId xmlns:a16="http://schemas.microsoft.com/office/drawing/2014/main" id="{35DF56B2-9831-436D-9EA8-B2B1526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0894" y="5697496"/>
            <a:ext cx="1346943" cy="2676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8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68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Visual prompt</a:t>
            </a:r>
          </a:p>
        </p:txBody>
      </p:sp>
      <p:sp>
        <p:nvSpPr>
          <p:cNvPr id="132" name="Editable rounded frame 1666">
            <a:extLst xmlns:a="http://schemas.openxmlformats.org/drawingml/2006/main">
              <a:ext uri="{FF2B5EF4-FFF2-40B4-BE49-F238E27FC236}">
                <a16:creationId xmlns:a16="http://schemas.microsoft.com/office/drawing/2014/main" id="{005724DC-C7A3-455B-89F2-B4FFBE7B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09" y="6157363"/>
            <a:ext cx="2838104" cy="5912718"/>
          </a:xfrm>
          <a:prstGeom xmlns:a="http://schemas.openxmlformats.org/drawingml/2006/main" prst="roundRect">
            <a:avLst>
              <a:gd name="adj" fmla="val 2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133" name="Editable rounded frame 1682">
            <a:extLst xmlns:a="http://schemas.openxmlformats.org/drawingml/2006/main">
              <a:ext uri="{FF2B5EF4-FFF2-40B4-BE49-F238E27FC236}">
                <a16:creationId xmlns:a16="http://schemas.microsoft.com/office/drawing/2014/main" id="{41CD9E5E-4B1E-4D7A-877F-2666C4D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04" y="6167557"/>
            <a:ext cx="2817716" cy="438357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Editable text: S1">
            <a:extLst xmlns:a="http://schemas.openxmlformats.org/drawingml/2006/main">
              <a:ext uri="{FF2B5EF4-FFF2-40B4-BE49-F238E27FC236}">
                <a16:creationId xmlns:a16="http://schemas.microsoft.com/office/drawing/2014/main" id="{99393B56-C6A3-4BE7-87DD-DDBC2784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6249825"/>
            <a:ext cx="324890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135" name="Editable text: Approach">
            <a:extLst xmlns:a="http://schemas.openxmlformats.org/drawingml/2006/main">
              <a:ext uri="{FF2B5EF4-FFF2-40B4-BE49-F238E27FC236}">
                <a16:creationId xmlns:a16="http://schemas.microsoft.com/office/drawing/2014/main" id="{60B0397F-20C7-4696-A7B2-E6C0195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38" y="6259102"/>
            <a:ext cx="1084792" cy="280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76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136" name="Editable rounded frame 1718">
            <a:extLst xmlns:a="http://schemas.openxmlformats.org/drawingml/2006/main">
              <a:ext uri="{FF2B5EF4-FFF2-40B4-BE49-F238E27FC236}">
                <a16:creationId xmlns:a16="http://schemas.microsoft.com/office/drawing/2014/main" id="{8E861909-2DDB-4415-9A45-DD937E5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429" y="6259306"/>
            <a:ext cx="397619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Editable text: Mid">
            <a:extLst xmlns:a="http://schemas.openxmlformats.org/drawingml/2006/main">
              <a:ext uri="{FF2B5EF4-FFF2-40B4-BE49-F238E27FC236}">
                <a16:creationId xmlns:a16="http://schemas.microsoft.com/office/drawing/2014/main" id="{6E8233C7-3CD5-4B8D-A254-354952FD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3401" y="6275821"/>
            <a:ext cx="333776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Mid</a:t>
            </a:r>
          </a:p>
        </p:txBody>
      </p:sp>
      <p:pic>
        <p:nvPic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33260D0-9C4C-4A0A-BA00-776F87413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472d1a7b84a0e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285442" y="6707857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39" name="Editable rounded frame 1754">
            <a:extLst xmlns:a="http://schemas.openxmlformats.org/drawingml/2006/main">
              <a:ext uri="{FF2B5EF4-FFF2-40B4-BE49-F238E27FC236}">
                <a16:creationId xmlns:a16="http://schemas.microsoft.com/office/drawing/2014/main" id="{EAA8A8F1-4E8A-4507-A4C1-11DDCF9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6707857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D9C108-9176-403F-AEE4-798B20944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fc6cf38c845a9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407774" y="6738440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41" name="Editable rounded frame 1780">
            <a:extLst xmlns:a="http://schemas.openxmlformats.org/drawingml/2006/main">
              <a:ext uri="{FF2B5EF4-FFF2-40B4-BE49-F238E27FC236}">
                <a16:creationId xmlns:a16="http://schemas.microsoft.com/office/drawing/2014/main" id="{88CFE495-1BA9-4F78-9DFD-1747A93F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74" y="6738440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621FC13-8FA9-49F5-A21F-3C8A54F9EB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90e734faf4c1b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530106" y="6769023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43" name="Editable rounded frame 1806">
            <a:extLst xmlns:a="http://schemas.openxmlformats.org/drawingml/2006/main">
              <a:ext uri="{FF2B5EF4-FFF2-40B4-BE49-F238E27FC236}">
                <a16:creationId xmlns:a16="http://schemas.microsoft.com/office/drawing/2014/main" id="{8097EA70-6B1A-4A72-B14A-D3031FB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106" y="6769023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144" name="Editable rounded frame 1822">
            <a:extLst xmlns:a="http://schemas.openxmlformats.org/drawingml/2006/main">
              <a:ext uri="{FF2B5EF4-FFF2-40B4-BE49-F238E27FC236}">
                <a16:creationId xmlns:a16="http://schemas.microsoft.com/office/drawing/2014/main" id="{D2881D92-FBEA-4394-9170-24C0583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3" y="8226814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881FB539-5AB2-4019-89E0-34A33117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118" y="8231299"/>
            <a:ext cx="155892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6" name="Editable text: Move downward.">
            <a:extLst xmlns:a="http://schemas.openxmlformats.org/drawingml/2006/main">
              <a:ext uri="{FF2B5EF4-FFF2-40B4-BE49-F238E27FC236}">
                <a16:creationId xmlns:a16="http://schemas.microsoft.com/office/drawing/2014/main" id="{D2DCDAFC-65EB-4EFE-8C43-7A7443F6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8451803"/>
            <a:ext cx="1810477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436F98"/>
                </a:solidFill>
                <a:latin typeface="Arial"/>
                <a:ea typeface="Arial"/>
                <a:cs typeface="Arial"/>
              </a:rPr>
              <a:t>Move downward.</a:t>
            </a:r>
          </a:p>
        </p:txBody>
      </p:sp>
      <p:sp>
        <p:nvSpPr>
          <p:cNvPr id="147" name="Editable rounded frame 1858">
            <a:extLst xmlns:a="http://schemas.openxmlformats.org/drawingml/2006/main">
              <a:ext uri="{FF2B5EF4-FFF2-40B4-BE49-F238E27FC236}">
                <a16:creationId xmlns:a16="http://schemas.microsoft.com/office/drawing/2014/main" id="{DCC43027-BE1A-4559-8042-2019C34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3" y="9042361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BB4AAA31-F76B-4E28-BA0A-73D2893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277" y="9046847"/>
            <a:ext cx="137734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9" name="Editable text: Approach the knife.">
            <a:extLst xmlns:a="http://schemas.openxmlformats.org/drawingml/2006/main">
              <a:ext uri="{FF2B5EF4-FFF2-40B4-BE49-F238E27FC236}">
                <a16:creationId xmlns:a16="http://schemas.microsoft.com/office/drawing/2014/main" id="{6BF003D0-AEDE-4A23-ACD9-D04F7ABC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9267350"/>
            <a:ext cx="2058456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Approach the knife.</a:t>
            </a:r>
          </a:p>
        </p:txBody>
      </p:sp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CB73AE6-2FD5-4024-A386-B92B0DA24D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3492c8cbc4fd2"/>
          <a:srcRect xmlns:a="http://schemas.openxmlformats.org/drawingml/2006/main" l="0" t="0" r="0" b="21024"/>
          <a:stretch xmlns:a="http://schemas.openxmlformats.org/drawingml/2006/main"/>
        </p:blipFill>
        <p:spPr>
          <a:xfrm xmlns:a="http://schemas.openxmlformats.org/drawingml/2006/main">
            <a:off x="285442" y="9888492"/>
            <a:ext cx="2593440" cy="1460107"/>
          </a:xfrm>
          <a:prstGeom xmlns:a="http://schemas.openxmlformats.org/drawingml/2006/main" prst="rect">
            <a:avLst/>
          </a:prstGeom>
        </p:spPr>
      </p:pic>
      <p:sp>
        <p:nvSpPr>
          <p:cNvPr id="151" name="Editable rounded frame 1904">
            <a:extLst xmlns:a="http://schemas.openxmlformats.org/drawingml/2006/main">
              <a:ext uri="{FF2B5EF4-FFF2-40B4-BE49-F238E27FC236}">
                <a16:creationId xmlns:a16="http://schemas.microsoft.com/office/drawing/2014/main" id="{2D2B0003-8A04-4B32-9D42-CE1FD7B2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42" y="9888492"/>
            <a:ext cx="2593440" cy="146010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152" name="Editable rounded frame 1920">
            <a:extLst xmlns:a="http://schemas.openxmlformats.org/drawingml/2006/main">
              <a:ext uri="{FF2B5EF4-FFF2-40B4-BE49-F238E27FC236}">
                <a16:creationId xmlns:a16="http://schemas.microsoft.com/office/drawing/2014/main" id="{B304AC05-5BA4-4947-9487-04ED97A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4" y="10543277"/>
            <a:ext cx="718970" cy="385151"/>
          </a:xfrm>
          <a:prstGeom xmlns:a="http://schemas.openxmlformats.org/drawingml/2006/main" prst="roundRect">
            <a:avLst>
              <a:gd name="adj" fmla="val 6617"/>
            </a:avLst>
          </a:prstGeom>
          <a:noFill xmlns:a="http://schemas.openxmlformats.org/drawingml/2006/main"/>
          <a:ln xmlns:a="http://schemas.openxmlformats.org/drawingml/2006/main" w="42816">
            <a:solidFill>
              <a:srgbClr val="FFFFFF"/>
            </a:solidFill>
            <a:prstDash val="solid"/>
          </a:ln>
        </p:spPr>
      </p:sp>
      <p:sp>
        <p:nvSpPr>
          <p:cNvPr id="153" name="Editable rounded frame 1936">
            <a:extLst xmlns:a="http://schemas.openxmlformats.org/drawingml/2006/main">
              <a:ext uri="{FF2B5EF4-FFF2-40B4-BE49-F238E27FC236}">
                <a16:creationId xmlns:a16="http://schemas.microsoft.com/office/drawing/2014/main" id="{D44C5CB6-E1C9-4CF3-AF21-1673425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74" y="10543277"/>
            <a:ext cx="718970" cy="385151"/>
          </a:xfrm>
          <a:prstGeom xmlns:a="http://schemas.openxmlformats.org/drawingml/2006/main" prst="roundRect">
            <a:avLst>
              <a:gd name="adj" fmla="val 6617"/>
            </a:avLst>
          </a:prstGeom>
          <a:noFill xmlns:a="http://schemas.openxmlformats.org/drawingml/2006/main"/>
          <a:ln xmlns:a="http://schemas.openxmlformats.org/drawingml/2006/main" w="20389">
            <a:solidFill>
              <a:srgbClr val="CD5C55"/>
            </a:solidFill>
            <a:prstDash val="solid"/>
          </a:ln>
        </p:spPr>
      </p:sp>
      <p:sp>
        <p:nvSpPr>
          <p:cNvPr id="154" name="Editable rounded frame 1952">
            <a:extLst xmlns:a="http://schemas.openxmlformats.org/drawingml/2006/main">
              <a:ext uri="{FF2B5EF4-FFF2-40B4-BE49-F238E27FC236}">
                <a16:creationId xmlns:a16="http://schemas.microsoft.com/office/drawing/2014/main" id="{83552BA3-EE90-43F0-B5C1-FBBC1401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35" y="9949658"/>
            <a:ext cx="224275" cy="2242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613BF13F-26A7-432E-BC94-0628A544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180" y="9962957"/>
            <a:ext cx="153284" cy="215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360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56" name="Editable text: Approach the object in">
            <a:extLst xmlns:a="http://schemas.openxmlformats.org/drawingml/2006/main">
              <a:ext uri="{FF2B5EF4-FFF2-40B4-BE49-F238E27FC236}">
                <a16:creationId xmlns:a16="http://schemas.microsoft.com/office/drawing/2014/main" id="{484B56A2-523F-45B3-A23B-C850EA20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11422995"/>
            <a:ext cx="2320627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Approach the object in</a:t>
            </a:r>
          </a:p>
        </p:txBody>
      </p:sp>
      <p:sp>
        <p:nvSpPr>
          <p:cNvPr id="157" name="Editable text: the red box.">
            <a:extLst xmlns:a="http://schemas.openxmlformats.org/drawingml/2006/main">
              <a:ext uri="{FF2B5EF4-FFF2-40B4-BE49-F238E27FC236}">
                <a16:creationId xmlns:a16="http://schemas.microsoft.com/office/drawing/2014/main" id="{EE9DEEC7-FC19-43AA-BEBA-3E5C63A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30" y="11688048"/>
            <a:ext cx="1249474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the red box.</a:t>
            </a:r>
          </a:p>
        </p:txBody>
      </p:sp>
      <p:sp>
        <p:nvSpPr>
          <p:cNvPr id="158" name="Editable rounded frame 1999">
            <a:extLst xmlns:a="http://schemas.openxmlformats.org/drawingml/2006/main">
              <a:ext uri="{FF2B5EF4-FFF2-40B4-BE49-F238E27FC236}">
                <a16:creationId xmlns:a16="http://schemas.microsoft.com/office/drawing/2014/main" id="{ACDF5134-9BBB-42C6-9829-9664E866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935" y="6157363"/>
            <a:ext cx="2838104" cy="5912718"/>
          </a:xfrm>
          <a:prstGeom xmlns:a="http://schemas.openxmlformats.org/drawingml/2006/main" prst="roundRect">
            <a:avLst>
              <a:gd name="adj" fmla="val 2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159" name="Editable rounded frame 2015">
            <a:extLst xmlns:a="http://schemas.openxmlformats.org/drawingml/2006/main">
              <a:ext uri="{FF2B5EF4-FFF2-40B4-BE49-F238E27FC236}">
                <a16:creationId xmlns:a16="http://schemas.microsoft.com/office/drawing/2014/main" id="{A399AF91-29B0-42AC-9860-9F4AF5D3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129" y="6167557"/>
            <a:ext cx="2817716" cy="438357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Editable text: S2">
            <a:extLst xmlns:a="http://schemas.openxmlformats.org/drawingml/2006/main">
              <a:ext uri="{FF2B5EF4-FFF2-40B4-BE49-F238E27FC236}">
                <a16:creationId xmlns:a16="http://schemas.microsoft.com/office/drawing/2014/main" id="{2A95EF9F-606E-4CF9-9936-3E0C0786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267" y="6249825"/>
            <a:ext cx="324890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A8793E"/>
                </a:solidFill>
                <a:latin typeface="Arial"/>
                <a:ea typeface="Arial"/>
                <a:cs typeface="Arial"/>
              </a:rPr>
              <a:t>S2</a:t>
            </a:r>
          </a:p>
        </p:txBody>
      </p:sp>
      <p:sp>
        <p:nvSpPr>
          <p:cNvPr id="161" name="Editable text: Grasp">
            <a:extLst xmlns:a="http://schemas.openxmlformats.org/drawingml/2006/main">
              <a:ext uri="{FF2B5EF4-FFF2-40B4-BE49-F238E27FC236}">
                <a16:creationId xmlns:a16="http://schemas.microsoft.com/office/drawing/2014/main" id="{8DAAC82F-5823-4101-BC23-CDC2EF7A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263" y="6259102"/>
            <a:ext cx="686287" cy="280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766" b="1">
                <a:solidFill>
                  <a:srgbClr val="A8793E"/>
                </a:solidFill>
                <a:latin typeface="Arial"/>
                <a:ea typeface="Arial"/>
                <a:cs typeface="Arial"/>
              </a:rPr>
              <a:t>Grasp</a:t>
            </a:r>
          </a:p>
        </p:txBody>
      </p:sp>
      <p:sp>
        <p:nvSpPr>
          <p:cNvPr id="162" name="Editable rounded frame 2051">
            <a:extLst xmlns:a="http://schemas.openxmlformats.org/drawingml/2006/main">
              <a:ext uri="{FF2B5EF4-FFF2-40B4-BE49-F238E27FC236}">
                <a16:creationId xmlns:a16="http://schemas.microsoft.com/office/drawing/2014/main" id="{BFC32FB5-2D95-4F44-84B9-A9507344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540" y="6259306"/>
            <a:ext cx="479333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Editable text: High">
            <a:extLst xmlns:a="http://schemas.openxmlformats.org/drawingml/2006/main">
              <a:ext uri="{FF2B5EF4-FFF2-40B4-BE49-F238E27FC236}">
                <a16:creationId xmlns:a16="http://schemas.microsoft.com/office/drawing/2014/main" id="{7528A364-55F4-4316-B987-3D1A314F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2512" y="6275821"/>
            <a:ext cx="415490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A8793E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6876699F-7CF7-40D6-8F3D-FF4DD2311E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8a4a0783641c9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3266267" y="6707857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65" name="Editable rounded frame 2087">
            <a:extLst xmlns:a="http://schemas.openxmlformats.org/drawingml/2006/main">
              <a:ext uri="{FF2B5EF4-FFF2-40B4-BE49-F238E27FC236}">
                <a16:creationId xmlns:a16="http://schemas.microsoft.com/office/drawing/2014/main" id="{63F3AA74-9C54-4E1C-81EB-E38D91D2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267" y="6707857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99CFAD1C-97CF-470D-BD44-84A222DD5F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8c3cc72ff4b8c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3388599" y="6738440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67" name="Editable rounded frame 2113">
            <a:extLst xmlns:a="http://schemas.openxmlformats.org/drawingml/2006/main">
              <a:ext uri="{FF2B5EF4-FFF2-40B4-BE49-F238E27FC236}">
                <a16:creationId xmlns:a16="http://schemas.microsoft.com/office/drawing/2014/main" id="{7EFF7F3F-34CE-42F4-98A0-251E7EF9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8599" y="6738440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E5DBEE3-2040-450F-B766-564C04FB37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14f3b098647aa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3510931" y="6769023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69" name="Editable rounded frame 2139">
            <a:extLst xmlns:a="http://schemas.openxmlformats.org/drawingml/2006/main">
              <a:ext uri="{FF2B5EF4-FFF2-40B4-BE49-F238E27FC236}">
                <a16:creationId xmlns:a16="http://schemas.microsoft.com/office/drawing/2014/main" id="{6AB64583-EC74-4E25-9DA6-FBB9D310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931" y="6769023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170" name="Editable rounded frame 2155">
            <a:extLst xmlns:a="http://schemas.openxmlformats.org/drawingml/2006/main">
              <a:ext uri="{FF2B5EF4-FFF2-40B4-BE49-F238E27FC236}">
                <a16:creationId xmlns:a16="http://schemas.microsoft.com/office/drawing/2014/main" id="{6780AD7F-F708-45E2-81A8-B244E3F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878" y="8226814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92EF59A0-6FD8-4707-A300-4812947D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943" y="8231299"/>
            <a:ext cx="155892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2" name="Editable text: N/A">
            <a:extLst xmlns:a="http://schemas.openxmlformats.org/drawingml/2006/main">
              <a:ext uri="{FF2B5EF4-FFF2-40B4-BE49-F238E27FC236}">
                <a16:creationId xmlns:a16="http://schemas.microsoft.com/office/drawing/2014/main" id="{AB5957E3-A665-4DAC-AFC6-8278AE91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7557" y="8472192"/>
            <a:ext cx="428959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173" name="Editable rounded frame 2191">
            <a:extLst xmlns:a="http://schemas.openxmlformats.org/drawingml/2006/main">
              <a:ext uri="{FF2B5EF4-FFF2-40B4-BE49-F238E27FC236}">
                <a16:creationId xmlns:a16="http://schemas.microsoft.com/office/drawing/2014/main" id="{ECE02D68-D970-49CF-AB82-51185FDD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5878" y="9042361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D008E3B9-B4C0-4B27-AC1D-96E1E4A5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102" y="9046847"/>
            <a:ext cx="137734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75" name="Editable text: Grasp the knife.">
            <a:extLst xmlns:a="http://schemas.openxmlformats.org/drawingml/2006/main">
              <a:ext uri="{FF2B5EF4-FFF2-40B4-BE49-F238E27FC236}">
                <a16:creationId xmlns:a16="http://schemas.microsoft.com/office/drawing/2014/main" id="{6ED2F7D6-09BB-4678-A874-4E64FA87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55" y="9267350"/>
            <a:ext cx="1693242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Grasp the knife.</a:t>
            </a:r>
          </a:p>
        </p:txBody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4B27764-FD87-43BC-BE7B-F6B9A063E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f6f24b0d941b1"/>
          <a:srcRect xmlns:a="http://schemas.openxmlformats.org/drawingml/2006/main" l="0" t="0" r="0" b="21024"/>
          <a:stretch xmlns:a="http://schemas.openxmlformats.org/drawingml/2006/main"/>
        </p:blipFill>
        <p:spPr>
          <a:xfrm xmlns:a="http://schemas.openxmlformats.org/drawingml/2006/main">
            <a:off x="3266267" y="9888492"/>
            <a:ext cx="2593440" cy="1460107"/>
          </a:xfrm>
          <a:prstGeom xmlns:a="http://schemas.openxmlformats.org/drawingml/2006/main" prst="rect">
            <a:avLst/>
          </a:prstGeom>
        </p:spPr>
      </p:pic>
      <p:sp>
        <p:nvSpPr>
          <p:cNvPr id="177" name="Editable rounded frame 2237">
            <a:extLst xmlns:a="http://schemas.openxmlformats.org/drawingml/2006/main">
              <a:ext uri="{FF2B5EF4-FFF2-40B4-BE49-F238E27FC236}">
                <a16:creationId xmlns:a16="http://schemas.microsoft.com/office/drawing/2014/main" id="{5B3EFA57-7102-46B3-9CB5-188483F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6267" y="9888492"/>
            <a:ext cx="2593440" cy="146010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178" name="Editable rounded frame 2253">
            <a:extLst xmlns:a="http://schemas.openxmlformats.org/drawingml/2006/main">
              <a:ext uri="{FF2B5EF4-FFF2-40B4-BE49-F238E27FC236}">
                <a16:creationId xmlns:a16="http://schemas.microsoft.com/office/drawing/2014/main" id="{9D68FFAF-5AF8-4F7C-B8C7-6E7DD8F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299" y="10543277"/>
            <a:ext cx="718970" cy="385151"/>
          </a:xfrm>
          <a:prstGeom xmlns:a="http://schemas.openxmlformats.org/drawingml/2006/main" prst="roundRect">
            <a:avLst>
              <a:gd name="adj" fmla="val 6617"/>
            </a:avLst>
          </a:prstGeom>
          <a:noFill xmlns:a="http://schemas.openxmlformats.org/drawingml/2006/main"/>
          <a:ln xmlns:a="http://schemas.openxmlformats.org/drawingml/2006/main" w="42816">
            <a:solidFill>
              <a:srgbClr val="FFFFFF"/>
            </a:solidFill>
            <a:prstDash val="solid"/>
          </a:ln>
        </p:spPr>
      </p:sp>
      <p:sp>
        <p:nvSpPr>
          <p:cNvPr id="179" name="Editable rounded frame 2269">
            <a:extLst xmlns:a="http://schemas.openxmlformats.org/drawingml/2006/main">
              <a:ext uri="{FF2B5EF4-FFF2-40B4-BE49-F238E27FC236}">
                <a16:creationId xmlns:a16="http://schemas.microsoft.com/office/drawing/2014/main" id="{EFF166CB-16A6-409D-8DC7-437E9F0B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299" y="10543277"/>
            <a:ext cx="718970" cy="385151"/>
          </a:xfrm>
          <a:prstGeom xmlns:a="http://schemas.openxmlformats.org/drawingml/2006/main" prst="roundRect">
            <a:avLst>
              <a:gd name="adj" fmla="val 6617"/>
            </a:avLst>
          </a:prstGeom>
          <a:noFill xmlns:a="http://schemas.openxmlformats.org/drawingml/2006/main"/>
          <a:ln xmlns:a="http://schemas.openxmlformats.org/drawingml/2006/main" w="20389">
            <a:solidFill>
              <a:srgbClr val="CD5C55"/>
            </a:solidFill>
            <a:prstDash val="solid"/>
          </a:ln>
        </p:spPr>
      </p:sp>
      <p:sp>
        <p:nvSpPr>
          <p:cNvPr id="180" name="Editable rounded frame 2285">
            <a:extLst xmlns:a="http://schemas.openxmlformats.org/drawingml/2006/main">
              <a:ext uri="{FF2B5EF4-FFF2-40B4-BE49-F238E27FC236}">
                <a16:creationId xmlns:a16="http://schemas.microsoft.com/office/drawing/2014/main" id="{174DCBF0-68B5-4CC1-947D-EE1122BA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4460" y="9949658"/>
            <a:ext cx="224275" cy="2242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146BF108-1F3C-4182-B84C-59A01370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006" y="9962957"/>
            <a:ext cx="153284" cy="215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360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82" name="Editable text: Grasp the object in the">
            <a:extLst xmlns:a="http://schemas.openxmlformats.org/drawingml/2006/main">
              <a:ext uri="{FF2B5EF4-FFF2-40B4-BE49-F238E27FC236}">
                <a16:creationId xmlns:a16="http://schemas.microsoft.com/office/drawing/2014/main" id="{09C88553-B206-42B5-AE54-B25387D1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55" y="11422995"/>
            <a:ext cx="2345938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Grasp the object in the</a:t>
            </a:r>
          </a:p>
        </p:txBody>
      </p:sp>
      <p:sp>
        <p:nvSpPr>
          <p:cNvPr id="183" name="Editable text: red box.">
            <a:extLst xmlns:a="http://schemas.openxmlformats.org/drawingml/2006/main">
              <a:ext uri="{FF2B5EF4-FFF2-40B4-BE49-F238E27FC236}">
                <a16:creationId xmlns:a16="http://schemas.microsoft.com/office/drawing/2014/main" id="{4E1CBA82-2867-4397-9146-6FEF2F2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655" y="11688048"/>
            <a:ext cx="866888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red box.</a:t>
            </a:r>
          </a:p>
        </p:txBody>
      </p:sp>
      <p:sp>
        <p:nvSpPr>
          <p:cNvPr id="184" name="Editable rounded frame 2332">
            <a:extLst xmlns:a="http://schemas.openxmlformats.org/drawingml/2006/main">
              <a:ext uri="{FF2B5EF4-FFF2-40B4-BE49-F238E27FC236}">
                <a16:creationId xmlns:a16="http://schemas.microsoft.com/office/drawing/2014/main" id="{3B6F5069-94BB-4634-A4D4-0E1B54E5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760" y="6157363"/>
            <a:ext cx="2838104" cy="5912718"/>
          </a:xfrm>
          <a:prstGeom xmlns:a="http://schemas.openxmlformats.org/drawingml/2006/main" prst="roundRect">
            <a:avLst>
              <a:gd name="adj" fmla="val 2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185" name="Editable rounded frame 2348">
            <a:extLst xmlns:a="http://schemas.openxmlformats.org/drawingml/2006/main">
              <a:ext uri="{FF2B5EF4-FFF2-40B4-BE49-F238E27FC236}">
                <a16:creationId xmlns:a16="http://schemas.microsoft.com/office/drawing/2014/main" id="{3649D6A1-DEB2-466F-B7A1-0ACA474C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954" y="6167557"/>
            <a:ext cx="2817716" cy="438357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Editable text: S3">
            <a:extLst xmlns:a="http://schemas.openxmlformats.org/drawingml/2006/main">
              <a:ext uri="{FF2B5EF4-FFF2-40B4-BE49-F238E27FC236}">
                <a16:creationId xmlns:a16="http://schemas.microsoft.com/office/drawing/2014/main" id="{FB688F98-E0EF-4CC9-87DD-938177E6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92" y="6249825"/>
            <a:ext cx="324890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187" name="Editable text: Transfer / align">
            <a:extLst xmlns:a="http://schemas.openxmlformats.org/drawingml/2006/main">
              <a:ext uri="{FF2B5EF4-FFF2-40B4-BE49-F238E27FC236}">
                <a16:creationId xmlns:a16="http://schemas.microsoft.com/office/drawing/2014/main" id="{8468B694-0E84-4B95-891B-D257507E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88" y="6259102"/>
            <a:ext cx="1645809" cy="280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76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Transfer / align</a:t>
            </a:r>
          </a:p>
        </p:txBody>
      </p:sp>
      <p:sp>
        <p:nvSpPr>
          <p:cNvPr id="188" name="Editable rounded frame 2384">
            <a:extLst xmlns:a="http://schemas.openxmlformats.org/drawingml/2006/main">
              <a:ext uri="{FF2B5EF4-FFF2-40B4-BE49-F238E27FC236}">
                <a16:creationId xmlns:a16="http://schemas.microsoft.com/office/drawing/2014/main" id="{2C32C985-A933-4EAF-8987-185EBB14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079" y="6259306"/>
            <a:ext cx="397619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Editable text: Mid">
            <a:extLst xmlns:a="http://schemas.openxmlformats.org/drawingml/2006/main">
              <a:ext uri="{FF2B5EF4-FFF2-40B4-BE49-F238E27FC236}">
                <a16:creationId xmlns:a16="http://schemas.microsoft.com/office/drawing/2014/main" id="{1810885D-2D1F-4313-899C-6200B89B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051" y="6275821"/>
            <a:ext cx="333776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Mid</a:t>
            </a:r>
          </a:p>
        </p:txBody>
      </p:sp>
      <p:pic>
        <p:nvPic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D5254C6-1F6F-47D1-B7E2-07B2261FF1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eeddcdfe34f38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6247092" y="6707857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91" name="Editable rounded frame 2420">
            <a:extLst xmlns:a="http://schemas.openxmlformats.org/drawingml/2006/main">
              <a:ext uri="{FF2B5EF4-FFF2-40B4-BE49-F238E27FC236}">
                <a16:creationId xmlns:a16="http://schemas.microsoft.com/office/drawing/2014/main" id="{44572740-8D93-43C8-8829-255171A1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92" y="6707857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75237BF-3F8D-48FE-A69B-CA87F6487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20758188344c9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6369424" y="6738440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93" name="Editable rounded frame 2446">
            <a:extLst xmlns:a="http://schemas.openxmlformats.org/drawingml/2006/main">
              <a:ext uri="{FF2B5EF4-FFF2-40B4-BE49-F238E27FC236}">
                <a16:creationId xmlns:a16="http://schemas.microsoft.com/office/drawing/2014/main" id="{559CCB84-B7AD-4839-ADC7-1EA5B7C7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9424" y="6738440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B0C4FC1-CC54-47A0-BE2D-425D91318E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eef3050ca45e5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6491756" y="6769023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195" name="Editable rounded frame 2472">
            <a:extLst xmlns:a="http://schemas.openxmlformats.org/drawingml/2006/main">
              <a:ext uri="{FF2B5EF4-FFF2-40B4-BE49-F238E27FC236}">
                <a16:creationId xmlns:a16="http://schemas.microsoft.com/office/drawing/2014/main" id="{359DA1F9-850F-4F9A-BF1C-CCA02D0D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1756" y="6769023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196" name="Editable rounded frame 2488">
            <a:extLst xmlns:a="http://schemas.openxmlformats.org/drawingml/2006/main">
              <a:ext uri="{FF2B5EF4-FFF2-40B4-BE49-F238E27FC236}">
                <a16:creationId xmlns:a16="http://schemas.microsoft.com/office/drawing/2014/main" id="{E3A44646-23A5-43C8-90CD-09A89AF8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703" y="8226814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064E30B4-55E1-484F-B347-EB65DCD2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1768" y="8231299"/>
            <a:ext cx="155892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98" name="Editable text: Keep the gripper closed">
            <a:extLst xmlns:a="http://schemas.openxmlformats.org/drawingml/2006/main">
              <a:ext uri="{FF2B5EF4-FFF2-40B4-BE49-F238E27FC236}">
                <a16:creationId xmlns:a16="http://schemas.microsoft.com/office/drawing/2014/main" id="{00A6B8E2-F2AD-46A3-92B2-021A6850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81" y="8349860"/>
            <a:ext cx="2514688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436F98"/>
                </a:solidFill>
                <a:latin typeface="Arial"/>
                <a:ea typeface="Arial"/>
                <a:cs typeface="Arial"/>
              </a:rPr>
              <a:t>Keep the gripper closed</a:t>
            </a:r>
          </a:p>
        </p:txBody>
      </p:sp>
      <p:sp>
        <p:nvSpPr>
          <p:cNvPr id="199" name="Editable text: and move right.">
            <a:extLst xmlns:a="http://schemas.openxmlformats.org/drawingml/2006/main">
              <a:ext uri="{FF2B5EF4-FFF2-40B4-BE49-F238E27FC236}">
                <a16:creationId xmlns:a16="http://schemas.microsoft.com/office/drawing/2014/main" id="{1843DB02-85A6-4D2B-A56C-7AB12375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81" y="8614913"/>
            <a:ext cx="1654202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436F98"/>
                </a:solidFill>
                <a:latin typeface="Arial"/>
                <a:ea typeface="Arial"/>
                <a:cs typeface="Arial"/>
              </a:rPr>
              <a:t>and move right.</a:t>
            </a:r>
          </a:p>
        </p:txBody>
      </p:sp>
      <p:sp>
        <p:nvSpPr>
          <p:cNvPr id="200" name="Editable rounded frame 2534">
            <a:extLst xmlns:a="http://schemas.openxmlformats.org/drawingml/2006/main">
              <a:ext uri="{FF2B5EF4-FFF2-40B4-BE49-F238E27FC236}">
                <a16:creationId xmlns:a16="http://schemas.microsoft.com/office/drawing/2014/main" id="{815C85D0-044C-4A2B-B353-2516A160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703" y="9042361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054CC7F6-7D50-4C2A-A368-33EF170C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927" y="9046847"/>
            <a:ext cx="137734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02" name="Editable text: Align the knife above">
            <a:extLst xmlns:a="http://schemas.openxmlformats.org/drawingml/2006/main">
              <a:ext uri="{FF2B5EF4-FFF2-40B4-BE49-F238E27FC236}">
                <a16:creationId xmlns:a16="http://schemas.microsoft.com/office/drawing/2014/main" id="{AA9D0575-0F8E-487F-8920-18A769C6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81" y="9165407"/>
            <a:ext cx="2214960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Align the knife above</a:t>
            </a:r>
          </a:p>
        </p:txBody>
      </p:sp>
      <p:sp>
        <p:nvSpPr>
          <p:cNvPr id="203" name="Editable text: the root.">
            <a:extLst xmlns:a="http://schemas.openxmlformats.org/drawingml/2006/main">
              <a:ext uri="{FF2B5EF4-FFF2-40B4-BE49-F238E27FC236}">
                <a16:creationId xmlns:a16="http://schemas.microsoft.com/office/drawing/2014/main" id="{E53C9249-55B6-43E1-8506-657B28C1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81" y="9430460"/>
            <a:ext cx="898357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the root.</a:t>
            </a:r>
          </a:p>
        </p:txBody>
      </p:sp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61C9687-FB18-43A8-A8CB-E4DF539592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432513da648c7"/>
          <a:srcRect xmlns:a="http://schemas.openxmlformats.org/drawingml/2006/main" l="0" t="0" r="0" b="21024"/>
          <a:stretch xmlns:a="http://schemas.openxmlformats.org/drawingml/2006/main"/>
        </p:blipFill>
        <p:spPr>
          <a:xfrm xmlns:a="http://schemas.openxmlformats.org/drawingml/2006/main">
            <a:off x="6247092" y="9888492"/>
            <a:ext cx="2593440" cy="1460107"/>
          </a:xfrm>
          <a:prstGeom xmlns:a="http://schemas.openxmlformats.org/drawingml/2006/main" prst="rect">
            <a:avLst/>
          </a:prstGeom>
        </p:spPr>
      </p:pic>
      <p:sp>
        <p:nvSpPr>
          <p:cNvPr id="205" name="Editable rounded frame 2590">
            <a:extLst xmlns:a="http://schemas.openxmlformats.org/drawingml/2006/main">
              <a:ext uri="{FF2B5EF4-FFF2-40B4-BE49-F238E27FC236}">
                <a16:creationId xmlns:a16="http://schemas.microsoft.com/office/drawing/2014/main" id="{5124B211-F344-44FB-9FA4-D8FBF598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7092" y="9888492"/>
            <a:ext cx="2593440" cy="146010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206" name="Editable vector path 2602">
            <a:extLst xmlns:a="http://schemas.openxmlformats.org/drawingml/2006/main">
              <a:ext uri="{FF2B5EF4-FFF2-40B4-BE49-F238E27FC236}">
                <a16:creationId xmlns:a16="http://schemas.microsoft.com/office/drawing/2014/main" id="{3ABA2B89-7699-4EED-BA6A-1922867D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130" y="10918442"/>
            <a:ext cx="71360" cy="71360"/>
          </a:xfrm>
          <a:custGeom xmlns:a="http://schemas.openxmlformats.org/drawingml/2006/main">
            <a:pathLst>
              <a:path w="71360" h="71360">
                <a:moveTo>
                  <a:pt x="71360" y="35680"/>
                </a:moveTo>
                <a:cubicBezTo>
                  <a:pt x="71360" y="15975"/>
                  <a:pt x="55386" y="0"/>
                  <a:pt x="35680" y="0"/>
                </a:cubicBezTo>
                <a:cubicBezTo>
                  <a:pt x="15975" y="0"/>
                  <a:pt x="0" y="15975"/>
                  <a:pt x="0" y="35680"/>
                </a:cubicBezTo>
                <a:cubicBezTo>
                  <a:pt x="0" y="55386"/>
                  <a:pt x="15975" y="71360"/>
                  <a:pt x="35680" y="71360"/>
                </a:cubicBezTo>
                <a:cubicBezTo>
                  <a:pt x="55386" y="71360"/>
                  <a:pt x="71360" y="55386"/>
                  <a:pt x="71360" y="35680"/>
                </a:cubicBezTo>
              </a:path>
            </a:pathLst>
          </a:custGeom>
          <a:solidFill xmlns:a="http://schemas.openxmlformats.org/drawingml/2006/main">
            <a:srgbClr val="CD5C55"/>
          </a:solidFill>
          <a:ln xmlns:a="http://schemas.openxmlformats.org/drawingml/2006/main" w="24466">
            <a:solidFill>
              <a:srgbClr val="FFFFFF"/>
            </a:solidFill>
            <a:prstDash val="solid"/>
          </a:ln>
        </p:spPr>
      </p:sp>
      <p:sp>
        <p:nvSpPr>
          <p:cNvPr id="207" name="Editable rounded frame 2618">
            <a:extLst xmlns:a="http://schemas.openxmlformats.org/drawingml/2006/main">
              <a:ext uri="{FF2B5EF4-FFF2-40B4-BE49-F238E27FC236}">
                <a16:creationId xmlns:a16="http://schemas.microsoft.com/office/drawing/2014/main" id="{F4B89F2C-D9E1-4FD5-96FF-EFBF03D2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85" y="9949658"/>
            <a:ext cx="224275" cy="2242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D52BB068-1489-4E9B-BD4E-C5FA07FF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9831" y="9962957"/>
            <a:ext cx="153284" cy="215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360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09" name="Editable text: Move the object toward">
            <a:extLst xmlns:a="http://schemas.openxmlformats.org/drawingml/2006/main">
              <a:ext uri="{FF2B5EF4-FFF2-40B4-BE49-F238E27FC236}">
                <a16:creationId xmlns:a16="http://schemas.microsoft.com/office/drawing/2014/main" id="{83A4EA9B-9F77-4136-AE6B-0CB6C8B1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81" y="11422995"/>
            <a:ext cx="2409553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Move the object toward</a:t>
            </a:r>
          </a:p>
        </p:txBody>
      </p:sp>
      <p:sp>
        <p:nvSpPr>
          <p:cNvPr id="210" name="Editable text: the red point.">
            <a:extLst xmlns:a="http://schemas.openxmlformats.org/drawingml/2006/main">
              <a:ext uri="{FF2B5EF4-FFF2-40B4-BE49-F238E27FC236}">
                <a16:creationId xmlns:a16="http://schemas.microsoft.com/office/drawing/2014/main" id="{637DC6C7-75BC-42DA-BC87-FC3688B5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81" y="11688048"/>
            <a:ext cx="1377040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the red point.</a:t>
            </a:r>
          </a:p>
        </p:txBody>
      </p:sp>
      <p:sp>
        <p:nvSpPr>
          <p:cNvPr id="211" name="Editable rounded frame 2665">
            <a:extLst xmlns:a="http://schemas.openxmlformats.org/drawingml/2006/main">
              <a:ext uri="{FF2B5EF4-FFF2-40B4-BE49-F238E27FC236}">
                <a16:creationId xmlns:a16="http://schemas.microsoft.com/office/drawing/2014/main" id="{58DF2F9B-16B1-4F6F-96F9-2A57B13F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585" y="6157363"/>
            <a:ext cx="2838104" cy="5912718"/>
          </a:xfrm>
          <a:prstGeom xmlns:a="http://schemas.openxmlformats.org/drawingml/2006/main" prst="roundRect">
            <a:avLst>
              <a:gd name="adj" fmla="val 2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212" name="Editable rounded frame 2681">
            <a:extLst xmlns:a="http://schemas.openxmlformats.org/drawingml/2006/main">
              <a:ext uri="{FF2B5EF4-FFF2-40B4-BE49-F238E27FC236}">
                <a16:creationId xmlns:a16="http://schemas.microsoft.com/office/drawing/2014/main" id="{459A2283-1DBB-43E0-B10E-3688A02A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780" y="6167557"/>
            <a:ext cx="2817716" cy="438357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Editable text: S4">
            <a:extLst xmlns:a="http://schemas.openxmlformats.org/drawingml/2006/main">
              <a:ext uri="{FF2B5EF4-FFF2-40B4-BE49-F238E27FC236}">
                <a16:creationId xmlns:a16="http://schemas.microsoft.com/office/drawing/2014/main" id="{9B39F428-10A0-444E-B39A-FD464EC0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917" y="6249825"/>
            <a:ext cx="324890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A8793E"/>
                </a:solidFill>
                <a:latin typeface="Arial"/>
                <a:ea typeface="Arial"/>
                <a:cs typeface="Arial"/>
              </a:rPr>
              <a:t>S4</a:t>
            </a:r>
          </a:p>
        </p:txBody>
      </p:sp>
      <p:sp>
        <p:nvSpPr>
          <p:cNvPr id="214" name="Editable text: Slice">
            <a:extLst xmlns:a="http://schemas.openxmlformats.org/drawingml/2006/main">
              <a:ext uri="{FF2B5EF4-FFF2-40B4-BE49-F238E27FC236}">
                <a16:creationId xmlns:a16="http://schemas.microsoft.com/office/drawing/2014/main" id="{DA976D30-0945-4BAE-BC50-FCEE6D80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4914" y="6259102"/>
            <a:ext cx="561774" cy="280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6" b="1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766" b="1">
                <a:solidFill>
                  <a:srgbClr val="A8793E"/>
                </a:solidFill>
                <a:latin typeface="Arial"/>
                <a:ea typeface="Arial"/>
                <a:cs typeface="Arial"/>
              </a:rPr>
              <a:t>Slice</a:t>
            </a:r>
          </a:p>
        </p:txBody>
      </p:sp>
      <p:sp>
        <p:nvSpPr>
          <p:cNvPr id="215" name="Editable rounded frame 2717">
            <a:extLst xmlns:a="http://schemas.openxmlformats.org/drawingml/2006/main">
              <a:ext uri="{FF2B5EF4-FFF2-40B4-BE49-F238E27FC236}">
                <a16:creationId xmlns:a16="http://schemas.microsoft.com/office/drawing/2014/main" id="{8934A45D-AC32-4316-88B7-037FBCA7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3186" y="6259306"/>
            <a:ext cx="479338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4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Editable text: High">
            <a:extLst xmlns:a="http://schemas.openxmlformats.org/drawingml/2006/main">
              <a:ext uri="{FF2B5EF4-FFF2-40B4-BE49-F238E27FC236}">
                <a16:creationId xmlns:a16="http://schemas.microsoft.com/office/drawing/2014/main" id="{D5AD93FB-00D7-40E2-B516-FF5C1831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4157" y="6275821"/>
            <a:ext cx="415490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A8793E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A8793E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pic>
        <p:nvPic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C87342A-9FB6-4A98-8E6B-EC698DCF6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e53b6bc274814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9227917" y="6707857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218" name="Editable rounded frame 2753">
            <a:extLst xmlns:a="http://schemas.openxmlformats.org/drawingml/2006/main">
              <a:ext uri="{FF2B5EF4-FFF2-40B4-BE49-F238E27FC236}">
                <a16:creationId xmlns:a16="http://schemas.microsoft.com/office/drawing/2014/main" id="{24F89C02-9EEC-4976-9616-46986E5F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917" y="6707857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617013FE-9049-486F-AC09-261CCBDF4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749433f5045c3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9350249" y="6738440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220" name="Editable rounded frame 2779">
            <a:extLst xmlns:a="http://schemas.openxmlformats.org/drawingml/2006/main">
              <a:ext uri="{FF2B5EF4-FFF2-40B4-BE49-F238E27FC236}">
                <a16:creationId xmlns:a16="http://schemas.microsoft.com/office/drawing/2014/main" id="{36C9E5C8-67F6-4B09-A857-33608684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249" y="6738440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10893975-9053-4D76-861D-21DD64A049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fe76938b746f0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9472581" y="6769023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222" name="Editable rounded frame 2805">
            <a:extLst xmlns:a="http://schemas.openxmlformats.org/drawingml/2006/main">
              <a:ext uri="{FF2B5EF4-FFF2-40B4-BE49-F238E27FC236}">
                <a16:creationId xmlns:a16="http://schemas.microsoft.com/office/drawing/2014/main" id="{1F283CBA-6500-4FA9-9BCC-9A941337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581" y="6769023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223" name="Editable rounded frame 2821">
            <a:extLst xmlns:a="http://schemas.openxmlformats.org/drawingml/2006/main">
              <a:ext uri="{FF2B5EF4-FFF2-40B4-BE49-F238E27FC236}">
                <a16:creationId xmlns:a16="http://schemas.microsoft.com/office/drawing/2014/main" id="{D4C88909-472B-450B-8675-9C4FA63D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29" y="8226814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7831BF37-4DDF-476F-8B18-4300D44A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2590" y="8231299"/>
            <a:ext cx="155892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25" name="Editable text: N/A">
            <a:extLst xmlns:a="http://schemas.openxmlformats.org/drawingml/2006/main">
              <a:ext uri="{FF2B5EF4-FFF2-40B4-BE49-F238E27FC236}">
                <a16:creationId xmlns:a16="http://schemas.microsoft.com/office/drawing/2014/main" id="{63CCC3EA-1799-46BD-A772-DD587AF3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212" y="8472192"/>
            <a:ext cx="428959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637582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637582"/>
                </a:solidFill>
                <a:latin typeface="Arial"/>
                <a:ea typeface="Arial"/>
                <a:cs typeface="Arial"/>
              </a:rPr>
              <a:t>N/A</a:t>
            </a:r>
          </a:p>
        </p:txBody>
      </p:sp>
      <p:sp>
        <p:nvSpPr>
          <p:cNvPr id="226" name="Editable rounded frame 2857">
            <a:extLst xmlns:a="http://schemas.openxmlformats.org/drawingml/2006/main">
              <a:ext uri="{FF2B5EF4-FFF2-40B4-BE49-F238E27FC236}">
                <a16:creationId xmlns:a16="http://schemas.microsoft.com/office/drawing/2014/main" id="{4ABE41F3-79A0-47F2-A0AD-B1EAC6FF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29" y="9042361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5FE1A34F-40F6-4DA1-9946-AB53355D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0757" y="9046847"/>
            <a:ext cx="137734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28" name="Editable text: Slice the lotus root.">
            <a:extLst xmlns:a="http://schemas.openxmlformats.org/drawingml/2006/main">
              <a:ext uri="{FF2B5EF4-FFF2-40B4-BE49-F238E27FC236}">
                <a16:creationId xmlns:a16="http://schemas.microsoft.com/office/drawing/2014/main" id="{B3E2556F-6809-46D8-9DFD-0FB0C0E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06" y="9267350"/>
            <a:ext cx="2032124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Slice the lotus root.</a:t>
            </a:r>
          </a:p>
        </p:txBody>
      </p:sp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84BCD62E-4B9D-469A-8B6C-094227120E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cb8d631ec4ef0"/>
          <a:srcRect xmlns:a="http://schemas.openxmlformats.org/drawingml/2006/main" l="0" t="0" r="0" b="21024"/>
          <a:stretch xmlns:a="http://schemas.openxmlformats.org/drawingml/2006/main"/>
        </p:blipFill>
        <p:spPr>
          <a:xfrm xmlns:a="http://schemas.openxmlformats.org/drawingml/2006/main">
            <a:off x="9227917" y="9888492"/>
            <a:ext cx="2593440" cy="1460107"/>
          </a:xfrm>
          <a:prstGeom xmlns:a="http://schemas.openxmlformats.org/drawingml/2006/main" prst="rect">
            <a:avLst/>
          </a:prstGeom>
        </p:spPr>
      </p:pic>
      <p:sp>
        <p:nvSpPr>
          <p:cNvPr id="230" name="Editable rounded frame 2903">
            <a:extLst xmlns:a="http://schemas.openxmlformats.org/drawingml/2006/main">
              <a:ext uri="{FF2B5EF4-FFF2-40B4-BE49-F238E27FC236}">
                <a16:creationId xmlns:a16="http://schemas.microsoft.com/office/drawing/2014/main" id="{048C6224-3F5E-4953-9990-5A9113F4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7917" y="9888492"/>
            <a:ext cx="2593440" cy="146010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231" name="Editable rounded frame 2919">
            <a:extLst xmlns:a="http://schemas.openxmlformats.org/drawingml/2006/main">
              <a:ext uri="{FF2B5EF4-FFF2-40B4-BE49-F238E27FC236}">
                <a16:creationId xmlns:a16="http://schemas.microsoft.com/office/drawing/2014/main" id="{651E94C6-5542-41B5-8C3A-8EEE94FA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884" y="10819319"/>
            <a:ext cx="391578" cy="320967"/>
          </a:xfrm>
          <a:prstGeom xmlns:a="http://schemas.openxmlformats.org/drawingml/2006/main" prst="roundRect">
            <a:avLst>
              <a:gd name="adj" fmla="val 7940"/>
            </a:avLst>
          </a:prstGeom>
          <a:noFill xmlns:a="http://schemas.openxmlformats.org/drawingml/2006/main"/>
          <a:ln xmlns:a="http://schemas.openxmlformats.org/drawingml/2006/main" w="42816">
            <a:solidFill>
              <a:srgbClr val="FFFFFF"/>
            </a:solidFill>
            <a:prstDash val="solid"/>
          </a:ln>
        </p:spPr>
      </p:sp>
      <p:sp>
        <p:nvSpPr>
          <p:cNvPr id="232" name="Editable rounded frame 2935">
            <a:extLst xmlns:a="http://schemas.openxmlformats.org/drawingml/2006/main">
              <a:ext uri="{FF2B5EF4-FFF2-40B4-BE49-F238E27FC236}">
                <a16:creationId xmlns:a16="http://schemas.microsoft.com/office/drawing/2014/main" id="{E88C6C6B-4401-43F0-A760-C4B8006A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884" y="10819319"/>
            <a:ext cx="391578" cy="320967"/>
          </a:xfrm>
          <a:prstGeom xmlns:a="http://schemas.openxmlformats.org/drawingml/2006/main" prst="roundRect">
            <a:avLst>
              <a:gd name="adj" fmla="val 7940"/>
            </a:avLst>
          </a:prstGeom>
          <a:noFill xmlns:a="http://schemas.openxmlformats.org/drawingml/2006/main"/>
          <a:ln xmlns:a="http://schemas.openxmlformats.org/drawingml/2006/main" w="20389">
            <a:solidFill>
              <a:srgbClr val="CD5C55"/>
            </a:solidFill>
            <a:prstDash val="solid"/>
          </a:ln>
        </p:spPr>
      </p:sp>
      <p:sp>
        <p:nvSpPr>
          <p:cNvPr id="233" name="Editable rounded frame 2951">
            <a:extLst xmlns:a="http://schemas.openxmlformats.org/drawingml/2006/main">
              <a:ext uri="{FF2B5EF4-FFF2-40B4-BE49-F238E27FC236}">
                <a16:creationId xmlns:a16="http://schemas.microsoft.com/office/drawing/2014/main" id="{9D9B5E52-E0E6-4EF2-9BF4-479A14AC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6110" y="9949658"/>
            <a:ext cx="224275" cy="2242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4C94DE71-C47B-40FB-9155-F690888C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0660" y="9962957"/>
            <a:ext cx="153284" cy="215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360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35" name="Editable text: Slice the object in the">
            <a:extLst xmlns:a="http://schemas.openxmlformats.org/drawingml/2006/main">
              <a:ext uri="{FF2B5EF4-FFF2-40B4-BE49-F238E27FC236}">
                <a16:creationId xmlns:a16="http://schemas.microsoft.com/office/drawing/2014/main" id="{DB35A118-0138-4CD5-9350-D61FE46D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06" y="11422995"/>
            <a:ext cx="2218484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Slice the object in the</a:t>
            </a:r>
          </a:p>
        </p:txBody>
      </p:sp>
      <p:sp>
        <p:nvSpPr>
          <p:cNvPr id="236" name="Editable text: red region.">
            <a:extLst xmlns:a="http://schemas.openxmlformats.org/drawingml/2006/main">
              <a:ext uri="{FF2B5EF4-FFF2-40B4-BE49-F238E27FC236}">
                <a16:creationId xmlns:a16="http://schemas.microsoft.com/office/drawing/2014/main" id="{669F9F70-ABEC-4B5C-9314-381C620A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306" y="11688048"/>
            <a:ext cx="1134676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red region.</a:t>
            </a:r>
          </a:p>
        </p:txBody>
      </p:sp>
      <p:sp>
        <p:nvSpPr>
          <p:cNvPr id="237" name="Editable rounded frame 2998">
            <a:extLst xmlns:a="http://schemas.openxmlformats.org/drawingml/2006/main">
              <a:ext uri="{FF2B5EF4-FFF2-40B4-BE49-F238E27FC236}">
                <a16:creationId xmlns:a16="http://schemas.microsoft.com/office/drawing/2014/main" id="{9BA1A2DB-E52E-4293-84FD-46C95558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6410" y="6157363"/>
            <a:ext cx="2838104" cy="5912718"/>
          </a:xfrm>
          <a:prstGeom xmlns:a="http://schemas.openxmlformats.org/drawingml/2006/main" prst="roundRect">
            <a:avLst>
              <a:gd name="adj" fmla="val 25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72">
            <a:solidFill>
              <a:srgbClr val="D9E3E8"/>
            </a:solidFill>
            <a:prstDash val="solid"/>
          </a:ln>
        </p:spPr>
      </p:sp>
      <p:sp>
        <p:nvSpPr>
          <p:cNvPr id="238" name="Editable rounded frame 3014">
            <a:extLst xmlns:a="http://schemas.openxmlformats.org/drawingml/2006/main">
              <a:ext uri="{FF2B5EF4-FFF2-40B4-BE49-F238E27FC236}">
                <a16:creationId xmlns:a16="http://schemas.microsoft.com/office/drawing/2014/main" id="{5BF477A7-F205-4726-9960-C4402F2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605" y="6167557"/>
            <a:ext cx="2817716" cy="438357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Editable text: S5">
            <a:extLst xmlns:a="http://schemas.openxmlformats.org/drawingml/2006/main">
              <a:ext uri="{FF2B5EF4-FFF2-40B4-BE49-F238E27FC236}">
                <a16:creationId xmlns:a16="http://schemas.microsoft.com/office/drawing/2014/main" id="{1D287332-65B8-47F0-B4F8-6C3FB295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743" y="6249825"/>
            <a:ext cx="324890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S5</a:t>
            </a:r>
          </a:p>
        </p:txBody>
      </p:sp>
      <p:sp>
        <p:nvSpPr>
          <p:cNvPr id="240" name="Editable text: Withdraw">
            <a:extLst xmlns:a="http://schemas.openxmlformats.org/drawingml/2006/main">
              <a:ext uri="{FF2B5EF4-FFF2-40B4-BE49-F238E27FC236}">
                <a16:creationId xmlns:a16="http://schemas.microsoft.com/office/drawing/2014/main" id="{2CA3118F-E1BD-4A7E-AF15-B3A7285D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5739" y="6259102"/>
            <a:ext cx="1047230" cy="280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66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766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Withdraw</a:t>
            </a:r>
          </a:p>
        </p:txBody>
      </p:sp>
      <p:sp>
        <p:nvSpPr>
          <p:cNvPr id="241" name="Editable rounded frame 3050">
            <a:extLst xmlns:a="http://schemas.openxmlformats.org/drawingml/2006/main">
              <a:ext uri="{FF2B5EF4-FFF2-40B4-BE49-F238E27FC236}">
                <a16:creationId xmlns:a16="http://schemas.microsoft.com/office/drawing/2014/main" id="{F760B6F7-D4F7-4FF4-8EE6-AFF60977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5729" y="6259306"/>
            <a:ext cx="397620" cy="254859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Editable text: Mid">
            <a:extLst xmlns:a="http://schemas.openxmlformats.org/drawingml/2006/main">
              <a:ext uri="{FF2B5EF4-FFF2-40B4-BE49-F238E27FC236}">
                <a16:creationId xmlns:a16="http://schemas.microsoft.com/office/drawing/2014/main" id="{B5A35356-9E2C-4952-BA3E-DC133DCA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701" y="6275821"/>
            <a:ext cx="333776" cy="229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45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445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Mid</a:t>
            </a:r>
          </a:p>
        </p:txBody>
      </p:sp>
      <p:pic>
        <p:nvPic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7FD3CDD-E869-42D2-9394-B75C415766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8800f2f624c8e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12208743" y="6707857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244" name="Editable rounded frame 3086">
            <a:extLst xmlns:a="http://schemas.openxmlformats.org/drawingml/2006/main">
              <a:ext uri="{FF2B5EF4-FFF2-40B4-BE49-F238E27FC236}">
                <a16:creationId xmlns:a16="http://schemas.microsoft.com/office/drawing/2014/main" id="{C403C3B8-1FB7-4C0F-8A6A-3B30061A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743" y="6707857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6AEA0C5B-E5E3-41E8-BD24-B0930A1D2F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6a1a085044293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12331075" y="6738440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246" name="Editable rounded frame 3112">
            <a:extLst xmlns:a="http://schemas.openxmlformats.org/drawingml/2006/main">
              <a:ext uri="{FF2B5EF4-FFF2-40B4-BE49-F238E27FC236}">
                <a16:creationId xmlns:a16="http://schemas.microsoft.com/office/drawing/2014/main" id="{8D799814-59F3-461D-A500-6BB044E9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1075" y="6738440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pic>
        <p:nvPic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C00B7605-1886-4DE9-8F30-222132514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d0642dc194b44"/>
          <a:srcRect xmlns:a="http://schemas.openxmlformats.org/drawingml/2006/main" l="0" t="0" r="0" b="21304"/>
          <a:stretch xmlns:a="http://schemas.openxmlformats.org/drawingml/2006/main"/>
        </p:blipFill>
        <p:spPr>
          <a:xfrm xmlns:a="http://schemas.openxmlformats.org/drawingml/2006/main">
            <a:off x="12453407" y="6769023"/>
            <a:ext cx="2348776" cy="1317663"/>
          </a:xfrm>
          <a:prstGeom xmlns:a="http://schemas.openxmlformats.org/drawingml/2006/main" prst="rect">
            <a:avLst/>
          </a:prstGeom>
        </p:spPr>
      </p:pic>
      <p:sp>
        <p:nvSpPr>
          <p:cNvPr id="248" name="Editable rounded frame 3138">
            <a:extLst xmlns:a="http://schemas.openxmlformats.org/drawingml/2006/main">
              <a:ext uri="{FF2B5EF4-FFF2-40B4-BE49-F238E27FC236}">
                <a16:creationId xmlns:a16="http://schemas.microsoft.com/office/drawing/2014/main" id="{3013A1A7-DC68-4442-A5E2-3EBCA921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3407" y="6769023"/>
            <a:ext cx="2348776" cy="1317663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249" name="Editable rounded frame 3154">
            <a:extLst xmlns:a="http://schemas.openxmlformats.org/drawingml/2006/main">
              <a:ext uri="{FF2B5EF4-FFF2-40B4-BE49-F238E27FC236}">
                <a16:creationId xmlns:a16="http://schemas.microsoft.com/office/drawing/2014/main" id="{92BF3DBD-9E81-4CBB-A7D1-9F5F903C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354" y="8226814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Editable text: A">
            <a:extLst xmlns:a="http://schemas.openxmlformats.org/drawingml/2006/main">
              <a:ext uri="{FF2B5EF4-FFF2-40B4-BE49-F238E27FC236}">
                <a16:creationId xmlns:a16="http://schemas.microsoft.com/office/drawing/2014/main" id="{1B0174E8-F048-4D7D-93E9-43D2E754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3416" y="8231299"/>
            <a:ext cx="155892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436F98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51" name="Editable text: Keep the gripper closed">
            <a:extLst xmlns:a="http://schemas.openxmlformats.org/drawingml/2006/main">
              <a:ext uri="{FF2B5EF4-FFF2-40B4-BE49-F238E27FC236}">
                <a16:creationId xmlns:a16="http://schemas.microsoft.com/office/drawing/2014/main" id="{B9048FC4-9D44-44D4-B9EC-6E442F5A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131" y="8349860"/>
            <a:ext cx="2514688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436F98"/>
                </a:solidFill>
                <a:latin typeface="Arial"/>
                <a:ea typeface="Arial"/>
                <a:cs typeface="Arial"/>
              </a:rPr>
              <a:t>Keep the gripper closed</a:t>
            </a:r>
          </a:p>
        </p:txBody>
      </p:sp>
      <p:sp>
        <p:nvSpPr>
          <p:cNvPr id="252" name="Editable text: and move left.">
            <a:extLst xmlns:a="http://schemas.openxmlformats.org/drawingml/2006/main">
              <a:ext uri="{FF2B5EF4-FFF2-40B4-BE49-F238E27FC236}">
                <a16:creationId xmlns:a16="http://schemas.microsoft.com/office/drawing/2014/main" id="{0A2016D1-C8E2-406D-A997-0A3C9FC8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131" y="8614913"/>
            <a:ext cx="1510864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436F98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436F98"/>
                </a:solidFill>
                <a:latin typeface="Arial"/>
                <a:ea typeface="Arial"/>
                <a:cs typeface="Arial"/>
              </a:rPr>
              <a:t>and move left.</a:t>
            </a:r>
          </a:p>
        </p:txBody>
      </p:sp>
      <p:sp>
        <p:nvSpPr>
          <p:cNvPr id="253" name="Editable rounded frame 3200">
            <a:extLst xmlns:a="http://schemas.openxmlformats.org/drawingml/2006/main">
              <a:ext uri="{FF2B5EF4-FFF2-40B4-BE49-F238E27FC236}">
                <a16:creationId xmlns:a16="http://schemas.microsoft.com/office/drawing/2014/main" id="{C0727E00-A30E-4EFE-B7E5-36E06C90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354" y="9042361"/>
            <a:ext cx="2634218" cy="733993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Editable text: T">
            <a:extLst xmlns:a="http://schemas.openxmlformats.org/drawingml/2006/main">
              <a:ext uri="{FF2B5EF4-FFF2-40B4-BE49-F238E27FC236}">
                <a16:creationId xmlns:a16="http://schemas.microsoft.com/office/drawing/2014/main" id="{608AB15F-F1BF-435D-9B66-85B39D59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1582" y="9046847"/>
            <a:ext cx="137734" cy="203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84" b="1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284" b="1">
                <a:solidFill>
                  <a:srgbClr val="367C6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255" name="Editable text: Withdraw the held knife.">
            <a:extLst xmlns:a="http://schemas.openxmlformats.org/drawingml/2006/main">
              <a:ext uri="{FF2B5EF4-FFF2-40B4-BE49-F238E27FC236}">
                <a16:creationId xmlns:a16="http://schemas.microsoft.com/office/drawing/2014/main" id="{ED83BD45-1FD2-4215-B6B0-3EF60F98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131" y="9267350"/>
            <a:ext cx="2540333" cy="293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defPPr>
            <a:lvl1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1pPr>
            <a:lvl2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2pPr>
            <a:lvl3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3pPr>
            <a:lvl4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4pPr>
            <a:lvl5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5pPr>
            <a:lvl6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6pPr>
            <a:lvl7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7pPr>
            <a:lvl8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8pPr>
            <a:lvl9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46" b="0">
                <a:solidFill>
                  <a:srgbClr val="367C6B"/>
                </a:solidFill>
                <a:latin typeface="Arial"/>
                <a:ea typeface="Arial"/>
                <a:cs typeface="Arial"/>
              </a:defRPr>
            </a:pPr>
            <a:r>
              <a:rPr sz="1846" b="0">
                <a:solidFill>
                  <a:srgbClr val="367C6B"/>
                </a:solidFill>
                <a:latin typeface="Arial"/>
                <a:ea typeface="Arial"/>
                <a:cs typeface="Arial"/>
              </a:rPr>
              <a:t>Withdraw the held knife.</a:t>
            </a:r>
          </a:p>
        </p:txBody>
      </p:sp>
      <p:pic>
        <p:nvPic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985693C-8F42-490E-8557-0A62A28954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f02bb92434f4a"/>
          <a:srcRect xmlns:a="http://schemas.openxmlformats.org/drawingml/2006/main" l="0" t="0" r="0" b="21024"/>
          <a:stretch xmlns:a="http://schemas.openxmlformats.org/drawingml/2006/main"/>
        </p:blipFill>
        <p:spPr>
          <a:xfrm xmlns:a="http://schemas.openxmlformats.org/drawingml/2006/main">
            <a:off x="12208743" y="9888492"/>
            <a:ext cx="2593440" cy="1460107"/>
          </a:xfrm>
          <a:prstGeom xmlns:a="http://schemas.openxmlformats.org/drawingml/2006/main" prst="rect">
            <a:avLst/>
          </a:prstGeom>
        </p:spPr>
      </p:pic>
      <p:sp>
        <p:nvSpPr>
          <p:cNvPr id="257" name="Editable rounded frame 3246">
            <a:extLst xmlns:a="http://schemas.openxmlformats.org/drawingml/2006/main">
              <a:ext uri="{FF2B5EF4-FFF2-40B4-BE49-F238E27FC236}">
                <a16:creationId xmlns:a16="http://schemas.microsoft.com/office/drawing/2014/main" id="{4C62737A-8DD6-4234-A111-D1D2896C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743" y="9888492"/>
            <a:ext cx="2593440" cy="146010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1214">
            <a:solidFill>
              <a:srgbClr val="D9E3E8"/>
            </a:solidFill>
            <a:prstDash val="solid"/>
          </a:ln>
        </p:spPr>
      </p:sp>
      <p:sp>
        <p:nvSpPr>
          <p:cNvPr id="258" name="Editable rounded frame 3262">
            <a:extLst xmlns:a="http://schemas.openxmlformats.org/drawingml/2006/main">
              <a:ext uri="{FF2B5EF4-FFF2-40B4-BE49-F238E27FC236}">
                <a16:creationId xmlns:a16="http://schemas.microsoft.com/office/drawing/2014/main" id="{0BE9F41F-B07D-47E8-B08C-97A66ABD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709" y="10787208"/>
            <a:ext cx="898723" cy="526399"/>
          </a:xfrm>
          <a:prstGeom xmlns:a="http://schemas.openxmlformats.org/drawingml/2006/main" prst="roundRect">
            <a:avLst>
              <a:gd name="adj" fmla="val 4842"/>
            </a:avLst>
          </a:prstGeom>
          <a:noFill xmlns:a="http://schemas.openxmlformats.org/drawingml/2006/main"/>
          <a:ln xmlns:a="http://schemas.openxmlformats.org/drawingml/2006/main" w="42816">
            <a:solidFill>
              <a:srgbClr val="FFFFFF"/>
            </a:solidFill>
            <a:prstDash val="solid"/>
          </a:ln>
        </p:spPr>
      </p:sp>
      <p:sp>
        <p:nvSpPr>
          <p:cNvPr id="259" name="Editable rounded frame 3278">
            <a:extLst xmlns:a="http://schemas.openxmlformats.org/drawingml/2006/main">
              <a:ext uri="{FF2B5EF4-FFF2-40B4-BE49-F238E27FC236}">
                <a16:creationId xmlns:a16="http://schemas.microsoft.com/office/drawing/2014/main" id="{9D27C9CE-8BF4-4A9D-BBD6-E797807F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7709" y="10787208"/>
            <a:ext cx="898723" cy="526399"/>
          </a:xfrm>
          <a:prstGeom xmlns:a="http://schemas.openxmlformats.org/drawingml/2006/main" prst="roundRect">
            <a:avLst>
              <a:gd name="adj" fmla="val 4842"/>
            </a:avLst>
          </a:prstGeom>
          <a:noFill xmlns:a="http://schemas.openxmlformats.org/drawingml/2006/main"/>
          <a:ln xmlns:a="http://schemas.openxmlformats.org/drawingml/2006/main" w="20389">
            <a:solidFill>
              <a:srgbClr val="CD5C55"/>
            </a:solidFill>
            <a:prstDash val="solid"/>
          </a:ln>
        </p:spPr>
      </p:sp>
      <p:sp>
        <p:nvSpPr>
          <p:cNvPr id="260" name="Editable rounded frame 3294">
            <a:extLst xmlns:a="http://schemas.openxmlformats.org/drawingml/2006/main">
              <a:ext uri="{FF2B5EF4-FFF2-40B4-BE49-F238E27FC236}">
                <a16:creationId xmlns:a16="http://schemas.microsoft.com/office/drawing/2014/main" id="{35C594B0-C423-4609-9F6E-870186E8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6936" y="9949658"/>
            <a:ext cx="224275" cy="2242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Editable text: V">
            <a:extLst xmlns:a="http://schemas.openxmlformats.org/drawingml/2006/main">
              <a:ext uri="{FF2B5EF4-FFF2-40B4-BE49-F238E27FC236}">
                <a16:creationId xmlns:a16="http://schemas.microsoft.com/office/drawing/2014/main" id="{F0AD3F08-C936-457D-B66A-CB27FDC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1486" y="9962957"/>
            <a:ext cx="153284" cy="215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60" b="1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360" b="1">
                <a:solidFill>
                  <a:srgbClr val="78609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262" name="Editable text: Move the object away">
            <a:extLst xmlns:a="http://schemas.openxmlformats.org/drawingml/2006/main">
              <a:ext uri="{FF2B5EF4-FFF2-40B4-BE49-F238E27FC236}">
                <a16:creationId xmlns:a16="http://schemas.microsoft.com/office/drawing/2014/main" id="{8B3B5FF3-7F0C-4190-8511-E9A277CD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131" y="11422995"/>
            <a:ext cx="2256564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Move the object away</a:t>
            </a:r>
          </a:p>
        </p:txBody>
      </p:sp>
      <p:sp>
        <p:nvSpPr>
          <p:cNvPr id="263" name="Editable text: from the red box.">
            <a:extLst xmlns:a="http://schemas.openxmlformats.org/drawingml/2006/main">
              <a:ext uri="{FF2B5EF4-FFF2-40B4-BE49-F238E27FC236}">
                <a16:creationId xmlns:a16="http://schemas.microsoft.com/office/drawing/2014/main" id="{C99C7BDE-DBE1-4237-AF21-898299F5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9131" y="11688048"/>
            <a:ext cx="1771947" cy="2867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defPPr>
            <a:lvl1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1pPr>
            <a:lvl2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2pPr>
            <a:lvl3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3pPr>
            <a:lvl4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4pPr>
            <a:lvl5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5pPr>
            <a:lvl6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6pPr>
            <a:lvl7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7pPr>
            <a:lvl8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8pPr>
            <a:lvl9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6" b="0">
                <a:solidFill>
                  <a:srgbClr val="786096"/>
                </a:solidFill>
                <a:latin typeface="Arial"/>
                <a:ea typeface="Arial"/>
                <a:cs typeface="Arial"/>
              </a:defRPr>
            </a:pPr>
            <a:r>
              <a:rPr sz="1806" b="0">
                <a:solidFill>
                  <a:srgbClr val="786096"/>
                </a:solidFill>
                <a:latin typeface="Arial"/>
                <a:ea typeface="Arial"/>
                <a:cs typeface="Arial"/>
              </a:rPr>
              <a:t>from the red box.</a:t>
            </a:r>
          </a:p>
        </p:txBody>
      </p:sp>
    </p:spTree>
    <p:extLst>
      <p:ext uri="{BB962C8B-B14F-4D97-AF65-F5344CB8AC3E}">
        <p14:creationId xmlns:p14="http://schemas.microsoft.com/office/powerpoint/2010/main" val="2086138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2026-10-17T14:58:27.9790000Z</dcterms:created>
  <dcterms:modified xsi:type="dcterms:W3CDTF">2026-10-17T14:58:27.9790000Z</dcterms:modified>
</coreProperties>
</file>